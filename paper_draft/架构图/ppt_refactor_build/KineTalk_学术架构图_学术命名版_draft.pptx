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284867b3e34a23" /><Relationship Type="http://schemas.openxmlformats.org/officeDocument/2006/relationships/extended-properties" Target="/docProps/app.xml" Id="R42d8caa7b5974572" /><Relationship Type="http://schemas.openxmlformats.org/officeDocument/2006/relationships/officeDocument" Target="/ppt/presentation.xml" Id="R512135e3b29043f6" /></Relationships>
</file>

<file path=ppt/presentation.xml><?xml version="1.0" encoding="utf-8"?>
<p:presentation xmlns:p="http://schemas.openxmlformats.org/presentationml/2006/main">
  <p:sldMasterIdLst>
    <p:sldMasterId xmlns:r="http://schemas.openxmlformats.org/officeDocument/2006/relationships" id="2147483648" r:id="R33de7b861af74518"/>
  </p:sldMasterIdLst>
  <p:notesMasterIdLst>
    <p:notesMasterId xmlns:r="http://schemas.openxmlformats.org/officeDocument/2006/relationships" r:id="R72b1247300f04fd6"/>
  </p:notesMasterIdLst>
  <p:sldIdLst>
    <p:sldId xmlns:r="http://schemas.openxmlformats.org/officeDocument/2006/relationships" id="256" r:id="Rb3f28c7af08e462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daf6de4d0a347fe" /><Relationship Type="http://schemas.openxmlformats.org/officeDocument/2006/relationships/slideMaster" Target="/ppt/slideMasters/slideMaster1.xml" Id="R33de7b861af74518" /><Relationship Type="http://schemas.openxmlformats.org/officeDocument/2006/relationships/notesMaster" Target="/ppt/notesMasters/notesMaster1.xml" Id="R72b1247300f04fd6" /><Relationship Type="http://schemas.openxmlformats.org/officeDocument/2006/relationships/presProps" Target="/ppt/presProps.xml" Id="Re752dec574ad4f94" /><Relationship Type="http://schemas.openxmlformats.org/officeDocument/2006/relationships/viewProps" Target="/ppt/viewProps.xml" Id="R0599bb0204e443c2" /><Relationship Type="http://schemas.openxmlformats.org/officeDocument/2006/relationships/tableStyles" Target="/ppt/tableStyles.xml" Id="R7f159885df874e57" /><Relationship Type="http://schemas.openxmlformats.org/officeDocument/2006/relationships/slide" Target="/ppt/slides/slide1.xml" Id="Rb3f28c7af08e46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140ac1147b40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1f278bfafe4fe2" /><Relationship Type="http://schemas.openxmlformats.org/officeDocument/2006/relationships/notesMaster" Target="/ppt/notesMasters/notesMaster1.xml" Id="Rcac8fc8b9ed349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KineTalk uses a frozen articulation base for speech-synchronized mouth motion, a neutral reference encoder for personalized motion, and an audio emotion encoder that produces global emotion and temporal acoustic features. A motion emotion encoder is used only during training for emotion alignment. The conditional residual motion decoder combines articulation features, personalized motion, emotion, temporal acoustic context, and random noise to synthesize ARKit52 facial animation. The main path excludes the legacy Stage5 upper-flow branch and does not require a target motion sequence or emotion label at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ac5726fb8f4e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036c55bab14d6b" /><Relationship Type="http://schemas.openxmlformats.org/officeDocument/2006/relationships/slideLayout" Target="/ppt/slideLayouts/slideLayout1.xml" Id="Rd90dd14a29af49b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0dd14a29af49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50c2d4df3748fd" /><Relationship Type="http://schemas.openxmlformats.org/officeDocument/2006/relationships/notesSlide" Target="/ppt/notesSlides/notesSlide1.xml" Id="R9aa31c5b6d5441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9" name="element_1">
            <a:extLst xmlns:a="http://schemas.openxmlformats.org/drawingml/2006/main">
              <a:ext uri="{FF2B5EF4-FFF2-40B4-BE49-F238E27FC236}">
                <a16:creationId xmlns:a16="http://schemas.microsoft.com/office/drawing/2014/main" id="{BE792F81-4173-43F5-B9E9-DEAA770044AD}"/>
              </a:ext>
            </a:extLst>
          </p:cNvPr>
          <p:cNvSpPr>
            <a:spLocks xmlns:a="http://schemas.openxmlformats.org/drawingml/2006/main" noGrp="1"/>
          </p:cNvSpPr>
          <p:nvPr/>
        </p:nvSpPr>
        <p:spPr>
          <a:xfrm xmlns:a="http://schemas.openxmlformats.org/drawingml/2006/main">
            <a:off x="285750" y="14287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2100" b="1">
                <a:solidFill>
                  <a:srgbClr val="142632"/>
                </a:solidFill>
                <a:latin typeface="Arial"/>
                <a:ea typeface="Arial"/>
                <a:cs typeface="Arial"/>
              </a:defRPr>
            </a:pPr>
            <a:r>
              <a:rPr sz="2100" b="1">
                <a:solidFill>
                  <a:srgbClr val="142632"/>
                </a:solidFill>
                <a:latin typeface="Arial"/>
                <a:ea typeface="Arial"/>
                <a:cs typeface="Arial"/>
              </a:rPr>
              <a:t>(a) KineTalk overview</a:t>
            </a:r>
          </a:p>
        </p:txBody>
      </p:sp>
      <p:sp>
        <p:nvSpPr>
          <p:cNvPr id="2" name="element_2">
            <a:extLst xmlns:a="http://schemas.openxmlformats.org/drawingml/2006/main">
              <a:ext uri="{FF2B5EF4-FFF2-40B4-BE49-F238E27FC236}">
                <a16:creationId xmlns:a16="http://schemas.microsoft.com/office/drawing/2014/main" id="{F868447F-7C3E-42BE-BC5C-DE16659797FB}"/>
              </a:ext>
            </a:extLst>
          </p:cNvPr>
          <p:cNvSpPr>
            <a:spLocks xmlns:a="http://schemas.openxmlformats.org/drawingml/2006/main" noGrp="1"/>
          </p:cNvSpPr>
          <p:nvPr/>
        </p:nvSpPr>
        <p:spPr>
          <a:xfrm xmlns:a="http://schemas.openxmlformats.org/drawingml/2006/main">
            <a:off x="11667173" y="332423"/>
            <a:ext cx="1905" cy="1905"/>
          </a:xfrm>
          <a:prstGeom xmlns:a="http://schemas.openxmlformats.org/drawingml/2006/main" prst="rect">
            <a:avLst/>
          </a:prstGeom>
          <a:noFill xmlns:a="http://schemas.openxmlformats.org/drawingml/2006/main"/>
          <a:ln xmlns:a="http://schemas.openxmlformats.org/drawingml/2006/main" w="0">
            <a:noFill/>
          </a:ln>
        </p:spPr>
      </p:sp>
      <p:sp>
        <p:nvSpPr>
          <p:cNvPr id="3" name="element_3">
            <a:extLst xmlns:a="http://schemas.openxmlformats.org/drawingml/2006/main">
              <a:ext uri="{FF2B5EF4-FFF2-40B4-BE49-F238E27FC236}">
                <a16:creationId xmlns:a16="http://schemas.microsoft.com/office/drawing/2014/main" id="{23130650-9926-4188-88C6-319A68A5179E}"/>
              </a:ext>
            </a:extLst>
          </p:cNvPr>
          <p:cNvSpPr>
            <a:spLocks xmlns:a="http://schemas.openxmlformats.org/drawingml/2006/main" noGrp="1"/>
          </p:cNvSpPr>
          <p:nvPr/>
        </p:nvSpPr>
        <p:spPr>
          <a:xfrm xmlns:a="http://schemas.openxmlformats.org/drawingml/2006/main">
            <a:off x="11667173" y="77142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46" name="直接箭头连接符 698"/>
          <p:cNvCxnSpPr>
            <a:stCxn xmlns:a="http://schemas.openxmlformats.org/drawingml/2006/main" id="2" idx="2"/>
            <a:endCxn xmlns:a="http://schemas.openxmlformats.org/drawingml/2006/main" id="3" idx="0"/>
          </p:cNvCxnSpPr>
          <p:nvPr/>
        </p:nvCxnSpPr>
        <p:spPr>
          <a:xfrm xmlns:a="http://schemas.openxmlformats.org/drawingml/2006/main">
            <a:off x="11668126" y="334328"/>
            <a:ext cx="0" cy="7379970"/>
          </a:xfrm>
          <a:prstGeom xmlns:a="http://schemas.openxmlformats.org/drawingml/2006/main" prst="straightConnector1">
            <a:avLst/>
          </a:prstGeom>
          <a:ln xmlns:a="http://schemas.openxmlformats.org/drawingml/2006/main" w="16193">
            <a:solidFill>
              <a:srgbClr val="647079"/>
            </a:solidFill>
            <a:prstDash val="dash"/>
          </a:ln>
        </p:spPr>
      </p:cxnSp>
      <p:sp>
        <p:nvSpPr>
          <p:cNvPr id="5" name="element_4">
            <a:extLst xmlns:a="http://schemas.openxmlformats.org/drawingml/2006/main">
              <a:ext uri="{FF2B5EF4-FFF2-40B4-BE49-F238E27FC236}">
                <a16:creationId xmlns:a16="http://schemas.microsoft.com/office/drawing/2014/main" id="{8740909E-5D1E-4F49-BB4A-711A4BCA431F}"/>
              </a:ext>
            </a:extLst>
          </p:cNvPr>
          <p:cNvSpPr>
            <a:spLocks xmlns:a="http://schemas.openxmlformats.org/drawingml/2006/main" noGrp="1"/>
          </p:cNvSpPr>
          <p:nvPr/>
        </p:nvSpPr>
        <p:spPr>
          <a:xfrm xmlns:a="http://schemas.openxmlformats.org/drawingml/2006/main">
            <a:off x="11906250" y="142875"/>
            <a:ext cx="304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b="1">
                <a:solidFill>
                  <a:srgbClr val="142632"/>
                </a:solidFill>
                <a:latin typeface="Arial"/>
                <a:ea typeface="Arial"/>
                <a:cs typeface="Arial"/>
              </a:defRPr>
            </a:pPr>
            <a:r>
              <a:rPr sz="1950" b="1">
                <a:solidFill>
                  <a:srgbClr val="142632"/>
                </a:solidFill>
                <a:latin typeface="Arial"/>
                <a:ea typeface="Arial"/>
                <a:cs typeface="Arial"/>
              </a:rPr>
              <a:t>(b) Conditional Residual Motion Decoder</a:t>
            </a:r>
            <a:endParaRPr sz="1950" b="1">
              <a:solidFill>
                <a:srgbClr val="142632"/>
              </a:solidFill>
              <a:latin typeface="Arial"/>
              <a:ea typeface="Arial"/>
              <a:cs typeface="Arial"/>
            </a:endParaRPr>
          </a:p>
        </p:txBody>
      </p:sp>
      <p:sp>
        <p:nvSpPr>
          <p:cNvPr id="6" name="element_5">
            <a:extLst xmlns:a="http://schemas.openxmlformats.org/drawingml/2006/main">
              <a:ext uri="{FF2B5EF4-FFF2-40B4-BE49-F238E27FC236}">
                <a16:creationId xmlns:a16="http://schemas.microsoft.com/office/drawing/2014/main" id="{9DEE0D79-6087-468B-80B7-7EF2E64380EB}"/>
              </a:ext>
            </a:extLst>
          </p:cNvPr>
          <p:cNvSpPr>
            <a:spLocks xmlns:a="http://schemas.openxmlformats.org/drawingml/2006/main" noGrp="1"/>
          </p:cNvSpPr>
          <p:nvPr/>
        </p:nvSpPr>
        <p:spPr>
          <a:xfrm xmlns:a="http://schemas.openxmlformats.org/drawingml/2006/main">
            <a:off x="2038350" y="657225"/>
            <a:ext cx="5495925" cy="1162050"/>
          </a:xfrm>
          <a:prstGeom xmlns:a="http://schemas.openxmlformats.org/drawingml/2006/main" prst="roundRect">
            <a:avLst>
              <a:gd name="adj" fmla="val 16393"/>
            </a:avLst>
          </a:prstGeom>
          <a:solidFill xmlns:a="http://schemas.openxmlformats.org/drawingml/2006/main">
            <a:srgbClr val="F1F8FC"/>
          </a:solidFill>
          <a:ln xmlns:a="http://schemas.openxmlformats.org/drawingml/2006/main" w="10478">
            <a:solidFill>
              <a:srgbClr val="A8CADD"/>
            </a:solidFill>
          </a:ln>
        </p:spPr>
      </p:sp>
      <p:sp>
        <p:nvSpPr>
          <p:cNvPr id="7" name="element_6">
            <a:extLst xmlns:a="http://schemas.openxmlformats.org/drawingml/2006/main">
              <a:ext uri="{FF2B5EF4-FFF2-40B4-BE49-F238E27FC236}">
                <a16:creationId xmlns:a16="http://schemas.microsoft.com/office/drawing/2014/main" id="{A937F6D8-CC3E-4E6F-8484-88590452FF8D}"/>
              </a:ext>
            </a:extLst>
          </p:cNvPr>
          <p:cNvSpPr>
            <a:spLocks xmlns:a="http://schemas.openxmlformats.org/drawingml/2006/main" noGrp="1"/>
          </p:cNvSpPr>
          <p:nvPr/>
        </p:nvSpPr>
        <p:spPr>
          <a:xfrm xmlns:a="http://schemas.openxmlformats.org/drawingml/2006/main">
            <a:off x="285750" y="923925"/>
            <a:ext cx="1343025" cy="742950"/>
          </a:xfrm>
          <a:prstGeom xmlns:a="http://schemas.openxmlformats.org/drawingml/2006/main" prst="roundRect">
            <a:avLst>
              <a:gd name="adj" fmla="val 3846"/>
            </a:avLst>
          </a:prstGeom>
          <a:solidFill xmlns:a="http://schemas.openxmlformats.org/drawingml/2006/main">
            <a:srgbClr val="FCFCFC"/>
          </a:solidFill>
          <a:ln xmlns:a="http://schemas.openxmlformats.org/drawingml/2006/main" w="10478">
            <a:solidFill>
              <a:srgbClr val="A7ADB3"/>
            </a:solidFill>
            <a:prstDash val="dash"/>
          </a:ln>
        </p:spPr>
      </p:sp>
      <p:sp>
        <p:nvSpPr>
          <p:cNvPr id="8" name="element_7">
            <a:extLst xmlns:a="http://schemas.openxmlformats.org/drawingml/2006/main">
              <a:ext uri="{FF2B5EF4-FFF2-40B4-BE49-F238E27FC236}">
                <a16:creationId xmlns:a16="http://schemas.microsoft.com/office/drawing/2014/main" id="{08A7026B-9A2D-4A86-A15A-1314AC728A2D}"/>
              </a:ext>
            </a:extLst>
          </p:cNvPr>
          <p:cNvSpPr>
            <a:spLocks xmlns:a="http://schemas.openxmlformats.org/drawingml/2006/main" noGrp="1"/>
          </p:cNvSpPr>
          <p:nvPr/>
        </p:nvSpPr>
        <p:spPr>
          <a:xfrm xmlns:a="http://schemas.openxmlformats.org/drawingml/2006/main">
            <a:off x="314325" y="952500"/>
            <a:ext cx="1285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Target speech</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a:t>
            </a:r>
          </a:p>
        </p:txBody>
      </p:sp>
      <p:sp>
        <p:nvSpPr>
          <p:cNvPr id="9" name="encoder_8">
            <a:extLst xmlns:a="http://schemas.openxmlformats.org/drawingml/2006/main">
              <a:ext uri="{FF2B5EF4-FFF2-40B4-BE49-F238E27FC236}">
                <a16:creationId xmlns:a16="http://schemas.microsoft.com/office/drawing/2014/main" id="{E462632A-2F49-46E9-9778-570B9FF6C642}"/>
              </a:ext>
            </a:extLst>
          </p:cNvPr>
          <p:cNvSpPr>
            <a:spLocks xmlns:a="http://schemas.openxmlformats.org/drawingml/2006/main" noGrp="1"/>
          </p:cNvSpPr>
          <p:nvPr/>
        </p:nvSpPr>
        <p:spPr>
          <a:xfrm xmlns:a="http://schemas.openxmlformats.org/drawingml/2006/main">
            <a:off x="2247900" y="857250"/>
            <a:ext cx="1066800" cy="609600"/>
          </a:xfrm>
          <a:custGeom xmlns:a="http://schemas.openxmlformats.org/drawingml/2006/main">
            <a:rect l="0" t="0" r="0" b="0"/>
            <a:pathLst>
              <a:path w="1066800" h="609600">
                <a:moveTo>
                  <a:pt x="0" y="0"/>
                </a:moveTo>
                <a:lnTo>
                  <a:pt x="1066800" y="97536"/>
                </a:lnTo>
                <a:lnTo>
                  <a:pt x="1066800" y="512064"/>
                </a:lnTo>
                <a:lnTo>
                  <a:pt x="0" y="609600"/>
                </a:lnTo>
                <a:close/>
              </a:path>
            </a:pathLst>
          </a:custGeom>
          <a:solidFill xmlns:a="http://schemas.openxmlformats.org/drawingml/2006/main">
            <a:srgbClr val="D5ECFA"/>
          </a:solidFill>
          <a:ln xmlns:a="http://schemas.openxmlformats.org/drawingml/2006/main" w="11430">
            <a:solidFill>
              <a:srgbClr val="328FC1"/>
            </a:solidFill>
          </a:ln>
        </p:spPr>
      </p:sp>
      <p:sp>
        <p:nvSpPr>
          <p:cNvPr id="10" name="element_9">
            <a:extLst xmlns:a="http://schemas.openxmlformats.org/drawingml/2006/main">
              <a:ext uri="{FF2B5EF4-FFF2-40B4-BE49-F238E27FC236}">
                <a16:creationId xmlns:a16="http://schemas.microsoft.com/office/drawing/2014/main" id="{10E3C3CD-D59F-4D88-AAD4-AECD874CFB64}"/>
              </a:ext>
            </a:extLst>
          </p:cNvPr>
          <p:cNvSpPr>
            <a:spLocks xmlns:a="http://schemas.openxmlformats.org/drawingml/2006/main" noGrp="1"/>
          </p:cNvSpPr>
          <p:nvPr/>
        </p:nvSpPr>
        <p:spPr>
          <a:xfrm xmlns:a="http://schemas.openxmlformats.org/drawingml/2006/main">
            <a:off x="2314575" y="952500"/>
            <a:ext cx="923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Speech</a:t>
            </a:r>
          </a:p>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E</a:t>
            </a:r>
            <a:r>
              <a:rPr sz="1400" b="0">
                <a:solidFill>
                  <a:srgbClr val="142632"/>
                </a:solidFill>
                <a:latin typeface="Arial"/>
                <a:ea typeface="Arial"/>
                <a:cs typeface="Arial"/>
              </a:rPr>
              <a:t>ncoder</a:t>
            </a:r>
          </a:p>
        </p:txBody>
      </p:sp>
      <p:sp>
        <p:nvSpPr>
          <p:cNvPr id="11" name="element_10">
            <a:extLst xmlns:a="http://schemas.openxmlformats.org/drawingml/2006/main">
              <a:ext uri="{FF2B5EF4-FFF2-40B4-BE49-F238E27FC236}">
                <a16:creationId xmlns:a16="http://schemas.microsoft.com/office/drawing/2014/main" id="{C529C491-1B63-40DB-97AD-4A39DE6AEF5F}"/>
              </a:ext>
            </a:extLst>
          </p:cNvPr>
          <p:cNvSpPr>
            <a:spLocks xmlns:a="http://schemas.openxmlformats.org/drawingml/2006/main" noGrp="1"/>
          </p:cNvSpPr>
          <p:nvPr/>
        </p:nvSpPr>
        <p:spPr>
          <a:xfrm xmlns:a="http://schemas.openxmlformats.org/drawingml/2006/main">
            <a:off x="3705225" y="876300"/>
            <a:ext cx="1571625" cy="581025"/>
          </a:xfrm>
          <a:prstGeom xmlns:a="http://schemas.openxmlformats.org/drawingml/2006/main" prst="roundRect">
            <a:avLst>
              <a:gd name="adj" fmla="val 9836"/>
            </a:avLst>
          </a:prstGeom>
          <a:solidFill xmlns:a="http://schemas.openxmlformats.org/drawingml/2006/main">
            <a:srgbClr val="D5ECFA"/>
          </a:solidFill>
          <a:ln xmlns:a="http://schemas.openxmlformats.org/drawingml/2006/main" w="10478">
            <a:solidFill>
              <a:srgbClr val="328FC1"/>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B₀ mapping</a:t>
            </a:r>
          </a:p>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(frozen)</a:t>
            </a:r>
          </a:p>
        </p:txBody>
      </p:sp>
      <p:sp>
        <p:nvSpPr>
          <p:cNvPr id="12" name="element_11">
            <a:extLst xmlns:a="http://schemas.openxmlformats.org/drawingml/2006/main">
              <a:ext uri="{FF2B5EF4-FFF2-40B4-BE49-F238E27FC236}">
                <a16:creationId xmlns:a16="http://schemas.microsoft.com/office/drawing/2014/main" id="{5173CA20-3998-41E1-A933-26ABC0985AA5}"/>
              </a:ext>
            </a:extLst>
          </p:cNvPr>
          <p:cNvSpPr>
            <a:spLocks xmlns:a="http://schemas.openxmlformats.org/drawingml/2006/main" noGrp="1"/>
          </p:cNvSpPr>
          <p:nvPr/>
        </p:nvSpPr>
        <p:spPr>
          <a:xfrm xmlns:a="http://schemas.openxmlformats.org/drawingml/2006/main">
            <a:off x="1627823" y="1284923"/>
            <a:ext cx="1905" cy="1905"/>
          </a:xfrm>
          <a:prstGeom xmlns:a="http://schemas.openxmlformats.org/drawingml/2006/main" prst="rect">
            <a:avLst/>
          </a:prstGeom>
          <a:noFill xmlns:a="http://schemas.openxmlformats.org/drawingml/2006/main"/>
          <a:ln xmlns:a="http://schemas.openxmlformats.org/drawingml/2006/main" w="0">
            <a:noFill/>
          </a:ln>
        </p:spPr>
      </p:sp>
      <p:sp>
        <p:nvSpPr>
          <p:cNvPr id="13" name="element_12">
            <a:extLst xmlns:a="http://schemas.openxmlformats.org/drawingml/2006/main">
              <a:ext uri="{FF2B5EF4-FFF2-40B4-BE49-F238E27FC236}">
                <a16:creationId xmlns:a16="http://schemas.microsoft.com/office/drawing/2014/main" id="{0E099F4A-5BF0-47CE-B57C-14FBD8B8E9D7}"/>
              </a:ext>
            </a:extLst>
          </p:cNvPr>
          <p:cNvSpPr>
            <a:spLocks xmlns:a="http://schemas.openxmlformats.org/drawingml/2006/main" noGrp="1"/>
          </p:cNvSpPr>
          <p:nvPr/>
        </p:nvSpPr>
        <p:spPr>
          <a:xfrm xmlns:a="http://schemas.openxmlformats.org/drawingml/2006/main">
            <a:off x="2246948" y="12849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56" name="直接箭头连接符 708"/>
          <p:cNvCxnSpPr>
            <a:stCxn xmlns:a="http://schemas.openxmlformats.org/drawingml/2006/main" id="12" idx="3"/>
            <a:endCxn xmlns:a="http://schemas.openxmlformats.org/drawingml/2006/main" id="13" idx="1"/>
          </p:cNvCxnSpPr>
          <p:nvPr/>
        </p:nvCxnSpPr>
        <p:spPr>
          <a:xfrm xmlns:a="http://schemas.openxmlformats.org/drawingml/2006/main">
            <a:off x="1629728" y="1285876"/>
            <a:ext cx="6172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5" name="element_13">
            <a:extLst xmlns:a="http://schemas.openxmlformats.org/drawingml/2006/main">
              <a:ext uri="{FF2B5EF4-FFF2-40B4-BE49-F238E27FC236}">
                <a16:creationId xmlns:a16="http://schemas.microsoft.com/office/drawing/2014/main" id="{1A56ED3B-1721-4563-B739-969936565CDA}"/>
              </a:ext>
            </a:extLst>
          </p:cNvPr>
          <p:cNvSpPr>
            <a:spLocks xmlns:a="http://schemas.openxmlformats.org/drawingml/2006/main" noGrp="1"/>
          </p:cNvSpPr>
          <p:nvPr/>
        </p:nvSpPr>
        <p:spPr>
          <a:xfrm xmlns:a="http://schemas.openxmlformats.org/drawingml/2006/main">
            <a:off x="3313748" y="1151573"/>
            <a:ext cx="1905" cy="1905"/>
          </a:xfrm>
          <a:prstGeom xmlns:a="http://schemas.openxmlformats.org/drawingml/2006/main" prst="rect">
            <a:avLst/>
          </a:prstGeom>
          <a:noFill xmlns:a="http://schemas.openxmlformats.org/drawingml/2006/main"/>
          <a:ln xmlns:a="http://schemas.openxmlformats.org/drawingml/2006/main" w="0">
            <a:noFill/>
          </a:ln>
        </p:spPr>
      </p:sp>
      <p:sp>
        <p:nvSpPr>
          <p:cNvPr id="16" name="element_14">
            <a:extLst xmlns:a="http://schemas.openxmlformats.org/drawingml/2006/main">
              <a:ext uri="{FF2B5EF4-FFF2-40B4-BE49-F238E27FC236}">
                <a16:creationId xmlns:a16="http://schemas.microsoft.com/office/drawing/2014/main" id="{A1A44A7B-4166-4571-B8A0-046796A1656B}"/>
              </a:ext>
            </a:extLst>
          </p:cNvPr>
          <p:cNvSpPr>
            <a:spLocks xmlns:a="http://schemas.openxmlformats.org/drawingml/2006/main" noGrp="1"/>
          </p:cNvSpPr>
          <p:nvPr/>
        </p:nvSpPr>
        <p:spPr>
          <a:xfrm xmlns:a="http://schemas.openxmlformats.org/drawingml/2006/main">
            <a:off x="3704273" y="1151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59" name="直接箭头连接符 711"/>
          <p:cNvCxnSpPr>
            <a:stCxn xmlns:a="http://schemas.openxmlformats.org/drawingml/2006/main" id="15" idx="3"/>
            <a:endCxn xmlns:a="http://schemas.openxmlformats.org/drawingml/2006/main" id="16" idx="1"/>
          </p:cNvCxnSpPr>
          <p:nvPr/>
        </p:nvCxnSpPr>
        <p:spPr>
          <a:xfrm xmlns:a="http://schemas.openxmlformats.org/drawingml/2006/main">
            <a:off x="3315653" y="1152526"/>
            <a:ext cx="3886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8" name="encoder_15">
            <a:extLst xmlns:a="http://schemas.openxmlformats.org/drawingml/2006/main">
              <a:ext uri="{FF2B5EF4-FFF2-40B4-BE49-F238E27FC236}">
                <a16:creationId xmlns:a16="http://schemas.microsoft.com/office/drawing/2014/main" id="{4D866F43-DC17-4F68-8075-63A77957CE84}"/>
              </a:ext>
            </a:extLst>
          </p:cNvPr>
          <p:cNvSpPr>
            <a:spLocks xmlns:a="http://schemas.openxmlformats.org/drawingml/2006/main" noGrp="1"/>
          </p:cNvSpPr>
          <p:nvPr/>
        </p:nvSpPr>
        <p:spPr>
          <a:xfrm xmlns:a="http://schemas.openxmlformats.org/drawingml/2006/main">
            <a:off x="5800725" y="809625"/>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D5ECFA"/>
          </a:solidFill>
          <a:ln xmlns:a="http://schemas.openxmlformats.org/drawingml/2006/main" w="11430">
            <a:solidFill>
              <a:srgbClr val="328FC1"/>
            </a:solidFill>
          </a:ln>
        </p:spPr>
      </p:sp>
      <p:sp>
        <p:nvSpPr>
          <p:cNvPr id="19" name="encoder_16">
            <a:extLst xmlns:a="http://schemas.openxmlformats.org/drawingml/2006/main">
              <a:ext uri="{FF2B5EF4-FFF2-40B4-BE49-F238E27FC236}">
                <a16:creationId xmlns:a16="http://schemas.microsoft.com/office/drawing/2014/main" id="{0113B70E-986A-4F98-B6E7-0C66454F8C7C}"/>
              </a:ext>
            </a:extLst>
          </p:cNvPr>
          <p:cNvSpPr>
            <a:spLocks xmlns:a="http://schemas.openxmlformats.org/drawingml/2006/main" noGrp="1"/>
          </p:cNvSpPr>
          <p:nvPr/>
        </p:nvSpPr>
        <p:spPr>
          <a:xfrm xmlns:a="http://schemas.openxmlformats.org/drawingml/2006/main">
            <a:off x="6086475" y="809625"/>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D5ECFA"/>
          </a:solidFill>
          <a:ln xmlns:a="http://schemas.openxmlformats.org/drawingml/2006/main" w="11430">
            <a:solidFill>
              <a:srgbClr val="328FC1"/>
            </a:solidFill>
          </a:ln>
        </p:spPr>
      </p:sp>
      <p:sp>
        <p:nvSpPr>
          <p:cNvPr id="20" name="element_17">
            <a:extLst xmlns:a="http://schemas.openxmlformats.org/drawingml/2006/main">
              <a:ext uri="{FF2B5EF4-FFF2-40B4-BE49-F238E27FC236}">
                <a16:creationId xmlns:a16="http://schemas.microsoft.com/office/drawing/2014/main" id="{DA3D42EA-982B-478E-8AC5-8057EC3F40F4}"/>
              </a:ext>
            </a:extLst>
          </p:cNvPr>
          <p:cNvSpPr>
            <a:spLocks xmlns:a="http://schemas.openxmlformats.org/drawingml/2006/main" noGrp="1"/>
          </p:cNvSpPr>
          <p:nvPr/>
        </p:nvSpPr>
        <p:spPr>
          <a:xfrm xmlns:a="http://schemas.openxmlformats.org/drawingml/2006/main">
            <a:off x="5800725" y="895350"/>
            <a:ext cx="285750" cy="476250"/>
          </a:xfrm>
          <a:prstGeom xmlns:a="http://schemas.openxmlformats.org/drawingml/2006/main" prst="rect">
            <a:avLst/>
          </a:prstGeom>
          <a:solidFill xmlns:a="http://schemas.openxmlformats.org/drawingml/2006/main">
            <a:srgbClr val="D5ECFA"/>
          </a:solidFill>
          <a:ln xmlns:a="http://schemas.openxmlformats.org/drawingml/2006/main" w="10478">
            <a:solidFill>
              <a:srgbClr val="328FC1"/>
            </a:solidFill>
          </a:ln>
        </p:spPr>
      </p:sp>
      <p:sp>
        <p:nvSpPr>
          <p:cNvPr id="21" name="element_18">
            <a:extLst xmlns:a="http://schemas.openxmlformats.org/drawingml/2006/main">
              <a:ext uri="{FF2B5EF4-FFF2-40B4-BE49-F238E27FC236}">
                <a16:creationId xmlns:a16="http://schemas.microsoft.com/office/drawing/2014/main" id="{150C50EB-4E4A-4FE8-ADC6-1840F209936F}"/>
              </a:ext>
            </a:extLst>
          </p:cNvPr>
          <p:cNvSpPr>
            <a:spLocks xmlns:a="http://schemas.openxmlformats.org/drawingml/2006/main" noGrp="1"/>
          </p:cNvSpPr>
          <p:nvPr/>
        </p:nvSpPr>
        <p:spPr>
          <a:xfrm xmlns:a="http://schemas.openxmlformats.org/drawingml/2006/main">
            <a:off x="5895023" y="894398"/>
            <a:ext cx="1905" cy="1905"/>
          </a:xfrm>
          <a:prstGeom xmlns:a="http://schemas.openxmlformats.org/drawingml/2006/main" prst="rect">
            <a:avLst/>
          </a:prstGeom>
          <a:noFill xmlns:a="http://schemas.openxmlformats.org/drawingml/2006/main"/>
          <a:ln xmlns:a="http://schemas.openxmlformats.org/drawingml/2006/main" w="0">
            <a:noFill/>
          </a:ln>
        </p:spPr>
      </p:sp>
      <p:sp>
        <p:nvSpPr>
          <p:cNvPr id="22" name="element_19">
            <a:extLst xmlns:a="http://schemas.openxmlformats.org/drawingml/2006/main">
              <a:ext uri="{FF2B5EF4-FFF2-40B4-BE49-F238E27FC236}">
                <a16:creationId xmlns:a16="http://schemas.microsoft.com/office/drawing/2014/main" id="{2BF8614A-1484-4E8B-AE97-D301176A7B49}"/>
              </a:ext>
            </a:extLst>
          </p:cNvPr>
          <p:cNvSpPr>
            <a:spLocks xmlns:a="http://schemas.openxmlformats.org/drawingml/2006/main" noGrp="1"/>
          </p:cNvSpPr>
          <p:nvPr/>
        </p:nvSpPr>
        <p:spPr>
          <a:xfrm xmlns:a="http://schemas.openxmlformats.org/drawingml/2006/main">
            <a:off x="5895023" y="1370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65" name="直接箭头连接符 717"/>
          <p:cNvCxnSpPr>
            <a:stCxn xmlns:a="http://schemas.openxmlformats.org/drawingml/2006/main" id="21" idx="2"/>
            <a:endCxn xmlns:a="http://schemas.openxmlformats.org/drawingml/2006/main" id="22" idx="0"/>
          </p:cNvCxnSpPr>
          <p:nvPr/>
        </p:nvCxnSpPr>
        <p:spPr>
          <a:xfrm xmlns:a="http://schemas.openxmlformats.org/drawingml/2006/main">
            <a:off x="5895976" y="896303"/>
            <a:ext cx="0" cy="474345"/>
          </a:xfrm>
          <a:prstGeom xmlns:a="http://schemas.openxmlformats.org/drawingml/2006/main" prst="straightConnector1">
            <a:avLst/>
          </a:prstGeom>
          <a:ln xmlns:a="http://schemas.openxmlformats.org/drawingml/2006/main" w="16193">
            <a:solidFill>
              <a:srgbClr val="328FC1"/>
            </a:solidFill>
            <a:prstDash val="solid"/>
          </a:ln>
        </p:spPr>
      </p:cxnSp>
      <p:sp>
        <p:nvSpPr>
          <p:cNvPr id="24" name="element_20">
            <a:extLst xmlns:a="http://schemas.openxmlformats.org/drawingml/2006/main">
              <a:ext uri="{FF2B5EF4-FFF2-40B4-BE49-F238E27FC236}">
                <a16:creationId xmlns:a16="http://schemas.microsoft.com/office/drawing/2014/main" id="{E03D61E1-227F-47B2-9E28-2670A21641FA}"/>
              </a:ext>
            </a:extLst>
          </p:cNvPr>
          <p:cNvSpPr>
            <a:spLocks xmlns:a="http://schemas.openxmlformats.org/drawingml/2006/main" noGrp="1"/>
          </p:cNvSpPr>
          <p:nvPr/>
        </p:nvSpPr>
        <p:spPr>
          <a:xfrm xmlns:a="http://schemas.openxmlformats.org/drawingml/2006/main">
            <a:off x="5990273" y="894398"/>
            <a:ext cx="1905" cy="1905"/>
          </a:xfrm>
          <a:prstGeom xmlns:a="http://schemas.openxmlformats.org/drawingml/2006/main" prst="rect">
            <a:avLst/>
          </a:prstGeom>
          <a:noFill xmlns:a="http://schemas.openxmlformats.org/drawingml/2006/main"/>
          <a:ln xmlns:a="http://schemas.openxmlformats.org/drawingml/2006/main" w="0">
            <a:noFill/>
          </a:ln>
        </p:spPr>
      </p:sp>
      <p:sp>
        <p:nvSpPr>
          <p:cNvPr id="25" name="element_21">
            <a:extLst xmlns:a="http://schemas.openxmlformats.org/drawingml/2006/main">
              <a:ext uri="{FF2B5EF4-FFF2-40B4-BE49-F238E27FC236}">
                <a16:creationId xmlns:a16="http://schemas.microsoft.com/office/drawing/2014/main" id="{F5632E4C-CC47-41AC-9F17-EA61CD444F5D}"/>
              </a:ext>
            </a:extLst>
          </p:cNvPr>
          <p:cNvSpPr>
            <a:spLocks xmlns:a="http://schemas.openxmlformats.org/drawingml/2006/main" noGrp="1"/>
          </p:cNvSpPr>
          <p:nvPr/>
        </p:nvSpPr>
        <p:spPr>
          <a:xfrm xmlns:a="http://schemas.openxmlformats.org/drawingml/2006/main">
            <a:off x="5990273" y="1370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68" name="直接箭头连接符 720"/>
          <p:cNvCxnSpPr>
            <a:stCxn xmlns:a="http://schemas.openxmlformats.org/drawingml/2006/main" id="24" idx="2"/>
            <a:endCxn xmlns:a="http://schemas.openxmlformats.org/drawingml/2006/main" id="25" idx="0"/>
          </p:cNvCxnSpPr>
          <p:nvPr/>
        </p:nvCxnSpPr>
        <p:spPr>
          <a:xfrm xmlns:a="http://schemas.openxmlformats.org/drawingml/2006/main">
            <a:off x="5991226" y="896303"/>
            <a:ext cx="0" cy="474345"/>
          </a:xfrm>
          <a:prstGeom xmlns:a="http://schemas.openxmlformats.org/drawingml/2006/main" prst="straightConnector1">
            <a:avLst/>
          </a:prstGeom>
          <a:ln xmlns:a="http://schemas.openxmlformats.org/drawingml/2006/main" w="16193">
            <a:solidFill>
              <a:srgbClr val="328FC1"/>
            </a:solidFill>
            <a:prstDash val="solid"/>
          </a:ln>
        </p:spPr>
      </p:cxnSp>
      <p:sp>
        <p:nvSpPr>
          <p:cNvPr id="27" name="element_22">
            <a:extLst xmlns:a="http://schemas.openxmlformats.org/drawingml/2006/main">
              <a:ext uri="{FF2B5EF4-FFF2-40B4-BE49-F238E27FC236}">
                <a16:creationId xmlns:a16="http://schemas.microsoft.com/office/drawing/2014/main" id="{5878EFFF-1936-458A-8B72-4ABCD03AA036}"/>
              </a:ext>
            </a:extLst>
          </p:cNvPr>
          <p:cNvSpPr>
            <a:spLocks xmlns:a="http://schemas.openxmlformats.org/drawingml/2006/main" noGrp="1"/>
          </p:cNvSpPr>
          <p:nvPr/>
        </p:nvSpPr>
        <p:spPr>
          <a:xfrm xmlns:a="http://schemas.openxmlformats.org/drawingml/2006/main">
            <a:off x="5799773" y="989648"/>
            <a:ext cx="1905" cy="1905"/>
          </a:xfrm>
          <a:prstGeom xmlns:a="http://schemas.openxmlformats.org/drawingml/2006/main" prst="rect">
            <a:avLst/>
          </a:prstGeom>
          <a:noFill xmlns:a="http://schemas.openxmlformats.org/drawingml/2006/main"/>
          <a:ln xmlns:a="http://schemas.openxmlformats.org/drawingml/2006/main" w="0">
            <a:noFill/>
          </a:ln>
        </p:spPr>
      </p:sp>
      <p:sp>
        <p:nvSpPr>
          <p:cNvPr id="28" name="element_23">
            <a:extLst xmlns:a="http://schemas.openxmlformats.org/drawingml/2006/main">
              <a:ext uri="{FF2B5EF4-FFF2-40B4-BE49-F238E27FC236}">
                <a16:creationId xmlns:a16="http://schemas.microsoft.com/office/drawing/2014/main" id="{125264DB-DB02-49FE-B1E8-17854F6B3302}"/>
              </a:ext>
            </a:extLst>
          </p:cNvPr>
          <p:cNvSpPr>
            <a:spLocks xmlns:a="http://schemas.openxmlformats.org/drawingml/2006/main" noGrp="1"/>
          </p:cNvSpPr>
          <p:nvPr/>
        </p:nvSpPr>
        <p:spPr>
          <a:xfrm xmlns:a="http://schemas.openxmlformats.org/drawingml/2006/main">
            <a:off x="6085523" y="989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71" name="直接箭头连接符 723"/>
          <p:cNvCxnSpPr>
            <a:stCxn xmlns:a="http://schemas.openxmlformats.org/drawingml/2006/main" id="27" idx="3"/>
            <a:endCxn xmlns:a="http://schemas.openxmlformats.org/drawingml/2006/main" id="28" idx="1"/>
          </p:cNvCxnSpPr>
          <p:nvPr/>
        </p:nvCxnSpPr>
        <p:spPr>
          <a:xfrm xmlns:a="http://schemas.openxmlformats.org/drawingml/2006/main">
            <a:off x="5801678" y="99060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0" name="element_24">
            <a:extLst xmlns:a="http://schemas.openxmlformats.org/drawingml/2006/main">
              <a:ext uri="{FF2B5EF4-FFF2-40B4-BE49-F238E27FC236}">
                <a16:creationId xmlns:a16="http://schemas.microsoft.com/office/drawing/2014/main" id="{3DB2E13F-2EC8-40C5-9F76-55F63FB9A5A8}"/>
              </a:ext>
            </a:extLst>
          </p:cNvPr>
          <p:cNvSpPr>
            <a:spLocks xmlns:a="http://schemas.openxmlformats.org/drawingml/2006/main" noGrp="1"/>
          </p:cNvSpPr>
          <p:nvPr/>
        </p:nvSpPr>
        <p:spPr>
          <a:xfrm xmlns:a="http://schemas.openxmlformats.org/drawingml/2006/main">
            <a:off x="5799773" y="1084898"/>
            <a:ext cx="1905" cy="1905"/>
          </a:xfrm>
          <a:prstGeom xmlns:a="http://schemas.openxmlformats.org/drawingml/2006/main" prst="rect">
            <a:avLst/>
          </a:prstGeom>
          <a:noFill xmlns:a="http://schemas.openxmlformats.org/drawingml/2006/main"/>
          <a:ln xmlns:a="http://schemas.openxmlformats.org/drawingml/2006/main" w="0">
            <a:noFill/>
          </a:ln>
        </p:spPr>
      </p:sp>
      <p:sp>
        <p:nvSpPr>
          <p:cNvPr id="31" name="element_25">
            <a:extLst xmlns:a="http://schemas.openxmlformats.org/drawingml/2006/main">
              <a:ext uri="{FF2B5EF4-FFF2-40B4-BE49-F238E27FC236}">
                <a16:creationId xmlns:a16="http://schemas.microsoft.com/office/drawing/2014/main" id="{11FDF40A-E30B-49CE-B360-AAFF1118EF3A}"/>
              </a:ext>
            </a:extLst>
          </p:cNvPr>
          <p:cNvSpPr>
            <a:spLocks xmlns:a="http://schemas.openxmlformats.org/drawingml/2006/main" noGrp="1"/>
          </p:cNvSpPr>
          <p:nvPr/>
        </p:nvSpPr>
        <p:spPr>
          <a:xfrm xmlns:a="http://schemas.openxmlformats.org/drawingml/2006/main">
            <a:off x="6085523" y="10848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74" name="直接箭头连接符 726"/>
          <p:cNvCxnSpPr>
            <a:stCxn xmlns:a="http://schemas.openxmlformats.org/drawingml/2006/main" id="30" idx="3"/>
            <a:endCxn xmlns:a="http://schemas.openxmlformats.org/drawingml/2006/main" id="31" idx="1"/>
          </p:cNvCxnSpPr>
          <p:nvPr/>
        </p:nvCxnSpPr>
        <p:spPr>
          <a:xfrm xmlns:a="http://schemas.openxmlformats.org/drawingml/2006/main">
            <a:off x="5801678" y="108585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3" name="element_26">
            <a:extLst xmlns:a="http://schemas.openxmlformats.org/drawingml/2006/main">
              <a:ext uri="{FF2B5EF4-FFF2-40B4-BE49-F238E27FC236}">
                <a16:creationId xmlns:a16="http://schemas.microsoft.com/office/drawing/2014/main" id="{E574530B-2607-4941-8327-D2CF2723B830}"/>
              </a:ext>
            </a:extLst>
          </p:cNvPr>
          <p:cNvSpPr>
            <a:spLocks xmlns:a="http://schemas.openxmlformats.org/drawingml/2006/main" noGrp="1"/>
          </p:cNvSpPr>
          <p:nvPr/>
        </p:nvSpPr>
        <p:spPr>
          <a:xfrm xmlns:a="http://schemas.openxmlformats.org/drawingml/2006/main">
            <a:off x="5799773" y="1180148"/>
            <a:ext cx="1905" cy="1905"/>
          </a:xfrm>
          <a:prstGeom xmlns:a="http://schemas.openxmlformats.org/drawingml/2006/main" prst="rect">
            <a:avLst/>
          </a:prstGeom>
          <a:noFill xmlns:a="http://schemas.openxmlformats.org/drawingml/2006/main"/>
          <a:ln xmlns:a="http://schemas.openxmlformats.org/drawingml/2006/main" w="0">
            <a:noFill/>
          </a:ln>
        </p:spPr>
      </p:sp>
      <p:sp>
        <p:nvSpPr>
          <p:cNvPr id="34" name="element_27">
            <a:extLst xmlns:a="http://schemas.openxmlformats.org/drawingml/2006/main">
              <a:ext uri="{FF2B5EF4-FFF2-40B4-BE49-F238E27FC236}">
                <a16:creationId xmlns:a16="http://schemas.microsoft.com/office/drawing/2014/main" id="{6448CB2D-BE1D-4881-8103-DFF79DFDDA8B}"/>
              </a:ext>
            </a:extLst>
          </p:cNvPr>
          <p:cNvSpPr>
            <a:spLocks xmlns:a="http://schemas.openxmlformats.org/drawingml/2006/main" noGrp="1"/>
          </p:cNvSpPr>
          <p:nvPr/>
        </p:nvSpPr>
        <p:spPr>
          <a:xfrm xmlns:a="http://schemas.openxmlformats.org/drawingml/2006/main">
            <a:off x="6085523" y="1180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77" name="直接箭头连接符 729"/>
          <p:cNvCxnSpPr>
            <a:stCxn xmlns:a="http://schemas.openxmlformats.org/drawingml/2006/main" id="33" idx="3"/>
            <a:endCxn xmlns:a="http://schemas.openxmlformats.org/drawingml/2006/main" id="34" idx="1"/>
          </p:cNvCxnSpPr>
          <p:nvPr/>
        </p:nvCxnSpPr>
        <p:spPr>
          <a:xfrm xmlns:a="http://schemas.openxmlformats.org/drawingml/2006/main">
            <a:off x="5801678" y="118110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6" name="element_28">
            <a:extLst xmlns:a="http://schemas.openxmlformats.org/drawingml/2006/main">
              <a:ext uri="{FF2B5EF4-FFF2-40B4-BE49-F238E27FC236}">
                <a16:creationId xmlns:a16="http://schemas.microsoft.com/office/drawing/2014/main" id="{2E939D4C-6044-4DBA-AB19-A476430DD1A7}"/>
              </a:ext>
            </a:extLst>
          </p:cNvPr>
          <p:cNvSpPr>
            <a:spLocks xmlns:a="http://schemas.openxmlformats.org/drawingml/2006/main" noGrp="1"/>
          </p:cNvSpPr>
          <p:nvPr/>
        </p:nvSpPr>
        <p:spPr>
          <a:xfrm xmlns:a="http://schemas.openxmlformats.org/drawingml/2006/main">
            <a:off x="5799773" y="1275398"/>
            <a:ext cx="1905" cy="1905"/>
          </a:xfrm>
          <a:prstGeom xmlns:a="http://schemas.openxmlformats.org/drawingml/2006/main" prst="rect">
            <a:avLst/>
          </a:prstGeom>
          <a:noFill xmlns:a="http://schemas.openxmlformats.org/drawingml/2006/main"/>
          <a:ln xmlns:a="http://schemas.openxmlformats.org/drawingml/2006/main" w="0">
            <a:noFill/>
          </a:ln>
        </p:spPr>
      </p:sp>
      <p:sp>
        <p:nvSpPr>
          <p:cNvPr id="37" name="element_29">
            <a:extLst xmlns:a="http://schemas.openxmlformats.org/drawingml/2006/main">
              <a:ext uri="{FF2B5EF4-FFF2-40B4-BE49-F238E27FC236}">
                <a16:creationId xmlns:a16="http://schemas.microsoft.com/office/drawing/2014/main" id="{30A71C95-DEF9-495B-AC74-329C37A3D94B}"/>
              </a:ext>
            </a:extLst>
          </p:cNvPr>
          <p:cNvSpPr>
            <a:spLocks xmlns:a="http://schemas.openxmlformats.org/drawingml/2006/main" noGrp="1"/>
          </p:cNvSpPr>
          <p:nvPr/>
        </p:nvSpPr>
        <p:spPr>
          <a:xfrm xmlns:a="http://schemas.openxmlformats.org/drawingml/2006/main">
            <a:off x="6085523" y="12753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80" name="直接箭头连接符 732"/>
          <p:cNvCxnSpPr>
            <a:stCxn xmlns:a="http://schemas.openxmlformats.org/drawingml/2006/main" id="36" idx="3"/>
            <a:endCxn xmlns:a="http://schemas.openxmlformats.org/drawingml/2006/main" id="37" idx="1"/>
          </p:cNvCxnSpPr>
          <p:nvPr/>
        </p:nvCxnSpPr>
        <p:spPr>
          <a:xfrm xmlns:a="http://schemas.openxmlformats.org/drawingml/2006/main">
            <a:off x="5801678" y="1276351"/>
            <a:ext cx="283845" cy="0"/>
          </a:xfrm>
          <a:prstGeom xmlns:a="http://schemas.openxmlformats.org/drawingml/2006/main" prst="straightConnector1">
            <a:avLst/>
          </a:prstGeom>
          <a:ln xmlns:a="http://schemas.openxmlformats.org/drawingml/2006/main" w="16193">
            <a:solidFill>
              <a:srgbClr val="328FC1"/>
            </a:solidFill>
            <a:prstDash val="solid"/>
          </a:ln>
        </p:spPr>
      </p:cxnSp>
      <p:sp>
        <p:nvSpPr>
          <p:cNvPr id="39" name="element_30">
            <a:extLst xmlns:a="http://schemas.openxmlformats.org/drawingml/2006/main">
              <a:ext uri="{FF2B5EF4-FFF2-40B4-BE49-F238E27FC236}">
                <a16:creationId xmlns:a16="http://schemas.microsoft.com/office/drawing/2014/main" id="{214D3C7A-7743-4A14-B5C4-5B6D206691EF}"/>
              </a:ext>
            </a:extLst>
          </p:cNvPr>
          <p:cNvSpPr>
            <a:spLocks xmlns:a="http://schemas.openxmlformats.org/drawingml/2006/main" noGrp="1"/>
          </p:cNvSpPr>
          <p:nvPr/>
        </p:nvSpPr>
        <p:spPr>
          <a:xfrm xmlns:a="http://schemas.openxmlformats.org/drawingml/2006/main">
            <a:off x="5275898" y="1151573"/>
            <a:ext cx="1905" cy="1905"/>
          </a:xfrm>
          <a:prstGeom xmlns:a="http://schemas.openxmlformats.org/drawingml/2006/main" prst="rect">
            <a:avLst/>
          </a:prstGeom>
          <a:noFill xmlns:a="http://schemas.openxmlformats.org/drawingml/2006/main"/>
          <a:ln xmlns:a="http://schemas.openxmlformats.org/drawingml/2006/main" w="0">
            <a:noFill/>
          </a:ln>
        </p:spPr>
      </p:sp>
      <p:sp>
        <p:nvSpPr>
          <p:cNvPr id="40" name="element_31">
            <a:extLst xmlns:a="http://schemas.openxmlformats.org/drawingml/2006/main">
              <a:ext uri="{FF2B5EF4-FFF2-40B4-BE49-F238E27FC236}">
                <a16:creationId xmlns:a16="http://schemas.microsoft.com/office/drawing/2014/main" id="{62A80E0C-CA6C-4EB5-BFD3-05F61F290697}"/>
              </a:ext>
            </a:extLst>
          </p:cNvPr>
          <p:cNvSpPr>
            <a:spLocks xmlns:a="http://schemas.openxmlformats.org/drawingml/2006/main" noGrp="1"/>
          </p:cNvSpPr>
          <p:nvPr/>
        </p:nvSpPr>
        <p:spPr>
          <a:xfrm xmlns:a="http://schemas.openxmlformats.org/drawingml/2006/main">
            <a:off x="5799773" y="1151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83" name="直接箭头连接符 735"/>
          <p:cNvCxnSpPr>
            <a:stCxn xmlns:a="http://schemas.openxmlformats.org/drawingml/2006/main" id="39" idx="3"/>
            <a:endCxn xmlns:a="http://schemas.openxmlformats.org/drawingml/2006/main" id="40" idx="1"/>
          </p:cNvCxnSpPr>
          <p:nvPr/>
        </p:nvCxnSpPr>
        <p:spPr>
          <a:xfrm xmlns:a="http://schemas.openxmlformats.org/drawingml/2006/main">
            <a:off x="5277803" y="1152526"/>
            <a:ext cx="52197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42" name="element_32">
            <a:extLst xmlns:a="http://schemas.openxmlformats.org/drawingml/2006/main">
              <a:ext uri="{FF2B5EF4-FFF2-40B4-BE49-F238E27FC236}">
                <a16:creationId xmlns:a16="http://schemas.microsoft.com/office/drawing/2014/main" id="{4E90CD09-40C3-41C5-8E55-DAC7996ACDD8}"/>
              </a:ext>
            </a:extLst>
          </p:cNvPr>
          <p:cNvSpPr>
            <a:spLocks xmlns:a="http://schemas.openxmlformats.org/drawingml/2006/main" noGrp="1"/>
          </p:cNvSpPr>
          <p:nvPr/>
        </p:nvSpPr>
        <p:spPr>
          <a:xfrm xmlns:a="http://schemas.openxmlformats.org/drawingml/2006/main">
            <a:off x="6238875" y="115189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0">
                <a:solidFill>
                  <a:srgbClr val="142632"/>
                </a:solidFill>
                <a:latin typeface="Times New Roman"/>
                <a:ea typeface="Times New Roman"/>
                <a:cs typeface="Times New Roman"/>
              </a:defRPr>
            </a:pPr>
            <a:r>
              <a:rPr sz="1800" b="0">
                <a:solidFill>
                  <a:srgbClr val="142632"/>
                </a:solidFill>
                <a:latin typeface="Times New Roman"/>
                <a:ea typeface="Times New Roman"/>
                <a:cs typeface="Times New Roman"/>
              </a:rPr>
              <a:t>h₀</a:t>
            </a:r>
          </a:p>
        </p:txBody>
      </p:sp>
      <p:sp>
        <p:nvSpPr>
          <p:cNvPr id="43" name="element_33">
            <a:extLst xmlns:a="http://schemas.openxmlformats.org/drawingml/2006/main">
              <a:ext uri="{FF2B5EF4-FFF2-40B4-BE49-F238E27FC236}">
                <a16:creationId xmlns:a16="http://schemas.microsoft.com/office/drawing/2014/main" id="{A8BFFA5A-C726-4DD5-962F-6B352BC3ACCD}"/>
              </a:ext>
            </a:extLst>
          </p:cNvPr>
          <p:cNvSpPr>
            <a:spLocks xmlns:a="http://schemas.openxmlformats.org/drawingml/2006/main" noGrp="1"/>
          </p:cNvSpPr>
          <p:nvPr/>
        </p:nvSpPr>
        <p:spPr>
          <a:xfrm xmlns:a="http://schemas.openxmlformats.org/drawingml/2006/main">
            <a:off x="2133600" y="1533525"/>
            <a:ext cx="5200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Articulation</a:t>
            </a:r>
            <a:endParaRPr sz="1575" b="1">
              <a:solidFill>
                <a:srgbClr val="142632"/>
              </a:solidFill>
              <a:latin typeface="Arial"/>
              <a:ea typeface="Arial"/>
              <a:cs typeface="Arial"/>
            </a:endParaRPr>
          </a:p>
        </p:txBody>
      </p:sp>
      <p:sp>
        <p:nvSpPr>
          <p:cNvPr id="44" name="element_34">
            <a:extLst xmlns:a="http://schemas.openxmlformats.org/drawingml/2006/main">
              <a:ext uri="{FF2B5EF4-FFF2-40B4-BE49-F238E27FC236}">
                <a16:creationId xmlns:a16="http://schemas.microsoft.com/office/drawing/2014/main" id="{70BB7588-42B8-47F0-AE09-9BF8B8D976F1}"/>
              </a:ext>
            </a:extLst>
          </p:cNvPr>
          <p:cNvSpPr>
            <a:spLocks xmlns:a="http://schemas.openxmlformats.org/drawingml/2006/main" noGrp="1"/>
          </p:cNvSpPr>
          <p:nvPr/>
        </p:nvSpPr>
        <p:spPr>
          <a:xfrm xmlns:a="http://schemas.openxmlformats.org/drawingml/2006/main">
            <a:off x="4475798" y="87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45" name="element_35">
            <a:extLst xmlns:a="http://schemas.openxmlformats.org/drawingml/2006/main">
              <a:ext uri="{FF2B5EF4-FFF2-40B4-BE49-F238E27FC236}">
                <a16:creationId xmlns:a16="http://schemas.microsoft.com/office/drawing/2014/main" id="{36E62083-3AA8-459A-9C4B-B1A022DA7579}"/>
              </a:ext>
            </a:extLst>
          </p:cNvPr>
          <p:cNvSpPr>
            <a:spLocks xmlns:a="http://schemas.openxmlformats.org/drawingml/2006/main" noGrp="1"/>
          </p:cNvSpPr>
          <p:nvPr/>
        </p:nvSpPr>
        <p:spPr>
          <a:xfrm xmlns:a="http://schemas.openxmlformats.org/drawingml/2006/main">
            <a:off x="4475798" y="589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88" name="直接箭头连接符 740"/>
          <p:cNvCxnSpPr>
            <a:stCxn xmlns:a="http://schemas.openxmlformats.org/drawingml/2006/main" id="44" idx="0"/>
            <a:endCxn xmlns:a="http://schemas.openxmlformats.org/drawingml/2006/main" id="45" idx="2"/>
          </p:cNvCxnSpPr>
          <p:nvPr/>
        </p:nvCxnSpPr>
        <p:spPr>
          <a:xfrm xmlns:a="http://schemas.openxmlformats.org/drawingml/2006/main" flipV="1">
            <a:off x="4476751" y="591503"/>
            <a:ext cx="0" cy="283845"/>
          </a:xfrm>
          <a:prstGeom xmlns:a="http://schemas.openxmlformats.org/drawingml/2006/main" prst="straightConnector1">
            <a:avLst/>
          </a:prstGeom>
          <a:ln xmlns:a="http://schemas.openxmlformats.org/drawingml/2006/main" w="16193">
            <a:solidFill>
              <a:srgbClr val="328FC1"/>
            </a:solidFill>
            <a:prstDash val="solid"/>
          </a:ln>
        </p:spPr>
      </p:cxnSp>
      <p:sp>
        <p:nvSpPr>
          <p:cNvPr id="47" name="element_36">
            <a:extLst xmlns:a="http://schemas.openxmlformats.org/drawingml/2006/main">
              <a:ext uri="{FF2B5EF4-FFF2-40B4-BE49-F238E27FC236}">
                <a16:creationId xmlns:a16="http://schemas.microsoft.com/office/drawing/2014/main" id="{1E5FBB50-8290-4384-89B1-6969C906701D}"/>
              </a:ext>
            </a:extLst>
          </p:cNvPr>
          <p:cNvSpPr>
            <a:spLocks xmlns:a="http://schemas.openxmlformats.org/drawingml/2006/main" noGrp="1"/>
          </p:cNvSpPr>
          <p:nvPr/>
        </p:nvSpPr>
        <p:spPr>
          <a:xfrm xmlns:a="http://schemas.openxmlformats.org/drawingml/2006/main">
            <a:off x="4475798" y="589598"/>
            <a:ext cx="1905" cy="1905"/>
          </a:xfrm>
          <a:prstGeom xmlns:a="http://schemas.openxmlformats.org/drawingml/2006/main" prst="rect">
            <a:avLst/>
          </a:prstGeom>
          <a:noFill xmlns:a="http://schemas.openxmlformats.org/drawingml/2006/main"/>
          <a:ln xmlns:a="http://schemas.openxmlformats.org/drawingml/2006/main" w="0">
            <a:noFill/>
          </a:ln>
        </p:spPr>
      </p:sp>
      <p:sp>
        <p:nvSpPr>
          <p:cNvPr id="48" name="element_37">
            <a:extLst xmlns:a="http://schemas.openxmlformats.org/drawingml/2006/main">
              <a:ext uri="{FF2B5EF4-FFF2-40B4-BE49-F238E27FC236}">
                <a16:creationId xmlns:a16="http://schemas.microsoft.com/office/drawing/2014/main" id="{B285E99B-8EEF-43FC-932E-7AC397FEB214}"/>
              </a:ext>
            </a:extLst>
          </p:cNvPr>
          <p:cNvSpPr>
            <a:spLocks xmlns:a="http://schemas.openxmlformats.org/drawingml/2006/main" noGrp="1"/>
          </p:cNvSpPr>
          <p:nvPr/>
        </p:nvSpPr>
        <p:spPr>
          <a:xfrm xmlns:a="http://schemas.openxmlformats.org/drawingml/2006/main">
            <a:off x="10762298" y="589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1" name="直接箭头连接符 743"/>
          <p:cNvCxnSpPr>
            <a:stCxn xmlns:a="http://schemas.openxmlformats.org/drawingml/2006/main" id="47" idx="3"/>
            <a:endCxn xmlns:a="http://schemas.openxmlformats.org/drawingml/2006/main" id="48" idx="1"/>
          </p:cNvCxnSpPr>
          <p:nvPr/>
        </p:nvCxnSpPr>
        <p:spPr>
          <a:xfrm xmlns:a="http://schemas.openxmlformats.org/drawingml/2006/main">
            <a:off x="4477703" y="590551"/>
            <a:ext cx="6284595" cy="0"/>
          </a:xfrm>
          <a:prstGeom xmlns:a="http://schemas.openxmlformats.org/drawingml/2006/main" prst="straightConnector1">
            <a:avLst/>
          </a:prstGeom>
          <a:ln xmlns:a="http://schemas.openxmlformats.org/drawingml/2006/main" w="16193">
            <a:solidFill>
              <a:srgbClr val="328FC1"/>
            </a:solidFill>
            <a:prstDash val="solid"/>
          </a:ln>
        </p:spPr>
      </p:cxnSp>
      <p:sp>
        <p:nvSpPr>
          <p:cNvPr id="50" name="element_38">
            <a:extLst xmlns:a="http://schemas.openxmlformats.org/drawingml/2006/main">
              <a:ext uri="{FF2B5EF4-FFF2-40B4-BE49-F238E27FC236}">
                <a16:creationId xmlns:a16="http://schemas.microsoft.com/office/drawing/2014/main" id="{002C12FD-2125-420B-AA49-1AE566F49113}"/>
              </a:ext>
            </a:extLst>
          </p:cNvPr>
          <p:cNvSpPr>
            <a:spLocks xmlns:a="http://schemas.openxmlformats.org/drawingml/2006/main" noGrp="1"/>
          </p:cNvSpPr>
          <p:nvPr/>
        </p:nvSpPr>
        <p:spPr>
          <a:xfrm xmlns:a="http://schemas.openxmlformats.org/drawingml/2006/main">
            <a:off x="10762298" y="589598"/>
            <a:ext cx="1905" cy="1905"/>
          </a:xfrm>
          <a:prstGeom xmlns:a="http://schemas.openxmlformats.org/drawingml/2006/main" prst="rect">
            <a:avLst/>
          </a:prstGeom>
          <a:noFill xmlns:a="http://schemas.openxmlformats.org/drawingml/2006/main"/>
          <a:ln xmlns:a="http://schemas.openxmlformats.org/drawingml/2006/main" w="0">
            <a:noFill/>
          </a:ln>
        </p:spPr>
      </p:sp>
      <p:sp>
        <p:nvSpPr>
          <p:cNvPr id="51" name="element_39">
            <a:extLst xmlns:a="http://schemas.openxmlformats.org/drawingml/2006/main">
              <a:ext uri="{FF2B5EF4-FFF2-40B4-BE49-F238E27FC236}">
                <a16:creationId xmlns:a16="http://schemas.microsoft.com/office/drawing/2014/main" id="{4CAC7AF4-045A-473D-B1DB-5A19A4997534}"/>
              </a:ext>
            </a:extLst>
          </p:cNvPr>
          <p:cNvSpPr>
            <a:spLocks xmlns:a="http://schemas.openxmlformats.org/drawingml/2006/main" noGrp="1"/>
          </p:cNvSpPr>
          <p:nvPr/>
        </p:nvSpPr>
        <p:spPr>
          <a:xfrm xmlns:a="http://schemas.openxmlformats.org/drawingml/2006/main">
            <a:off x="10762298"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4" name="直接箭头连接符 746"/>
          <p:cNvCxnSpPr>
            <a:stCxn xmlns:a="http://schemas.openxmlformats.org/drawingml/2006/main" id="50" idx="2"/>
            <a:endCxn xmlns:a="http://schemas.openxmlformats.org/drawingml/2006/main" id="51" idx="0"/>
          </p:cNvCxnSpPr>
          <p:nvPr/>
        </p:nvCxnSpPr>
        <p:spPr>
          <a:xfrm xmlns:a="http://schemas.openxmlformats.org/drawingml/2006/main">
            <a:off x="10763251" y="591503"/>
            <a:ext cx="0" cy="4703445"/>
          </a:xfrm>
          <a:prstGeom xmlns:a="http://schemas.openxmlformats.org/drawingml/2006/main" prst="straightConnector1">
            <a:avLst/>
          </a:prstGeom>
          <a:ln xmlns:a="http://schemas.openxmlformats.org/drawingml/2006/main" w="16193">
            <a:solidFill>
              <a:srgbClr val="328FC1"/>
            </a:solidFill>
            <a:prstDash val="solid"/>
          </a:ln>
        </p:spPr>
      </p:cxnSp>
      <p:sp>
        <p:nvSpPr>
          <p:cNvPr id="53" name="element_40">
            <a:extLst xmlns:a="http://schemas.openxmlformats.org/drawingml/2006/main">
              <a:ext uri="{FF2B5EF4-FFF2-40B4-BE49-F238E27FC236}">
                <a16:creationId xmlns:a16="http://schemas.microsoft.com/office/drawing/2014/main" id="{35602779-DD3A-470D-89DB-CB5D6A5D0F2E}"/>
              </a:ext>
            </a:extLst>
          </p:cNvPr>
          <p:cNvSpPr>
            <a:spLocks xmlns:a="http://schemas.openxmlformats.org/drawingml/2006/main" noGrp="1"/>
          </p:cNvSpPr>
          <p:nvPr/>
        </p:nvSpPr>
        <p:spPr>
          <a:xfrm xmlns:a="http://schemas.openxmlformats.org/drawingml/2006/main">
            <a:off x="10762298" y="5294948"/>
            <a:ext cx="1905" cy="1905"/>
          </a:xfrm>
          <a:prstGeom xmlns:a="http://schemas.openxmlformats.org/drawingml/2006/main" prst="rect">
            <a:avLst/>
          </a:prstGeom>
          <a:noFill xmlns:a="http://schemas.openxmlformats.org/drawingml/2006/main"/>
          <a:ln xmlns:a="http://schemas.openxmlformats.org/drawingml/2006/main" w="0">
            <a:noFill/>
          </a:ln>
        </p:spPr>
      </p:sp>
      <p:sp>
        <p:nvSpPr>
          <p:cNvPr id="54" name="element_41">
            <a:extLst xmlns:a="http://schemas.openxmlformats.org/drawingml/2006/main">
              <a:ext uri="{FF2B5EF4-FFF2-40B4-BE49-F238E27FC236}">
                <a16:creationId xmlns:a16="http://schemas.microsoft.com/office/drawing/2014/main" id="{1C8CEFDA-1CBC-4B01-A63D-EFEDD945A32B}"/>
              </a:ext>
            </a:extLst>
          </p:cNvPr>
          <p:cNvSpPr>
            <a:spLocks xmlns:a="http://schemas.openxmlformats.org/drawingml/2006/main" noGrp="1"/>
          </p:cNvSpPr>
          <p:nvPr/>
        </p:nvSpPr>
        <p:spPr>
          <a:xfrm xmlns:a="http://schemas.openxmlformats.org/drawingml/2006/main">
            <a:off x="10543223"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097" name="直接箭头连接符 749"/>
          <p:cNvCxnSpPr>
            <a:stCxn xmlns:a="http://schemas.openxmlformats.org/drawingml/2006/main" id="53" idx="1"/>
            <a:endCxn xmlns:a="http://schemas.openxmlformats.org/drawingml/2006/main" id="54" idx="3"/>
          </p:cNvCxnSpPr>
          <p:nvPr/>
        </p:nvCxnSpPr>
        <p:spPr>
          <a:xfrm xmlns:a="http://schemas.openxmlformats.org/drawingml/2006/main" flipH="1">
            <a:off x="10545128" y="5295901"/>
            <a:ext cx="217170" cy="0"/>
          </a:xfrm>
          <a:prstGeom xmlns:a="http://schemas.openxmlformats.org/drawingml/2006/main" prst="straightConnector1">
            <a:avLst/>
          </a:prstGeom>
          <a:ln xmlns:a="http://schemas.openxmlformats.org/drawingml/2006/main" w="16193">
            <a:solidFill>
              <a:srgbClr val="328FC1"/>
            </a:solidFill>
            <a:prstDash val="solid"/>
            <a:tailEnd type="triangle" w="sm" len="sm"/>
          </a:ln>
        </p:spPr>
      </p:cxnSp>
      <p:sp>
        <p:nvSpPr>
          <p:cNvPr id="56" name="element_42">
            <a:extLst xmlns:a="http://schemas.openxmlformats.org/drawingml/2006/main">
              <a:ext uri="{FF2B5EF4-FFF2-40B4-BE49-F238E27FC236}">
                <a16:creationId xmlns:a16="http://schemas.microsoft.com/office/drawing/2014/main" id="{A09BE3D5-774C-43EF-AE0B-E904ED0D5B59}"/>
              </a:ext>
            </a:extLst>
          </p:cNvPr>
          <p:cNvSpPr>
            <a:spLocks xmlns:a="http://schemas.openxmlformats.org/drawingml/2006/main" noGrp="1"/>
          </p:cNvSpPr>
          <p:nvPr/>
        </p:nvSpPr>
        <p:spPr>
          <a:xfrm xmlns:a="http://schemas.openxmlformats.org/drawingml/2006/main">
            <a:off x="7715250" y="325755"/>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328FC1"/>
                </a:solidFill>
                <a:latin typeface="Times New Roman"/>
                <a:ea typeface="Times New Roman"/>
                <a:cs typeface="Times New Roman"/>
              </a:defRPr>
            </a:pPr>
            <a:r>
              <a:rPr sz="1725" b="0">
                <a:solidFill>
                  <a:srgbClr val="328FC1"/>
                </a:solidFill>
                <a:latin typeface="Times New Roman"/>
                <a:ea typeface="Times New Roman"/>
                <a:cs typeface="Times New Roman"/>
              </a:rPr>
              <a:t>B₀(C)</a:t>
            </a:r>
          </a:p>
        </p:txBody>
      </p:sp>
      <p:sp>
        <p:nvSpPr>
          <p:cNvPr id="57" name="element_43">
            <a:extLst xmlns:a="http://schemas.openxmlformats.org/drawingml/2006/main">
              <a:ext uri="{FF2B5EF4-FFF2-40B4-BE49-F238E27FC236}">
                <a16:creationId xmlns:a16="http://schemas.microsoft.com/office/drawing/2014/main" id="{2D4EA63A-F8BC-4430-BF77-DF0F1A789FB1}"/>
              </a:ext>
            </a:extLst>
          </p:cNvPr>
          <p:cNvSpPr>
            <a:spLocks xmlns:a="http://schemas.openxmlformats.org/drawingml/2006/main" noGrp="1"/>
          </p:cNvSpPr>
          <p:nvPr/>
        </p:nvSpPr>
        <p:spPr>
          <a:xfrm xmlns:a="http://schemas.openxmlformats.org/drawingml/2006/main">
            <a:off x="2038350" y="2133600"/>
            <a:ext cx="5495925" cy="1743075"/>
          </a:xfrm>
          <a:prstGeom xmlns:a="http://schemas.openxmlformats.org/drawingml/2006/main" prst="roundRect">
            <a:avLst>
              <a:gd name="adj" fmla="val 10929"/>
            </a:avLst>
          </a:prstGeom>
          <a:solidFill xmlns:a="http://schemas.openxmlformats.org/drawingml/2006/main">
            <a:srgbClr val="FFF8DE"/>
          </a:solidFill>
          <a:ln xmlns:a="http://schemas.openxmlformats.org/drawingml/2006/main" w="10478">
            <a:solidFill>
              <a:srgbClr val="D8C996"/>
            </a:solidFill>
          </a:ln>
        </p:spPr>
      </p:sp>
      <p:sp>
        <p:nvSpPr>
          <p:cNvPr id="58" name="encoder_44">
            <a:extLst xmlns:a="http://schemas.openxmlformats.org/drawingml/2006/main">
              <a:ext uri="{FF2B5EF4-FFF2-40B4-BE49-F238E27FC236}">
                <a16:creationId xmlns:a16="http://schemas.microsoft.com/office/drawing/2014/main" id="{714CF85F-9A9E-49AB-BBBB-7D2C914EC626}"/>
              </a:ext>
            </a:extLst>
          </p:cNvPr>
          <p:cNvSpPr>
            <a:spLocks xmlns:a="http://schemas.openxmlformats.org/drawingml/2006/main" noGrp="1"/>
          </p:cNvSpPr>
          <p:nvPr/>
        </p:nvSpPr>
        <p:spPr>
          <a:xfrm xmlns:a="http://schemas.openxmlformats.org/drawingml/2006/main">
            <a:off x="2247900" y="2524125"/>
            <a:ext cx="1066800" cy="857250"/>
          </a:xfrm>
          <a:custGeom xmlns:a="http://schemas.openxmlformats.org/drawingml/2006/main">
            <a:rect l="0" t="0" r="0" b="0"/>
            <a:pathLst>
              <a:path w="1066800" h="857250">
                <a:moveTo>
                  <a:pt x="0" y="0"/>
                </a:moveTo>
                <a:lnTo>
                  <a:pt x="1066800" y="137160"/>
                </a:lnTo>
                <a:lnTo>
                  <a:pt x="1066800" y="720090"/>
                </a:lnTo>
                <a:lnTo>
                  <a:pt x="0" y="857250"/>
                </a:lnTo>
                <a:close/>
              </a:path>
            </a:pathLst>
          </a:custGeom>
          <a:solidFill xmlns:a="http://schemas.openxmlformats.org/drawingml/2006/main">
            <a:srgbClr val="FFE6B7"/>
          </a:solidFill>
          <a:ln xmlns:a="http://schemas.openxmlformats.org/drawingml/2006/main" w="11430">
            <a:solidFill>
              <a:srgbClr val="D39243"/>
            </a:solidFill>
          </a:ln>
        </p:spPr>
      </p:sp>
      <p:sp>
        <p:nvSpPr>
          <p:cNvPr id="59" name="element_45">
            <a:extLst xmlns:a="http://schemas.openxmlformats.org/drawingml/2006/main">
              <a:ext uri="{FF2B5EF4-FFF2-40B4-BE49-F238E27FC236}">
                <a16:creationId xmlns:a16="http://schemas.microsoft.com/office/drawing/2014/main" id="{F5F66AE3-F13C-45C2-B36A-415BDB729E75}"/>
              </a:ext>
            </a:extLst>
          </p:cNvPr>
          <p:cNvSpPr>
            <a:spLocks xmlns:a="http://schemas.openxmlformats.org/drawingml/2006/main" noGrp="1"/>
          </p:cNvSpPr>
          <p:nvPr/>
        </p:nvSpPr>
        <p:spPr>
          <a:xfrm xmlns:a="http://schemas.openxmlformats.org/drawingml/2006/main">
            <a:off x="2314575" y="2619375"/>
            <a:ext cx="923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Audio</a:t>
            </a:r>
          </a:p>
          <a:p xmlns:a="http://schemas.openxmlformats.org/drawingml/2006/main">
            <a:pPr algn="ctr">
              <a:buNone/>
              <a:defRPr sz="1650" b="0">
                <a:solidFill>
                  <a:srgbClr val="142632"/>
                </a:solidFill>
                <a:latin typeface="Arial"/>
                <a:ea typeface="Arial"/>
                <a:cs typeface="Arial"/>
              </a:defRPr>
            </a:pPr>
            <a:r>
              <a:rPr sz="1400" b="0">
                <a:solidFill>
                  <a:srgbClr val="142632"/>
                </a:solidFill>
                <a:latin typeface="Arial"/>
                <a:ea typeface="Arial"/>
                <a:cs typeface="Arial"/>
              </a:rPr>
              <a:t>Encoder</a:t>
            </a:r>
            <a:endParaRPr sz="1400" b="0">
              <a:solidFill>
                <a:srgbClr val="142632"/>
              </a:solidFill>
              <a:latin typeface="Arial"/>
              <a:ea typeface="Arial"/>
              <a:cs typeface="Arial"/>
            </a:endParaRPr>
          </a:p>
        </p:txBody>
      </p:sp>
      <p:sp>
        <p:nvSpPr>
          <p:cNvPr id="60" name="element_46">
            <a:extLst xmlns:a="http://schemas.openxmlformats.org/drawingml/2006/main">
              <a:ext uri="{FF2B5EF4-FFF2-40B4-BE49-F238E27FC236}">
                <a16:creationId xmlns:a16="http://schemas.microsoft.com/office/drawing/2014/main" id="{C468534C-9451-43C0-ABCE-0A6D33D3C876}"/>
              </a:ext>
            </a:extLst>
          </p:cNvPr>
          <p:cNvSpPr>
            <a:spLocks xmlns:a="http://schemas.openxmlformats.org/drawingml/2006/main" noGrp="1"/>
          </p:cNvSpPr>
          <p:nvPr/>
        </p:nvSpPr>
        <p:spPr>
          <a:xfrm xmlns:a="http://schemas.openxmlformats.org/drawingml/2006/main">
            <a:off x="3705225" y="2457450"/>
            <a:ext cx="1428750" cy="523875"/>
          </a:xfrm>
          <a:prstGeom xmlns:a="http://schemas.openxmlformats.org/drawingml/2006/main" prst="roundRect">
            <a:avLst>
              <a:gd name="adj" fmla="val 10909"/>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400">
                <a:solidFill>
                  <a:srgbClr val="142632"/>
                </a:solidFill>
                <a:latin typeface="Arial"/>
                <a:ea typeface="Arial"/>
                <a:cs typeface="Arial"/>
              </a:rPr>
              <a:t>Global Emotion</a:t>
            </a:r>
            <a:endParaRPr sz="1400">
              <a:solidFill>
                <a:srgbClr val="142632"/>
              </a:solidFill>
              <a:latin typeface="Arial"/>
              <a:ea typeface="Arial"/>
              <a:cs typeface="Arial"/>
            </a:endParaRPr>
          </a:p>
        </p:txBody>
      </p:sp>
      <p:sp>
        <p:nvSpPr>
          <p:cNvPr id="61" name="element_47">
            <a:extLst xmlns:a="http://schemas.openxmlformats.org/drawingml/2006/main">
              <a:ext uri="{FF2B5EF4-FFF2-40B4-BE49-F238E27FC236}">
                <a16:creationId xmlns:a16="http://schemas.microsoft.com/office/drawing/2014/main" id="{5E6F1D05-7C43-4D92-8512-1882A9146F15}"/>
              </a:ext>
            </a:extLst>
          </p:cNvPr>
          <p:cNvSpPr>
            <a:spLocks xmlns:a="http://schemas.openxmlformats.org/drawingml/2006/main" noGrp="1"/>
          </p:cNvSpPr>
          <p:nvPr/>
        </p:nvSpPr>
        <p:spPr>
          <a:xfrm xmlns:a="http://schemas.openxmlformats.org/drawingml/2006/main">
            <a:off x="3705225" y="3209925"/>
            <a:ext cx="1428750" cy="457200"/>
          </a:xfrm>
          <a:prstGeom xmlns:a="http://schemas.openxmlformats.org/drawingml/2006/main" prst="roundRect">
            <a:avLst>
              <a:gd name="adj" fmla="val 12500"/>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400">
                <a:solidFill>
                  <a:srgbClr val="142632"/>
                </a:solidFill>
                <a:latin typeface="Arial"/>
                <a:ea typeface="Arial"/>
                <a:cs typeface="Arial"/>
              </a:rPr>
              <a:t>Temporal Acoustic
Features</a:t>
            </a:r>
            <a:endParaRPr sz="1400">
              <a:solidFill>
                <a:srgbClr val="142632"/>
              </a:solidFill>
              <a:latin typeface="Arial"/>
              <a:ea typeface="Arial"/>
              <a:cs typeface="Arial"/>
            </a:endParaRPr>
          </a:p>
        </p:txBody>
      </p:sp>
      <p:sp>
        <p:nvSpPr>
          <p:cNvPr id="62" name="element_48">
            <a:extLst xmlns:a="http://schemas.openxmlformats.org/drawingml/2006/main">
              <a:ext uri="{FF2B5EF4-FFF2-40B4-BE49-F238E27FC236}">
                <a16:creationId xmlns:a16="http://schemas.microsoft.com/office/drawing/2014/main" id="{EA63BD91-FBB1-49D6-8416-A78F2B19004E}"/>
              </a:ext>
            </a:extLst>
          </p:cNvPr>
          <p:cNvSpPr>
            <a:spLocks xmlns:a="http://schemas.openxmlformats.org/drawingml/2006/main" noGrp="1"/>
          </p:cNvSpPr>
          <p:nvPr/>
        </p:nvSpPr>
        <p:spPr>
          <a:xfrm xmlns:a="http://schemas.openxmlformats.org/drawingml/2006/main">
            <a:off x="1808798" y="1284923"/>
            <a:ext cx="1905" cy="1905"/>
          </a:xfrm>
          <a:prstGeom xmlns:a="http://schemas.openxmlformats.org/drawingml/2006/main" prst="rect">
            <a:avLst/>
          </a:prstGeom>
          <a:noFill xmlns:a="http://schemas.openxmlformats.org/drawingml/2006/main"/>
          <a:ln xmlns:a="http://schemas.openxmlformats.org/drawingml/2006/main" w="0">
            <a:noFill/>
          </a:ln>
        </p:spPr>
      </p:sp>
      <p:sp>
        <p:nvSpPr>
          <p:cNvPr id="63" name="element_49">
            <a:extLst xmlns:a="http://schemas.openxmlformats.org/drawingml/2006/main">
              <a:ext uri="{FF2B5EF4-FFF2-40B4-BE49-F238E27FC236}">
                <a16:creationId xmlns:a16="http://schemas.microsoft.com/office/drawing/2014/main" id="{B3A49CC9-49D8-49C8-BB12-F25CCD767329}"/>
              </a:ext>
            </a:extLst>
          </p:cNvPr>
          <p:cNvSpPr>
            <a:spLocks xmlns:a="http://schemas.openxmlformats.org/drawingml/2006/main" noGrp="1"/>
          </p:cNvSpPr>
          <p:nvPr/>
        </p:nvSpPr>
        <p:spPr>
          <a:xfrm xmlns:a="http://schemas.openxmlformats.org/drawingml/2006/main">
            <a:off x="1808798"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06" name="直接箭头连接符 758"/>
          <p:cNvCxnSpPr>
            <a:stCxn xmlns:a="http://schemas.openxmlformats.org/drawingml/2006/main" id="62" idx="2"/>
            <a:endCxn xmlns:a="http://schemas.openxmlformats.org/drawingml/2006/main" id="63" idx="0"/>
          </p:cNvCxnSpPr>
          <p:nvPr/>
        </p:nvCxnSpPr>
        <p:spPr>
          <a:xfrm xmlns:a="http://schemas.openxmlformats.org/drawingml/2006/main">
            <a:off x="1809751" y="1286828"/>
            <a:ext cx="0" cy="1664970"/>
          </a:xfrm>
          <a:prstGeom xmlns:a="http://schemas.openxmlformats.org/drawingml/2006/main" prst="straightConnector1">
            <a:avLst/>
          </a:prstGeom>
          <a:ln xmlns:a="http://schemas.openxmlformats.org/drawingml/2006/main" w="16193">
            <a:solidFill>
              <a:srgbClr val="29323A"/>
            </a:solidFill>
            <a:prstDash val="solid"/>
          </a:ln>
        </p:spPr>
      </p:cxnSp>
      <p:sp>
        <p:nvSpPr>
          <p:cNvPr id="65" name="element_50">
            <a:extLst xmlns:a="http://schemas.openxmlformats.org/drawingml/2006/main">
              <a:ext uri="{FF2B5EF4-FFF2-40B4-BE49-F238E27FC236}">
                <a16:creationId xmlns:a16="http://schemas.microsoft.com/office/drawing/2014/main" id="{8EEA862F-CC91-467E-988B-0C360C8BD318}"/>
              </a:ext>
            </a:extLst>
          </p:cNvPr>
          <p:cNvSpPr>
            <a:spLocks xmlns:a="http://schemas.openxmlformats.org/drawingml/2006/main" noGrp="1"/>
          </p:cNvSpPr>
          <p:nvPr/>
        </p:nvSpPr>
        <p:spPr>
          <a:xfrm xmlns:a="http://schemas.openxmlformats.org/drawingml/2006/main">
            <a:off x="1808798"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66" name="element_51">
            <a:extLst xmlns:a="http://schemas.openxmlformats.org/drawingml/2006/main">
              <a:ext uri="{FF2B5EF4-FFF2-40B4-BE49-F238E27FC236}">
                <a16:creationId xmlns:a16="http://schemas.microsoft.com/office/drawing/2014/main" id="{F3D8CD5E-83E4-4B89-A3F1-4E86CABCAE10}"/>
              </a:ext>
            </a:extLst>
          </p:cNvPr>
          <p:cNvSpPr>
            <a:spLocks xmlns:a="http://schemas.openxmlformats.org/drawingml/2006/main" noGrp="1"/>
          </p:cNvSpPr>
          <p:nvPr/>
        </p:nvSpPr>
        <p:spPr>
          <a:xfrm xmlns:a="http://schemas.openxmlformats.org/drawingml/2006/main">
            <a:off x="2246948"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09" name="直接箭头连接符 761"/>
          <p:cNvCxnSpPr>
            <a:stCxn xmlns:a="http://schemas.openxmlformats.org/drawingml/2006/main" id="65" idx="3"/>
            <a:endCxn xmlns:a="http://schemas.openxmlformats.org/drawingml/2006/main" id="66" idx="1"/>
          </p:cNvCxnSpPr>
          <p:nvPr/>
        </p:nvCxnSpPr>
        <p:spPr>
          <a:xfrm xmlns:a="http://schemas.openxmlformats.org/drawingml/2006/main">
            <a:off x="1810703" y="2952751"/>
            <a:ext cx="4362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68" name="element_52">
            <a:extLst xmlns:a="http://schemas.openxmlformats.org/drawingml/2006/main">
              <a:ext uri="{FF2B5EF4-FFF2-40B4-BE49-F238E27FC236}">
                <a16:creationId xmlns:a16="http://schemas.microsoft.com/office/drawing/2014/main" id="{36D52373-9633-412A-B248-EA79C0B4C7C3}"/>
              </a:ext>
            </a:extLst>
          </p:cNvPr>
          <p:cNvSpPr>
            <a:spLocks xmlns:a="http://schemas.openxmlformats.org/drawingml/2006/main" noGrp="1"/>
          </p:cNvSpPr>
          <p:nvPr/>
        </p:nvSpPr>
        <p:spPr>
          <a:xfrm xmlns:a="http://schemas.openxmlformats.org/drawingml/2006/main">
            <a:off x="3313748"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69" name="element_53">
            <a:extLst xmlns:a="http://schemas.openxmlformats.org/drawingml/2006/main">
              <a:ext uri="{FF2B5EF4-FFF2-40B4-BE49-F238E27FC236}">
                <a16:creationId xmlns:a16="http://schemas.microsoft.com/office/drawing/2014/main" id="{5AA86F07-9CBE-4674-B0DB-56C815765B7C}"/>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2" name="直接箭头连接符 764"/>
          <p:cNvCxnSpPr>
            <a:stCxn xmlns:a="http://schemas.openxmlformats.org/drawingml/2006/main" id="68" idx="3"/>
            <a:endCxn xmlns:a="http://schemas.openxmlformats.org/drawingml/2006/main" id="69" idx="1"/>
          </p:cNvCxnSpPr>
          <p:nvPr/>
        </p:nvCxnSpPr>
        <p:spPr>
          <a:xfrm xmlns:a="http://schemas.openxmlformats.org/drawingml/2006/main">
            <a:off x="3315653" y="2952751"/>
            <a:ext cx="179070" cy="0"/>
          </a:xfrm>
          <a:prstGeom xmlns:a="http://schemas.openxmlformats.org/drawingml/2006/main" prst="straightConnector1">
            <a:avLst/>
          </a:prstGeom>
          <a:ln xmlns:a="http://schemas.openxmlformats.org/drawingml/2006/main" w="16193">
            <a:solidFill>
              <a:srgbClr val="29323A"/>
            </a:solidFill>
            <a:prstDash val="solid"/>
          </a:ln>
        </p:spPr>
      </p:cxnSp>
      <p:sp>
        <p:nvSpPr>
          <p:cNvPr id="71" name="element_54">
            <a:extLst xmlns:a="http://schemas.openxmlformats.org/drawingml/2006/main">
              <a:ext uri="{FF2B5EF4-FFF2-40B4-BE49-F238E27FC236}">
                <a16:creationId xmlns:a16="http://schemas.microsoft.com/office/drawing/2014/main" id="{9767B8AF-AB7E-4CFF-BA0D-5F74CAA2BF94}"/>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72" name="element_55">
            <a:extLst xmlns:a="http://schemas.openxmlformats.org/drawingml/2006/main">
              <a:ext uri="{FF2B5EF4-FFF2-40B4-BE49-F238E27FC236}">
                <a16:creationId xmlns:a16="http://schemas.microsoft.com/office/drawing/2014/main" id="{FD17C71F-9B2A-4B01-9194-E2BE5AEB30ED}"/>
              </a:ext>
            </a:extLst>
          </p:cNvPr>
          <p:cNvSpPr>
            <a:spLocks xmlns:a="http://schemas.openxmlformats.org/drawingml/2006/main" noGrp="1"/>
          </p:cNvSpPr>
          <p:nvPr/>
        </p:nvSpPr>
        <p:spPr>
          <a:xfrm xmlns:a="http://schemas.openxmlformats.org/drawingml/2006/main">
            <a:off x="349472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5" name="直接箭头连接符 767"/>
          <p:cNvCxnSpPr>
            <a:stCxn xmlns:a="http://schemas.openxmlformats.org/drawingml/2006/main" id="71" idx="0"/>
            <a:endCxn xmlns:a="http://schemas.openxmlformats.org/drawingml/2006/main" id="72" idx="2"/>
          </p:cNvCxnSpPr>
          <p:nvPr/>
        </p:nvCxnSpPr>
        <p:spPr>
          <a:xfrm xmlns:a="http://schemas.openxmlformats.org/drawingml/2006/main" flipV="1">
            <a:off x="3495676" y="2715578"/>
            <a:ext cx="0" cy="236220"/>
          </a:xfrm>
          <a:prstGeom xmlns:a="http://schemas.openxmlformats.org/drawingml/2006/main" prst="straightConnector1">
            <a:avLst/>
          </a:prstGeom>
          <a:ln xmlns:a="http://schemas.openxmlformats.org/drawingml/2006/main" w="16193">
            <a:solidFill>
              <a:srgbClr val="29323A"/>
            </a:solidFill>
            <a:prstDash val="solid"/>
          </a:ln>
        </p:spPr>
      </p:cxnSp>
      <p:sp>
        <p:nvSpPr>
          <p:cNvPr id="74" name="element_56">
            <a:extLst xmlns:a="http://schemas.openxmlformats.org/drawingml/2006/main">
              <a:ext uri="{FF2B5EF4-FFF2-40B4-BE49-F238E27FC236}">
                <a16:creationId xmlns:a16="http://schemas.microsoft.com/office/drawing/2014/main" id="{1C39BFA9-AE91-4200-A1D6-79F455833317}"/>
              </a:ext>
            </a:extLst>
          </p:cNvPr>
          <p:cNvSpPr>
            <a:spLocks xmlns:a="http://schemas.openxmlformats.org/drawingml/2006/main" noGrp="1"/>
          </p:cNvSpPr>
          <p:nvPr/>
        </p:nvSpPr>
        <p:spPr>
          <a:xfrm xmlns:a="http://schemas.openxmlformats.org/drawingml/2006/main">
            <a:off x="349472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75" name="element_57">
            <a:extLst xmlns:a="http://schemas.openxmlformats.org/drawingml/2006/main">
              <a:ext uri="{FF2B5EF4-FFF2-40B4-BE49-F238E27FC236}">
                <a16:creationId xmlns:a16="http://schemas.microsoft.com/office/drawing/2014/main" id="{1F351755-CA19-46D6-8B2D-A1E2517EACA4}"/>
              </a:ext>
            </a:extLst>
          </p:cNvPr>
          <p:cNvSpPr>
            <a:spLocks xmlns:a="http://schemas.openxmlformats.org/drawingml/2006/main" noGrp="1"/>
          </p:cNvSpPr>
          <p:nvPr/>
        </p:nvSpPr>
        <p:spPr>
          <a:xfrm xmlns:a="http://schemas.openxmlformats.org/drawingml/2006/main">
            <a:off x="370427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18" name="直接箭头连接符 770"/>
          <p:cNvCxnSpPr>
            <a:stCxn xmlns:a="http://schemas.openxmlformats.org/drawingml/2006/main" id="74" idx="3"/>
            <a:endCxn xmlns:a="http://schemas.openxmlformats.org/drawingml/2006/main" id="75" idx="1"/>
          </p:cNvCxnSpPr>
          <p:nvPr/>
        </p:nvCxnSpPr>
        <p:spPr>
          <a:xfrm xmlns:a="http://schemas.openxmlformats.org/drawingml/2006/main">
            <a:off x="3496628" y="2714626"/>
            <a:ext cx="2076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77" name="element_58">
            <a:extLst xmlns:a="http://schemas.openxmlformats.org/drawingml/2006/main">
              <a:ext uri="{FF2B5EF4-FFF2-40B4-BE49-F238E27FC236}">
                <a16:creationId xmlns:a16="http://schemas.microsoft.com/office/drawing/2014/main" id="{ACA78D63-C136-43E3-8B43-139D7F4CF14D}"/>
              </a:ext>
            </a:extLst>
          </p:cNvPr>
          <p:cNvSpPr>
            <a:spLocks xmlns:a="http://schemas.openxmlformats.org/drawingml/2006/main" noGrp="1"/>
          </p:cNvSpPr>
          <p:nvPr/>
        </p:nvSpPr>
        <p:spPr>
          <a:xfrm xmlns:a="http://schemas.openxmlformats.org/drawingml/2006/main">
            <a:off x="3494723" y="2951798"/>
            <a:ext cx="1905" cy="1905"/>
          </a:xfrm>
          <a:prstGeom xmlns:a="http://schemas.openxmlformats.org/drawingml/2006/main" prst="rect">
            <a:avLst/>
          </a:prstGeom>
          <a:noFill xmlns:a="http://schemas.openxmlformats.org/drawingml/2006/main"/>
          <a:ln xmlns:a="http://schemas.openxmlformats.org/drawingml/2006/main" w="0">
            <a:noFill/>
          </a:ln>
        </p:spPr>
      </p:sp>
      <p:sp>
        <p:nvSpPr>
          <p:cNvPr id="78" name="element_59">
            <a:extLst xmlns:a="http://schemas.openxmlformats.org/drawingml/2006/main">
              <a:ext uri="{FF2B5EF4-FFF2-40B4-BE49-F238E27FC236}">
                <a16:creationId xmlns:a16="http://schemas.microsoft.com/office/drawing/2014/main" id="{7F28EE35-0D53-44F5-9B9F-9E5C2E356544}"/>
              </a:ext>
            </a:extLst>
          </p:cNvPr>
          <p:cNvSpPr>
            <a:spLocks xmlns:a="http://schemas.openxmlformats.org/drawingml/2006/main" noGrp="1"/>
          </p:cNvSpPr>
          <p:nvPr/>
        </p:nvSpPr>
        <p:spPr>
          <a:xfrm xmlns:a="http://schemas.openxmlformats.org/drawingml/2006/main">
            <a:off x="349472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21" name="直接箭头连接符 773"/>
          <p:cNvCxnSpPr>
            <a:stCxn xmlns:a="http://schemas.openxmlformats.org/drawingml/2006/main" id="77" idx="2"/>
            <a:endCxn xmlns:a="http://schemas.openxmlformats.org/drawingml/2006/main" id="78" idx="0"/>
          </p:cNvCxnSpPr>
          <p:nvPr/>
        </p:nvCxnSpPr>
        <p:spPr>
          <a:xfrm xmlns:a="http://schemas.openxmlformats.org/drawingml/2006/main">
            <a:off x="3495676" y="2953703"/>
            <a:ext cx="0" cy="483870"/>
          </a:xfrm>
          <a:prstGeom xmlns:a="http://schemas.openxmlformats.org/drawingml/2006/main" prst="straightConnector1">
            <a:avLst/>
          </a:prstGeom>
          <a:ln xmlns:a="http://schemas.openxmlformats.org/drawingml/2006/main" w="16193">
            <a:solidFill>
              <a:srgbClr val="29323A"/>
            </a:solidFill>
            <a:prstDash val="solid"/>
          </a:ln>
        </p:spPr>
      </p:cxnSp>
      <p:sp>
        <p:nvSpPr>
          <p:cNvPr id="80" name="element_60">
            <a:extLst xmlns:a="http://schemas.openxmlformats.org/drawingml/2006/main">
              <a:ext uri="{FF2B5EF4-FFF2-40B4-BE49-F238E27FC236}">
                <a16:creationId xmlns:a16="http://schemas.microsoft.com/office/drawing/2014/main" id="{44F19361-28BC-4C72-9806-2FD40F9264A7}"/>
              </a:ext>
            </a:extLst>
          </p:cNvPr>
          <p:cNvSpPr>
            <a:spLocks xmlns:a="http://schemas.openxmlformats.org/drawingml/2006/main" noGrp="1"/>
          </p:cNvSpPr>
          <p:nvPr/>
        </p:nvSpPr>
        <p:spPr>
          <a:xfrm xmlns:a="http://schemas.openxmlformats.org/drawingml/2006/main">
            <a:off x="3494723" y="3437573"/>
            <a:ext cx="1905" cy="1905"/>
          </a:xfrm>
          <a:prstGeom xmlns:a="http://schemas.openxmlformats.org/drawingml/2006/main" prst="rect">
            <a:avLst/>
          </a:prstGeom>
          <a:noFill xmlns:a="http://schemas.openxmlformats.org/drawingml/2006/main"/>
          <a:ln xmlns:a="http://schemas.openxmlformats.org/drawingml/2006/main" w="0">
            <a:noFill/>
          </a:ln>
        </p:spPr>
      </p:sp>
      <p:sp>
        <p:nvSpPr>
          <p:cNvPr id="81" name="element_61">
            <a:extLst xmlns:a="http://schemas.openxmlformats.org/drawingml/2006/main">
              <a:ext uri="{FF2B5EF4-FFF2-40B4-BE49-F238E27FC236}">
                <a16:creationId xmlns:a16="http://schemas.microsoft.com/office/drawing/2014/main" id="{76606F12-17EA-4C62-B46D-875359F7E8F6}"/>
              </a:ext>
            </a:extLst>
          </p:cNvPr>
          <p:cNvSpPr>
            <a:spLocks xmlns:a="http://schemas.openxmlformats.org/drawingml/2006/main" noGrp="1"/>
          </p:cNvSpPr>
          <p:nvPr/>
        </p:nvSpPr>
        <p:spPr>
          <a:xfrm xmlns:a="http://schemas.openxmlformats.org/drawingml/2006/main">
            <a:off x="370427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24" name="直接箭头连接符 776"/>
          <p:cNvCxnSpPr>
            <a:stCxn xmlns:a="http://schemas.openxmlformats.org/drawingml/2006/main" id="80" idx="3"/>
            <a:endCxn xmlns:a="http://schemas.openxmlformats.org/drawingml/2006/main" id="81" idx="1"/>
          </p:cNvCxnSpPr>
          <p:nvPr/>
        </p:nvCxnSpPr>
        <p:spPr>
          <a:xfrm xmlns:a="http://schemas.openxmlformats.org/drawingml/2006/main">
            <a:off x="3496628" y="3438526"/>
            <a:ext cx="2076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83" name="encoder_62">
            <a:extLst xmlns:a="http://schemas.openxmlformats.org/drawingml/2006/main">
              <a:ext uri="{FF2B5EF4-FFF2-40B4-BE49-F238E27FC236}">
                <a16:creationId xmlns:a16="http://schemas.microsoft.com/office/drawing/2014/main" id="{B038D768-DB7F-4E59-AA5F-396D6C7D9BD1}"/>
              </a:ext>
            </a:extLst>
          </p:cNvPr>
          <p:cNvSpPr>
            <a:spLocks xmlns:a="http://schemas.openxmlformats.org/drawingml/2006/main" noGrp="1"/>
          </p:cNvSpPr>
          <p:nvPr/>
        </p:nvSpPr>
        <p:spPr>
          <a:xfrm xmlns:a="http://schemas.openxmlformats.org/drawingml/2006/main">
            <a:off x="5610225" y="2419350"/>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84" name="encoder_63">
            <a:extLst xmlns:a="http://schemas.openxmlformats.org/drawingml/2006/main">
              <a:ext uri="{FF2B5EF4-FFF2-40B4-BE49-F238E27FC236}">
                <a16:creationId xmlns:a16="http://schemas.microsoft.com/office/drawing/2014/main" id="{CED22D02-D761-43EF-AC9A-01D133781D43}"/>
              </a:ext>
            </a:extLst>
          </p:cNvPr>
          <p:cNvSpPr>
            <a:spLocks xmlns:a="http://schemas.openxmlformats.org/drawingml/2006/main" noGrp="1"/>
          </p:cNvSpPr>
          <p:nvPr/>
        </p:nvSpPr>
        <p:spPr>
          <a:xfrm xmlns:a="http://schemas.openxmlformats.org/drawingml/2006/main">
            <a:off x="5924550" y="2419350"/>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85" name="element_64">
            <a:extLst xmlns:a="http://schemas.openxmlformats.org/drawingml/2006/main">
              <a:ext uri="{FF2B5EF4-FFF2-40B4-BE49-F238E27FC236}">
                <a16:creationId xmlns:a16="http://schemas.microsoft.com/office/drawing/2014/main" id="{2E533B8D-1D2A-4166-9301-2C5C0B6459D2}"/>
              </a:ext>
            </a:extLst>
          </p:cNvPr>
          <p:cNvSpPr>
            <a:spLocks xmlns:a="http://schemas.openxmlformats.org/drawingml/2006/main" noGrp="1"/>
          </p:cNvSpPr>
          <p:nvPr/>
        </p:nvSpPr>
        <p:spPr>
          <a:xfrm xmlns:a="http://schemas.openxmlformats.org/drawingml/2006/main">
            <a:off x="5610225" y="2505075"/>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86" name="element_65">
            <a:extLst xmlns:a="http://schemas.openxmlformats.org/drawingml/2006/main">
              <a:ext uri="{FF2B5EF4-FFF2-40B4-BE49-F238E27FC236}">
                <a16:creationId xmlns:a16="http://schemas.microsoft.com/office/drawing/2014/main" id="{7FAADECF-0DF8-4986-A3EF-E0A71B1CD1BB}"/>
              </a:ext>
            </a:extLst>
          </p:cNvPr>
          <p:cNvSpPr>
            <a:spLocks xmlns:a="http://schemas.openxmlformats.org/drawingml/2006/main" noGrp="1"/>
          </p:cNvSpPr>
          <p:nvPr/>
        </p:nvSpPr>
        <p:spPr>
          <a:xfrm xmlns:a="http://schemas.openxmlformats.org/drawingml/2006/main">
            <a:off x="5714048" y="2504123"/>
            <a:ext cx="1905" cy="1905"/>
          </a:xfrm>
          <a:prstGeom xmlns:a="http://schemas.openxmlformats.org/drawingml/2006/main" prst="rect">
            <a:avLst/>
          </a:prstGeom>
          <a:noFill xmlns:a="http://schemas.openxmlformats.org/drawingml/2006/main"/>
          <a:ln xmlns:a="http://schemas.openxmlformats.org/drawingml/2006/main" w="0">
            <a:noFill/>
          </a:ln>
        </p:spPr>
      </p:sp>
      <p:sp>
        <p:nvSpPr>
          <p:cNvPr id="87" name="element_66">
            <a:extLst xmlns:a="http://schemas.openxmlformats.org/drawingml/2006/main">
              <a:ext uri="{FF2B5EF4-FFF2-40B4-BE49-F238E27FC236}">
                <a16:creationId xmlns:a16="http://schemas.microsoft.com/office/drawing/2014/main" id="{3CA12D41-CD21-4B38-995B-B381C7E8A320}"/>
              </a:ext>
            </a:extLst>
          </p:cNvPr>
          <p:cNvSpPr>
            <a:spLocks xmlns:a="http://schemas.openxmlformats.org/drawingml/2006/main" noGrp="1"/>
          </p:cNvSpPr>
          <p:nvPr/>
        </p:nvSpPr>
        <p:spPr>
          <a:xfrm xmlns:a="http://schemas.openxmlformats.org/drawingml/2006/main">
            <a:off x="5714048" y="281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0" name="直接箭头连接符 782"/>
          <p:cNvCxnSpPr>
            <a:stCxn xmlns:a="http://schemas.openxmlformats.org/drawingml/2006/main" id="86" idx="2"/>
            <a:endCxn xmlns:a="http://schemas.openxmlformats.org/drawingml/2006/main" id="87" idx="0"/>
          </p:cNvCxnSpPr>
          <p:nvPr/>
        </p:nvCxnSpPr>
        <p:spPr>
          <a:xfrm xmlns:a="http://schemas.openxmlformats.org/drawingml/2006/main">
            <a:off x="5715001" y="2506028"/>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89" name="element_67">
            <a:extLst xmlns:a="http://schemas.openxmlformats.org/drawingml/2006/main">
              <a:ext uri="{FF2B5EF4-FFF2-40B4-BE49-F238E27FC236}">
                <a16:creationId xmlns:a16="http://schemas.microsoft.com/office/drawing/2014/main" id="{97C531DE-9A7B-4269-A93C-D4B924D00A7F}"/>
              </a:ext>
            </a:extLst>
          </p:cNvPr>
          <p:cNvSpPr>
            <a:spLocks xmlns:a="http://schemas.openxmlformats.org/drawingml/2006/main" noGrp="1"/>
          </p:cNvSpPr>
          <p:nvPr/>
        </p:nvSpPr>
        <p:spPr>
          <a:xfrm xmlns:a="http://schemas.openxmlformats.org/drawingml/2006/main">
            <a:off x="5818823" y="2504123"/>
            <a:ext cx="1905" cy="1905"/>
          </a:xfrm>
          <a:prstGeom xmlns:a="http://schemas.openxmlformats.org/drawingml/2006/main" prst="rect">
            <a:avLst/>
          </a:prstGeom>
          <a:noFill xmlns:a="http://schemas.openxmlformats.org/drawingml/2006/main"/>
          <a:ln xmlns:a="http://schemas.openxmlformats.org/drawingml/2006/main" w="0">
            <a:noFill/>
          </a:ln>
        </p:spPr>
      </p:sp>
      <p:sp>
        <p:nvSpPr>
          <p:cNvPr id="90" name="element_68">
            <a:extLst xmlns:a="http://schemas.openxmlformats.org/drawingml/2006/main">
              <a:ext uri="{FF2B5EF4-FFF2-40B4-BE49-F238E27FC236}">
                <a16:creationId xmlns:a16="http://schemas.microsoft.com/office/drawing/2014/main" id="{DFB221F8-DCB3-47CA-8AA0-307BCA8024D4}"/>
              </a:ext>
            </a:extLst>
          </p:cNvPr>
          <p:cNvSpPr>
            <a:spLocks xmlns:a="http://schemas.openxmlformats.org/drawingml/2006/main" noGrp="1"/>
          </p:cNvSpPr>
          <p:nvPr/>
        </p:nvSpPr>
        <p:spPr>
          <a:xfrm xmlns:a="http://schemas.openxmlformats.org/drawingml/2006/main">
            <a:off x="5818823" y="281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3" name="直接箭头连接符 785"/>
          <p:cNvCxnSpPr>
            <a:stCxn xmlns:a="http://schemas.openxmlformats.org/drawingml/2006/main" id="89" idx="2"/>
            <a:endCxn xmlns:a="http://schemas.openxmlformats.org/drawingml/2006/main" id="90" idx="0"/>
          </p:cNvCxnSpPr>
          <p:nvPr/>
        </p:nvCxnSpPr>
        <p:spPr>
          <a:xfrm xmlns:a="http://schemas.openxmlformats.org/drawingml/2006/main">
            <a:off x="5819776" y="2506028"/>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92" name="element_69">
            <a:extLst xmlns:a="http://schemas.openxmlformats.org/drawingml/2006/main">
              <a:ext uri="{FF2B5EF4-FFF2-40B4-BE49-F238E27FC236}">
                <a16:creationId xmlns:a16="http://schemas.microsoft.com/office/drawing/2014/main" id="{E065A59F-1F0C-40D7-A8EF-13656BD3D57F}"/>
              </a:ext>
            </a:extLst>
          </p:cNvPr>
          <p:cNvSpPr>
            <a:spLocks xmlns:a="http://schemas.openxmlformats.org/drawingml/2006/main" noGrp="1"/>
          </p:cNvSpPr>
          <p:nvPr/>
        </p:nvSpPr>
        <p:spPr>
          <a:xfrm xmlns:a="http://schemas.openxmlformats.org/drawingml/2006/main">
            <a:off x="5609273" y="2608898"/>
            <a:ext cx="1905" cy="1905"/>
          </a:xfrm>
          <a:prstGeom xmlns:a="http://schemas.openxmlformats.org/drawingml/2006/main" prst="rect">
            <a:avLst/>
          </a:prstGeom>
          <a:noFill xmlns:a="http://schemas.openxmlformats.org/drawingml/2006/main"/>
          <a:ln xmlns:a="http://schemas.openxmlformats.org/drawingml/2006/main" w="0">
            <a:noFill/>
          </a:ln>
        </p:spPr>
      </p:sp>
      <p:sp>
        <p:nvSpPr>
          <p:cNvPr id="93" name="element_70">
            <a:extLst xmlns:a="http://schemas.openxmlformats.org/drawingml/2006/main">
              <a:ext uri="{FF2B5EF4-FFF2-40B4-BE49-F238E27FC236}">
                <a16:creationId xmlns:a16="http://schemas.microsoft.com/office/drawing/2014/main" id="{7004037B-4020-4EEA-9C92-80FB0D948371}"/>
              </a:ext>
            </a:extLst>
          </p:cNvPr>
          <p:cNvSpPr>
            <a:spLocks xmlns:a="http://schemas.openxmlformats.org/drawingml/2006/main" noGrp="1"/>
          </p:cNvSpPr>
          <p:nvPr/>
        </p:nvSpPr>
        <p:spPr>
          <a:xfrm xmlns:a="http://schemas.openxmlformats.org/drawingml/2006/main">
            <a:off x="5923598" y="26088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6" name="直接箭头连接符 788"/>
          <p:cNvCxnSpPr>
            <a:stCxn xmlns:a="http://schemas.openxmlformats.org/drawingml/2006/main" id="92" idx="3"/>
            <a:endCxn xmlns:a="http://schemas.openxmlformats.org/drawingml/2006/main" id="93" idx="1"/>
          </p:cNvCxnSpPr>
          <p:nvPr/>
        </p:nvCxnSpPr>
        <p:spPr>
          <a:xfrm xmlns:a="http://schemas.openxmlformats.org/drawingml/2006/main">
            <a:off x="5611178" y="26098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95" name="element_71">
            <a:extLst xmlns:a="http://schemas.openxmlformats.org/drawingml/2006/main">
              <a:ext uri="{FF2B5EF4-FFF2-40B4-BE49-F238E27FC236}">
                <a16:creationId xmlns:a16="http://schemas.microsoft.com/office/drawing/2014/main" id="{2BA31735-539D-49DC-AF59-02D010D4388D}"/>
              </a:ext>
            </a:extLst>
          </p:cNvPr>
          <p:cNvSpPr>
            <a:spLocks xmlns:a="http://schemas.openxmlformats.org/drawingml/2006/main" noGrp="1"/>
          </p:cNvSpPr>
          <p:nvPr/>
        </p:nvSpPr>
        <p:spPr>
          <a:xfrm xmlns:a="http://schemas.openxmlformats.org/drawingml/2006/main">
            <a:off x="560927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96" name="element_72">
            <a:extLst xmlns:a="http://schemas.openxmlformats.org/drawingml/2006/main">
              <a:ext uri="{FF2B5EF4-FFF2-40B4-BE49-F238E27FC236}">
                <a16:creationId xmlns:a16="http://schemas.microsoft.com/office/drawing/2014/main" id="{9DA92D75-711E-44DD-ADB9-5C9A84A36C1B}"/>
              </a:ext>
            </a:extLst>
          </p:cNvPr>
          <p:cNvSpPr>
            <a:spLocks xmlns:a="http://schemas.openxmlformats.org/drawingml/2006/main" noGrp="1"/>
          </p:cNvSpPr>
          <p:nvPr/>
        </p:nvSpPr>
        <p:spPr>
          <a:xfrm xmlns:a="http://schemas.openxmlformats.org/drawingml/2006/main">
            <a:off x="5923598"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39" name="直接箭头连接符 791"/>
          <p:cNvCxnSpPr>
            <a:stCxn xmlns:a="http://schemas.openxmlformats.org/drawingml/2006/main" id="95" idx="3"/>
            <a:endCxn xmlns:a="http://schemas.openxmlformats.org/drawingml/2006/main" id="96" idx="1"/>
          </p:cNvCxnSpPr>
          <p:nvPr/>
        </p:nvCxnSpPr>
        <p:spPr>
          <a:xfrm xmlns:a="http://schemas.openxmlformats.org/drawingml/2006/main">
            <a:off x="5611178" y="271462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98" name="element_73">
            <a:extLst xmlns:a="http://schemas.openxmlformats.org/drawingml/2006/main">
              <a:ext uri="{FF2B5EF4-FFF2-40B4-BE49-F238E27FC236}">
                <a16:creationId xmlns:a16="http://schemas.microsoft.com/office/drawing/2014/main" id="{6643D3F8-F599-4B3B-9AB6-39D96D8FA710}"/>
              </a:ext>
            </a:extLst>
          </p:cNvPr>
          <p:cNvSpPr>
            <a:spLocks xmlns:a="http://schemas.openxmlformats.org/drawingml/2006/main" noGrp="1"/>
          </p:cNvSpPr>
          <p:nvPr/>
        </p:nvSpPr>
        <p:spPr>
          <a:xfrm xmlns:a="http://schemas.openxmlformats.org/drawingml/2006/main">
            <a:off x="5133023" y="2713673"/>
            <a:ext cx="1905" cy="1905"/>
          </a:xfrm>
          <a:prstGeom xmlns:a="http://schemas.openxmlformats.org/drawingml/2006/main" prst="rect">
            <a:avLst/>
          </a:prstGeom>
          <a:noFill xmlns:a="http://schemas.openxmlformats.org/drawingml/2006/main"/>
          <a:ln xmlns:a="http://schemas.openxmlformats.org/drawingml/2006/main" w="0">
            <a:noFill/>
          </a:ln>
        </p:spPr>
      </p:sp>
      <p:sp>
        <p:nvSpPr>
          <p:cNvPr id="99" name="element_74">
            <a:extLst xmlns:a="http://schemas.openxmlformats.org/drawingml/2006/main">
              <a:ext uri="{FF2B5EF4-FFF2-40B4-BE49-F238E27FC236}">
                <a16:creationId xmlns:a16="http://schemas.microsoft.com/office/drawing/2014/main" id="{CA91E2FC-86FB-470F-9C1F-026C4B708EB1}"/>
              </a:ext>
            </a:extLst>
          </p:cNvPr>
          <p:cNvSpPr>
            <a:spLocks xmlns:a="http://schemas.openxmlformats.org/drawingml/2006/main" noGrp="1"/>
          </p:cNvSpPr>
          <p:nvPr/>
        </p:nvSpPr>
        <p:spPr>
          <a:xfrm xmlns:a="http://schemas.openxmlformats.org/drawingml/2006/main">
            <a:off x="5609273" y="27136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42" name="直接箭头连接符 794"/>
          <p:cNvCxnSpPr>
            <a:stCxn xmlns:a="http://schemas.openxmlformats.org/drawingml/2006/main" id="98" idx="3"/>
            <a:endCxn xmlns:a="http://schemas.openxmlformats.org/drawingml/2006/main" id="99" idx="1"/>
          </p:cNvCxnSpPr>
          <p:nvPr/>
        </p:nvCxnSpPr>
        <p:spPr>
          <a:xfrm xmlns:a="http://schemas.openxmlformats.org/drawingml/2006/main">
            <a:off x="5134928" y="2714626"/>
            <a:ext cx="47434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01" name="element_75">
            <a:extLst xmlns:a="http://schemas.openxmlformats.org/drawingml/2006/main">
              <a:ext uri="{FF2B5EF4-FFF2-40B4-BE49-F238E27FC236}">
                <a16:creationId xmlns:a16="http://schemas.microsoft.com/office/drawing/2014/main" id="{E4F8EF4A-47E5-44E3-805C-506D67C4D1A2}"/>
              </a:ext>
            </a:extLst>
          </p:cNvPr>
          <p:cNvSpPr>
            <a:spLocks xmlns:a="http://schemas.openxmlformats.org/drawingml/2006/main" noGrp="1"/>
          </p:cNvSpPr>
          <p:nvPr/>
        </p:nvSpPr>
        <p:spPr>
          <a:xfrm xmlns:a="http://schemas.openxmlformats.org/drawingml/2006/main">
            <a:off x="6076950" y="2619375"/>
            <a:ext cx="1228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b="0">
                <a:solidFill>
                  <a:srgbClr val="142632"/>
                </a:solidFill>
                <a:latin typeface="Times New Roman"/>
                <a:ea typeface="Times New Roman"/>
                <a:cs typeface="Times New Roman"/>
              </a:defRPr>
            </a:pPr>
            <a:r>
              <a:rPr sz="1875" b="0">
                <a:solidFill>
                  <a:srgbClr val="142632"/>
                </a:solidFill>
                <a:latin typeface="Times New Roman"/>
                <a:ea typeface="Times New Roman"/>
                <a:cs typeface="Times New Roman"/>
              </a:rPr>
              <a:t>gₐ [B,64]</a:t>
            </a:r>
          </a:p>
        </p:txBody>
      </p:sp>
      <p:sp>
        <p:nvSpPr>
          <p:cNvPr id="102" name="element_76">
            <a:extLst xmlns:a="http://schemas.openxmlformats.org/drawingml/2006/main">
              <a:ext uri="{FF2B5EF4-FFF2-40B4-BE49-F238E27FC236}">
                <a16:creationId xmlns:a16="http://schemas.microsoft.com/office/drawing/2014/main" id="{CFCD1D64-8C68-4C3C-A489-F338B809C8F6}"/>
              </a:ext>
            </a:extLst>
          </p:cNvPr>
          <p:cNvSpPr>
            <a:spLocks xmlns:a="http://schemas.openxmlformats.org/drawingml/2006/main" noGrp="1"/>
          </p:cNvSpPr>
          <p:nvPr/>
        </p:nvSpPr>
        <p:spPr>
          <a:xfrm xmlns:a="http://schemas.openxmlformats.org/drawingml/2006/main">
            <a:off x="5629275" y="32194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3" name="element_77">
            <a:extLst xmlns:a="http://schemas.openxmlformats.org/drawingml/2006/main">
              <a:ext uri="{FF2B5EF4-FFF2-40B4-BE49-F238E27FC236}">
                <a16:creationId xmlns:a16="http://schemas.microsoft.com/office/drawing/2014/main" id="{CAE81309-8B09-4579-8B5A-E8FB992F3BCD}"/>
              </a:ext>
            </a:extLst>
          </p:cNvPr>
          <p:cNvSpPr>
            <a:spLocks xmlns:a="http://schemas.openxmlformats.org/drawingml/2006/main" noGrp="1"/>
          </p:cNvSpPr>
          <p:nvPr/>
        </p:nvSpPr>
        <p:spPr>
          <a:xfrm xmlns:a="http://schemas.openxmlformats.org/drawingml/2006/main">
            <a:off x="5724525" y="32956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4" name="element_78">
            <a:extLst xmlns:a="http://schemas.openxmlformats.org/drawingml/2006/main">
              <a:ext uri="{FF2B5EF4-FFF2-40B4-BE49-F238E27FC236}">
                <a16:creationId xmlns:a16="http://schemas.microsoft.com/office/drawing/2014/main" id="{1CC28F2B-4C34-477E-9394-E4343C08A72D}"/>
              </a:ext>
            </a:extLst>
          </p:cNvPr>
          <p:cNvSpPr>
            <a:spLocks xmlns:a="http://schemas.openxmlformats.org/drawingml/2006/main" noGrp="1"/>
          </p:cNvSpPr>
          <p:nvPr/>
        </p:nvSpPr>
        <p:spPr>
          <a:xfrm xmlns:a="http://schemas.openxmlformats.org/drawingml/2006/main">
            <a:off x="5819775" y="3371850"/>
            <a:ext cx="152400" cy="371475"/>
          </a:xfrm>
          <a:prstGeom xmlns:a="http://schemas.openxmlformats.org/drawingml/2006/main" prst="rect">
            <a:avLst/>
          </a:prstGeom>
          <a:solidFill xmlns:a="http://schemas.openxmlformats.org/drawingml/2006/main">
            <a:srgbClr val="D0EFED"/>
          </a:solidFill>
          <a:ln xmlns:a="http://schemas.openxmlformats.org/drawingml/2006/main" w="10478">
            <a:solidFill>
              <a:srgbClr val="4C9998"/>
            </a:solidFill>
          </a:ln>
        </p:spPr>
      </p:sp>
      <p:sp>
        <p:nvSpPr>
          <p:cNvPr id="105" name="element_79">
            <a:extLst xmlns:a="http://schemas.openxmlformats.org/drawingml/2006/main">
              <a:ext uri="{FF2B5EF4-FFF2-40B4-BE49-F238E27FC236}">
                <a16:creationId xmlns:a16="http://schemas.microsoft.com/office/drawing/2014/main" id="{2B5E4C9E-B7C8-4316-891B-4D2CF5BBB265}"/>
              </a:ext>
            </a:extLst>
          </p:cNvPr>
          <p:cNvSpPr>
            <a:spLocks xmlns:a="http://schemas.openxmlformats.org/drawingml/2006/main" noGrp="1"/>
          </p:cNvSpPr>
          <p:nvPr/>
        </p:nvSpPr>
        <p:spPr>
          <a:xfrm xmlns:a="http://schemas.openxmlformats.org/drawingml/2006/main">
            <a:off x="5133023" y="3437573"/>
            <a:ext cx="1905" cy="1905"/>
          </a:xfrm>
          <a:prstGeom xmlns:a="http://schemas.openxmlformats.org/drawingml/2006/main" prst="rect">
            <a:avLst/>
          </a:prstGeom>
          <a:noFill xmlns:a="http://schemas.openxmlformats.org/drawingml/2006/main"/>
          <a:ln xmlns:a="http://schemas.openxmlformats.org/drawingml/2006/main" w="0">
            <a:noFill/>
          </a:ln>
        </p:spPr>
      </p:sp>
      <p:sp>
        <p:nvSpPr>
          <p:cNvPr id="106" name="element_80">
            <a:extLst xmlns:a="http://schemas.openxmlformats.org/drawingml/2006/main">
              <a:ext uri="{FF2B5EF4-FFF2-40B4-BE49-F238E27FC236}">
                <a16:creationId xmlns:a16="http://schemas.microsoft.com/office/drawing/2014/main" id="{00C1AD65-05D3-4B6E-8E99-45412CB47FD2}"/>
              </a:ext>
            </a:extLst>
          </p:cNvPr>
          <p:cNvSpPr>
            <a:spLocks xmlns:a="http://schemas.openxmlformats.org/drawingml/2006/main" noGrp="1"/>
          </p:cNvSpPr>
          <p:nvPr/>
        </p:nvSpPr>
        <p:spPr>
          <a:xfrm xmlns:a="http://schemas.openxmlformats.org/drawingml/2006/main">
            <a:off x="5628323" y="343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49" name="直接箭头连接符 801"/>
          <p:cNvCxnSpPr>
            <a:stCxn xmlns:a="http://schemas.openxmlformats.org/drawingml/2006/main" id="105" idx="3"/>
            <a:endCxn xmlns:a="http://schemas.openxmlformats.org/drawingml/2006/main" id="106" idx="1"/>
          </p:cNvCxnSpPr>
          <p:nvPr/>
        </p:nvCxnSpPr>
        <p:spPr>
          <a:xfrm xmlns:a="http://schemas.openxmlformats.org/drawingml/2006/main">
            <a:off x="5134928" y="3438526"/>
            <a:ext cx="4933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08" name="element_81">
            <a:extLst xmlns:a="http://schemas.openxmlformats.org/drawingml/2006/main">
              <a:ext uri="{FF2B5EF4-FFF2-40B4-BE49-F238E27FC236}">
                <a16:creationId xmlns:a16="http://schemas.microsoft.com/office/drawing/2014/main" id="{CA1542A4-732E-42AD-9B4E-110E488CE4E6}"/>
              </a:ext>
            </a:extLst>
          </p:cNvPr>
          <p:cNvSpPr>
            <a:spLocks xmlns:a="http://schemas.openxmlformats.org/drawingml/2006/main" noGrp="1"/>
          </p:cNvSpPr>
          <p:nvPr/>
        </p:nvSpPr>
        <p:spPr>
          <a:xfrm xmlns:a="http://schemas.openxmlformats.org/drawingml/2006/main">
            <a:off x="6115050" y="3448050"/>
            <a:ext cx="1095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75" b="0">
                <a:solidFill>
                  <a:srgbClr val="142632"/>
                </a:solidFill>
                <a:latin typeface="Times New Roman"/>
                <a:ea typeface="Times New Roman"/>
                <a:cs typeface="Times New Roman"/>
              </a:defRPr>
            </a:pPr>
            <a:r>
              <a:rPr sz="1875" b="0">
                <a:solidFill>
                  <a:srgbClr val="142632"/>
                </a:solidFill>
                <a:latin typeface="Times New Roman"/>
                <a:ea typeface="Times New Roman"/>
                <a:cs typeface="Times New Roman"/>
              </a:rPr>
              <a:t>uₐ [B,T,64]</a:t>
            </a:r>
          </a:p>
        </p:txBody>
      </p:sp>
      <p:sp>
        <p:nvSpPr>
          <p:cNvPr id="109" name="element_82">
            <a:extLst xmlns:a="http://schemas.openxmlformats.org/drawingml/2006/main">
              <a:ext uri="{FF2B5EF4-FFF2-40B4-BE49-F238E27FC236}">
                <a16:creationId xmlns:a16="http://schemas.microsoft.com/office/drawing/2014/main" id="{4B4972BE-78E0-49B1-8AE4-68D6BBB191FD}"/>
              </a:ext>
            </a:extLst>
          </p:cNvPr>
          <p:cNvSpPr>
            <a:spLocks xmlns:a="http://schemas.openxmlformats.org/drawingml/2006/main" noGrp="1"/>
          </p:cNvSpPr>
          <p:nvPr/>
        </p:nvSpPr>
        <p:spPr>
          <a:xfrm xmlns:a="http://schemas.openxmlformats.org/drawingml/2006/main">
            <a:off x="2371725" y="2200275"/>
            <a:ext cx="4743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Emotion</a:t>
            </a:r>
            <a:endParaRPr sz="1575" b="1">
              <a:solidFill>
                <a:srgbClr val="142632"/>
              </a:solidFill>
              <a:latin typeface="Arial"/>
              <a:ea typeface="Arial"/>
              <a:cs typeface="Arial"/>
            </a:endParaRPr>
          </a:p>
        </p:txBody>
      </p:sp>
      <p:sp>
        <p:nvSpPr>
          <p:cNvPr id="110" name="element_83">
            <a:extLst xmlns:a="http://schemas.openxmlformats.org/drawingml/2006/main">
              <a:ext uri="{FF2B5EF4-FFF2-40B4-BE49-F238E27FC236}">
                <a16:creationId xmlns:a16="http://schemas.microsoft.com/office/drawing/2014/main" id="{F7482FDA-20AB-4ED2-BA79-ACEB2827386C}"/>
              </a:ext>
            </a:extLst>
          </p:cNvPr>
          <p:cNvSpPr>
            <a:spLocks xmlns:a="http://schemas.openxmlformats.org/drawingml/2006/main" noGrp="1"/>
          </p:cNvSpPr>
          <p:nvPr/>
        </p:nvSpPr>
        <p:spPr>
          <a:xfrm xmlns:a="http://schemas.openxmlformats.org/drawingml/2006/main">
            <a:off x="2038350" y="4219575"/>
            <a:ext cx="5495925" cy="1752600"/>
          </a:xfrm>
          <a:prstGeom xmlns:a="http://schemas.openxmlformats.org/drawingml/2006/main" prst="roundRect">
            <a:avLst>
              <a:gd name="adj" fmla="val 10870"/>
            </a:avLst>
          </a:prstGeom>
          <a:solidFill xmlns:a="http://schemas.openxmlformats.org/drawingml/2006/main">
            <a:srgbClr val="EDF5E9"/>
          </a:solidFill>
          <a:ln xmlns:a="http://schemas.openxmlformats.org/drawingml/2006/main" w="10478">
            <a:solidFill>
              <a:srgbClr val="B7C9AA"/>
            </a:solidFill>
          </a:ln>
        </p:spPr>
      </p:sp>
      <p:sp>
        <p:nvSpPr>
          <p:cNvPr id="111" name="element_84">
            <a:extLst xmlns:a="http://schemas.openxmlformats.org/drawingml/2006/main">
              <a:ext uri="{FF2B5EF4-FFF2-40B4-BE49-F238E27FC236}">
                <a16:creationId xmlns:a16="http://schemas.microsoft.com/office/drawing/2014/main" id="{0F5F5D36-83F6-41A0-86A9-6A86354F015B}"/>
              </a:ext>
            </a:extLst>
          </p:cNvPr>
          <p:cNvSpPr>
            <a:spLocks xmlns:a="http://schemas.openxmlformats.org/drawingml/2006/main" noGrp="1"/>
          </p:cNvSpPr>
          <p:nvPr/>
        </p:nvSpPr>
        <p:spPr>
          <a:xfrm xmlns:a="http://schemas.openxmlformats.org/drawingml/2006/main">
            <a:off x="285750" y="4295775"/>
            <a:ext cx="1352550" cy="1028700"/>
          </a:xfrm>
          <a:prstGeom xmlns:a="http://schemas.openxmlformats.org/drawingml/2006/main" prst="roundRect">
            <a:avLst>
              <a:gd name="adj" fmla="val 2778"/>
            </a:avLst>
          </a:prstGeom>
          <a:solidFill xmlns:a="http://schemas.openxmlformats.org/drawingml/2006/main">
            <a:srgbClr val="FCFCFC"/>
          </a:solidFill>
          <a:ln xmlns:a="http://schemas.openxmlformats.org/drawingml/2006/main" w="10478">
            <a:solidFill>
              <a:srgbClr val="A7ADB3"/>
            </a:solidFill>
            <a:prstDash val="dash"/>
          </a:ln>
        </p:spPr>
      </p:sp>
      <p:sp>
        <p:nvSpPr>
          <p:cNvPr id="112" name="element_85">
            <a:extLst xmlns:a="http://schemas.openxmlformats.org/drawingml/2006/main">
              <a:ext uri="{FF2B5EF4-FFF2-40B4-BE49-F238E27FC236}">
                <a16:creationId xmlns:a16="http://schemas.microsoft.com/office/drawing/2014/main" id="{B93156C4-6237-45FE-87A7-AFCB444A024C}"/>
              </a:ext>
            </a:extLst>
          </p:cNvPr>
          <p:cNvSpPr>
            <a:spLocks xmlns:a="http://schemas.openxmlformats.org/drawingml/2006/main" noGrp="1"/>
          </p:cNvSpPr>
          <p:nvPr/>
        </p:nvSpPr>
        <p:spPr>
          <a:xfrm xmlns:a="http://schemas.openxmlformats.org/drawingml/2006/main">
            <a:off x="314325" y="4324350"/>
            <a:ext cx="1295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Neutral reference</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audio + motion</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{Aᵣ, Mᵣ}</a:t>
            </a:r>
          </a:p>
        </p:txBody>
      </p:sp>
      <p:sp>
        <p:nvSpPr>
          <p:cNvPr id="113" name="element_86">
            <a:extLst xmlns:a="http://schemas.openxmlformats.org/drawingml/2006/main">
              <a:ext uri="{FF2B5EF4-FFF2-40B4-BE49-F238E27FC236}">
                <a16:creationId xmlns:a16="http://schemas.microsoft.com/office/drawing/2014/main" id="{197D6CCB-FA08-4857-AEAD-ADAA9DB1918E}"/>
              </a:ext>
            </a:extLst>
          </p:cNvPr>
          <p:cNvSpPr>
            <a:spLocks xmlns:a="http://schemas.openxmlformats.org/drawingml/2006/main" noGrp="1"/>
          </p:cNvSpPr>
          <p:nvPr/>
        </p:nvSpPr>
        <p:spPr>
          <a:xfrm xmlns:a="http://schemas.openxmlformats.org/drawingml/2006/main">
            <a:off x="2247900" y="4552950"/>
            <a:ext cx="1266825" cy="847725"/>
          </a:xfrm>
          <a:prstGeom xmlns:a="http://schemas.openxmlformats.org/drawingml/2006/main" prst="roundRect">
            <a:avLst>
              <a:gd name="adj" fmla="val 6742"/>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650">
                <a:solidFill>
                  <a:srgbClr val="142632"/>
                </a:solidFill>
                <a:latin typeface="Times New Roman"/>
                <a:ea typeface="Times New Roman"/>
                <a:cs typeface="Times New Roman"/>
              </a:defRPr>
            </a:pPr>
            <a:r>
              <a:rPr sz="1650">
                <a:solidFill>
                  <a:srgbClr val="142632"/>
                </a:solidFill>
                <a:latin typeface="Times New Roman"/>
                <a:ea typeface="Times New Roman"/>
                <a:cs typeface="Times New Roman"/>
              </a:rPr>
              <a:t>Reference
Motion</a:t>
            </a:r>
          </a:p>
        </p:txBody>
      </p:sp>
      <p:sp>
        <p:nvSpPr>
          <p:cNvPr id="114" name="encoder_87">
            <a:extLst xmlns:a="http://schemas.openxmlformats.org/drawingml/2006/main">
              <a:ext uri="{FF2B5EF4-FFF2-40B4-BE49-F238E27FC236}">
                <a16:creationId xmlns:a16="http://schemas.microsoft.com/office/drawing/2014/main" id="{A9EBC067-DEC5-4A6C-8F07-DA43C81FFD18}"/>
              </a:ext>
            </a:extLst>
          </p:cNvPr>
          <p:cNvSpPr>
            <a:spLocks xmlns:a="http://schemas.openxmlformats.org/drawingml/2006/main" noGrp="1"/>
          </p:cNvSpPr>
          <p:nvPr/>
        </p:nvSpPr>
        <p:spPr>
          <a:xfrm xmlns:a="http://schemas.openxmlformats.org/drawingml/2006/main">
            <a:off x="3819525" y="4552950"/>
            <a:ext cx="1095375" cy="847725"/>
          </a:xfrm>
          <a:custGeom xmlns:a="http://schemas.openxmlformats.org/drawingml/2006/main">
            <a:rect l="0" t="0" r="0" b="0"/>
            <a:pathLst>
              <a:path w="1095375" h="847725">
                <a:moveTo>
                  <a:pt x="0" y="0"/>
                </a:moveTo>
                <a:lnTo>
                  <a:pt x="1095375" y="135636"/>
                </a:lnTo>
                <a:lnTo>
                  <a:pt x="1095375" y="712089"/>
                </a:lnTo>
                <a:lnTo>
                  <a:pt x="0" y="847725"/>
                </a:lnTo>
                <a:close/>
              </a:path>
            </a:pathLst>
          </a:custGeom>
          <a:solidFill xmlns:a="http://schemas.openxmlformats.org/drawingml/2006/main">
            <a:srgbClr val="DDEECF"/>
          </a:solidFill>
          <a:ln xmlns:a="http://schemas.openxmlformats.org/drawingml/2006/main" w="11430">
            <a:solidFill>
              <a:srgbClr val="579849"/>
            </a:solidFill>
          </a:ln>
        </p:spPr>
      </p:sp>
      <p:sp>
        <p:nvSpPr>
          <p:cNvPr id="115" name="element_88">
            <a:extLst xmlns:a="http://schemas.openxmlformats.org/drawingml/2006/main">
              <a:ext uri="{FF2B5EF4-FFF2-40B4-BE49-F238E27FC236}">
                <a16:creationId xmlns:a16="http://schemas.microsoft.com/office/drawing/2014/main" id="{8170FDF8-69F3-49DE-A801-E5FA7E87CD96}"/>
              </a:ext>
            </a:extLst>
          </p:cNvPr>
          <p:cNvSpPr>
            <a:spLocks xmlns:a="http://schemas.openxmlformats.org/drawingml/2006/main" noGrp="1"/>
          </p:cNvSpPr>
          <p:nvPr/>
        </p:nvSpPr>
        <p:spPr>
          <a:xfrm xmlns:a="http://schemas.openxmlformats.org/drawingml/2006/main">
            <a:off x="3886200" y="4648200"/>
            <a:ext cx="95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Indentity</a:t>
            </a:r>
            <a:endParaRPr sz="1650" b="0">
              <a:solidFill>
                <a:srgbClr val="142632"/>
              </a:solidFill>
              <a:latin typeface="Arial"/>
              <a:ea typeface="Arial"/>
              <a:cs typeface="Arial"/>
            </a:endParaRPr>
          </a:p>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E</a:t>
            </a:r>
            <a:r>
              <a:rPr sz="1650" b="0">
                <a:solidFill>
                  <a:srgbClr val="142632"/>
                </a:solidFill>
                <a:latin typeface="Arial"/>
                <a:ea typeface="Arial"/>
                <a:cs typeface="Arial"/>
              </a:rPr>
              <a:t>ncoder</a:t>
            </a:r>
          </a:p>
        </p:txBody>
      </p:sp>
      <p:sp>
        <p:nvSpPr>
          <p:cNvPr id="116" name="element_89">
            <a:extLst xmlns:a="http://schemas.openxmlformats.org/drawingml/2006/main">
              <a:ext uri="{FF2B5EF4-FFF2-40B4-BE49-F238E27FC236}">
                <a16:creationId xmlns:a16="http://schemas.microsoft.com/office/drawing/2014/main" id="{ED3844A9-AAFE-4F78-AFC0-C21969A74E00}"/>
              </a:ext>
            </a:extLst>
          </p:cNvPr>
          <p:cNvSpPr>
            <a:spLocks xmlns:a="http://schemas.openxmlformats.org/drawingml/2006/main" noGrp="1"/>
          </p:cNvSpPr>
          <p:nvPr/>
        </p:nvSpPr>
        <p:spPr>
          <a:xfrm xmlns:a="http://schemas.openxmlformats.org/drawingml/2006/main">
            <a:off x="5248275" y="4686300"/>
            <a:ext cx="790575" cy="581025"/>
          </a:xfrm>
          <a:prstGeom xmlns:a="http://schemas.openxmlformats.org/drawingml/2006/main" prst="roundRect">
            <a:avLst>
              <a:gd name="adj" fmla="val 9836"/>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Reference
Pooling</a:t>
            </a:r>
          </a:p>
        </p:txBody>
      </p:sp>
      <p:sp>
        <p:nvSpPr>
          <p:cNvPr id="117" name="encoder_90">
            <a:extLst xmlns:a="http://schemas.openxmlformats.org/drawingml/2006/main">
              <a:ext uri="{FF2B5EF4-FFF2-40B4-BE49-F238E27FC236}">
                <a16:creationId xmlns:a16="http://schemas.microsoft.com/office/drawing/2014/main" id="{802CD94A-1E02-4C62-A59E-38BC4CA8CD96}"/>
              </a:ext>
            </a:extLst>
          </p:cNvPr>
          <p:cNvSpPr>
            <a:spLocks xmlns:a="http://schemas.openxmlformats.org/drawingml/2006/main" noGrp="1"/>
          </p:cNvSpPr>
          <p:nvPr/>
        </p:nvSpPr>
        <p:spPr>
          <a:xfrm xmlns:a="http://schemas.openxmlformats.org/drawingml/2006/main">
            <a:off x="6457950" y="4600575"/>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DDEECF"/>
          </a:solidFill>
          <a:ln xmlns:a="http://schemas.openxmlformats.org/drawingml/2006/main" w="11430">
            <a:solidFill>
              <a:srgbClr val="579849"/>
            </a:solidFill>
          </a:ln>
        </p:spPr>
      </p:sp>
      <p:sp>
        <p:nvSpPr>
          <p:cNvPr id="118" name="encoder_91">
            <a:extLst xmlns:a="http://schemas.openxmlformats.org/drawingml/2006/main">
              <a:ext uri="{FF2B5EF4-FFF2-40B4-BE49-F238E27FC236}">
                <a16:creationId xmlns:a16="http://schemas.microsoft.com/office/drawing/2014/main" id="{AE5EA275-90BE-4D08-A156-894B63351AE9}"/>
              </a:ext>
            </a:extLst>
          </p:cNvPr>
          <p:cNvSpPr>
            <a:spLocks xmlns:a="http://schemas.openxmlformats.org/drawingml/2006/main" noGrp="1"/>
          </p:cNvSpPr>
          <p:nvPr/>
        </p:nvSpPr>
        <p:spPr>
          <a:xfrm xmlns:a="http://schemas.openxmlformats.org/drawingml/2006/main">
            <a:off x="6743700" y="4600575"/>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DDEECF"/>
          </a:solidFill>
          <a:ln xmlns:a="http://schemas.openxmlformats.org/drawingml/2006/main" w="11430">
            <a:solidFill>
              <a:srgbClr val="579849"/>
            </a:solidFill>
          </a:ln>
        </p:spPr>
      </p:sp>
      <p:sp>
        <p:nvSpPr>
          <p:cNvPr id="119" name="element_92">
            <a:extLst xmlns:a="http://schemas.openxmlformats.org/drawingml/2006/main">
              <a:ext uri="{FF2B5EF4-FFF2-40B4-BE49-F238E27FC236}">
                <a16:creationId xmlns:a16="http://schemas.microsoft.com/office/drawing/2014/main" id="{714D3891-8457-4EAE-A88A-41A907957C0D}"/>
              </a:ext>
            </a:extLst>
          </p:cNvPr>
          <p:cNvSpPr>
            <a:spLocks xmlns:a="http://schemas.openxmlformats.org/drawingml/2006/main" noGrp="1"/>
          </p:cNvSpPr>
          <p:nvPr/>
        </p:nvSpPr>
        <p:spPr>
          <a:xfrm xmlns:a="http://schemas.openxmlformats.org/drawingml/2006/main">
            <a:off x="6457950" y="4686300"/>
            <a:ext cx="285750" cy="476250"/>
          </a:xfrm>
          <a:prstGeom xmlns:a="http://schemas.openxmlformats.org/drawingml/2006/main" prst="rect">
            <a:avLst/>
          </a:prstGeom>
          <a:solidFill xmlns:a="http://schemas.openxmlformats.org/drawingml/2006/main">
            <a:srgbClr val="DDEECF"/>
          </a:solidFill>
          <a:ln xmlns:a="http://schemas.openxmlformats.org/drawingml/2006/main" w="10478">
            <a:solidFill>
              <a:srgbClr val="579849"/>
            </a:solidFill>
          </a:ln>
        </p:spPr>
      </p:sp>
      <p:sp>
        <p:nvSpPr>
          <p:cNvPr id="120" name="element_93">
            <a:extLst xmlns:a="http://schemas.openxmlformats.org/drawingml/2006/main">
              <a:ext uri="{FF2B5EF4-FFF2-40B4-BE49-F238E27FC236}">
                <a16:creationId xmlns:a16="http://schemas.microsoft.com/office/drawing/2014/main" id="{49420DF9-D550-4F2E-AA6F-D3165779ABD3}"/>
              </a:ext>
            </a:extLst>
          </p:cNvPr>
          <p:cNvSpPr>
            <a:spLocks xmlns:a="http://schemas.openxmlformats.org/drawingml/2006/main" noGrp="1"/>
          </p:cNvSpPr>
          <p:nvPr/>
        </p:nvSpPr>
        <p:spPr>
          <a:xfrm xmlns:a="http://schemas.openxmlformats.org/drawingml/2006/main">
            <a:off x="6552248" y="468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21" name="element_94">
            <a:extLst xmlns:a="http://schemas.openxmlformats.org/drawingml/2006/main">
              <a:ext uri="{FF2B5EF4-FFF2-40B4-BE49-F238E27FC236}">
                <a16:creationId xmlns:a16="http://schemas.microsoft.com/office/drawing/2014/main" id="{E5C0EAF3-DB37-498B-96ED-318BE59D81C1}"/>
              </a:ext>
            </a:extLst>
          </p:cNvPr>
          <p:cNvSpPr>
            <a:spLocks xmlns:a="http://schemas.openxmlformats.org/drawingml/2006/main" noGrp="1"/>
          </p:cNvSpPr>
          <p:nvPr/>
        </p:nvSpPr>
        <p:spPr>
          <a:xfrm xmlns:a="http://schemas.openxmlformats.org/drawingml/2006/main">
            <a:off x="6552248" y="5161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64" name="直接箭头连接符 816"/>
          <p:cNvCxnSpPr>
            <a:stCxn xmlns:a="http://schemas.openxmlformats.org/drawingml/2006/main" id="120" idx="2"/>
            <a:endCxn xmlns:a="http://schemas.openxmlformats.org/drawingml/2006/main" id="121" idx="0"/>
          </p:cNvCxnSpPr>
          <p:nvPr/>
        </p:nvCxnSpPr>
        <p:spPr>
          <a:xfrm xmlns:a="http://schemas.openxmlformats.org/drawingml/2006/main">
            <a:off x="6553201" y="4687253"/>
            <a:ext cx="0" cy="474345"/>
          </a:xfrm>
          <a:prstGeom xmlns:a="http://schemas.openxmlformats.org/drawingml/2006/main" prst="straightConnector1">
            <a:avLst/>
          </a:prstGeom>
          <a:ln xmlns:a="http://schemas.openxmlformats.org/drawingml/2006/main" w="16193">
            <a:solidFill>
              <a:srgbClr val="579849"/>
            </a:solidFill>
            <a:prstDash val="solid"/>
          </a:ln>
        </p:spPr>
      </p:cxnSp>
      <p:sp>
        <p:nvSpPr>
          <p:cNvPr id="123" name="element_95">
            <a:extLst xmlns:a="http://schemas.openxmlformats.org/drawingml/2006/main">
              <a:ext uri="{FF2B5EF4-FFF2-40B4-BE49-F238E27FC236}">
                <a16:creationId xmlns:a16="http://schemas.microsoft.com/office/drawing/2014/main" id="{F7D450CE-CEF7-41E3-84E3-DBCEDCBB3B87}"/>
              </a:ext>
            </a:extLst>
          </p:cNvPr>
          <p:cNvSpPr>
            <a:spLocks xmlns:a="http://schemas.openxmlformats.org/drawingml/2006/main" noGrp="1"/>
          </p:cNvSpPr>
          <p:nvPr/>
        </p:nvSpPr>
        <p:spPr>
          <a:xfrm xmlns:a="http://schemas.openxmlformats.org/drawingml/2006/main">
            <a:off x="6647498" y="4685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24" name="element_96">
            <a:extLst xmlns:a="http://schemas.openxmlformats.org/drawingml/2006/main">
              <a:ext uri="{FF2B5EF4-FFF2-40B4-BE49-F238E27FC236}">
                <a16:creationId xmlns:a16="http://schemas.microsoft.com/office/drawing/2014/main" id="{EB42D3F0-C743-40F9-A2F7-00314E5424E4}"/>
              </a:ext>
            </a:extLst>
          </p:cNvPr>
          <p:cNvSpPr>
            <a:spLocks xmlns:a="http://schemas.openxmlformats.org/drawingml/2006/main" noGrp="1"/>
          </p:cNvSpPr>
          <p:nvPr/>
        </p:nvSpPr>
        <p:spPr>
          <a:xfrm xmlns:a="http://schemas.openxmlformats.org/drawingml/2006/main">
            <a:off x="6647498" y="5161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67" name="直接箭头连接符 819"/>
          <p:cNvCxnSpPr>
            <a:stCxn xmlns:a="http://schemas.openxmlformats.org/drawingml/2006/main" id="123" idx="2"/>
            <a:endCxn xmlns:a="http://schemas.openxmlformats.org/drawingml/2006/main" id="124" idx="0"/>
          </p:cNvCxnSpPr>
          <p:nvPr/>
        </p:nvCxnSpPr>
        <p:spPr>
          <a:xfrm xmlns:a="http://schemas.openxmlformats.org/drawingml/2006/main">
            <a:off x="6648451" y="4687253"/>
            <a:ext cx="0" cy="474345"/>
          </a:xfrm>
          <a:prstGeom xmlns:a="http://schemas.openxmlformats.org/drawingml/2006/main" prst="straightConnector1">
            <a:avLst/>
          </a:prstGeom>
          <a:ln xmlns:a="http://schemas.openxmlformats.org/drawingml/2006/main" w="16193">
            <a:solidFill>
              <a:srgbClr val="579849"/>
            </a:solidFill>
            <a:prstDash val="solid"/>
          </a:ln>
        </p:spPr>
      </p:cxnSp>
      <p:sp>
        <p:nvSpPr>
          <p:cNvPr id="126" name="element_97">
            <a:extLst xmlns:a="http://schemas.openxmlformats.org/drawingml/2006/main">
              <a:ext uri="{FF2B5EF4-FFF2-40B4-BE49-F238E27FC236}">
                <a16:creationId xmlns:a16="http://schemas.microsoft.com/office/drawing/2014/main" id="{349281FF-5F24-4AD2-AD62-C196292114D0}"/>
              </a:ext>
            </a:extLst>
          </p:cNvPr>
          <p:cNvSpPr>
            <a:spLocks xmlns:a="http://schemas.openxmlformats.org/drawingml/2006/main" noGrp="1"/>
          </p:cNvSpPr>
          <p:nvPr/>
        </p:nvSpPr>
        <p:spPr>
          <a:xfrm xmlns:a="http://schemas.openxmlformats.org/drawingml/2006/main">
            <a:off x="6456998" y="4780598"/>
            <a:ext cx="1905" cy="1905"/>
          </a:xfrm>
          <a:prstGeom xmlns:a="http://schemas.openxmlformats.org/drawingml/2006/main" prst="rect">
            <a:avLst/>
          </a:prstGeom>
          <a:noFill xmlns:a="http://schemas.openxmlformats.org/drawingml/2006/main"/>
          <a:ln xmlns:a="http://schemas.openxmlformats.org/drawingml/2006/main" w="0">
            <a:noFill/>
          </a:ln>
        </p:spPr>
      </p:sp>
      <p:sp>
        <p:nvSpPr>
          <p:cNvPr id="127" name="element_98">
            <a:extLst xmlns:a="http://schemas.openxmlformats.org/drawingml/2006/main">
              <a:ext uri="{FF2B5EF4-FFF2-40B4-BE49-F238E27FC236}">
                <a16:creationId xmlns:a16="http://schemas.microsoft.com/office/drawing/2014/main" id="{C77B956C-F5EF-4CB7-B940-4E773494FFA7}"/>
              </a:ext>
            </a:extLst>
          </p:cNvPr>
          <p:cNvSpPr>
            <a:spLocks xmlns:a="http://schemas.openxmlformats.org/drawingml/2006/main" noGrp="1"/>
          </p:cNvSpPr>
          <p:nvPr/>
        </p:nvSpPr>
        <p:spPr>
          <a:xfrm xmlns:a="http://schemas.openxmlformats.org/drawingml/2006/main">
            <a:off x="6742748" y="4780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0" name="直接箭头连接符 822"/>
          <p:cNvCxnSpPr>
            <a:stCxn xmlns:a="http://schemas.openxmlformats.org/drawingml/2006/main" id="126" idx="3"/>
            <a:endCxn xmlns:a="http://schemas.openxmlformats.org/drawingml/2006/main" id="127" idx="1"/>
          </p:cNvCxnSpPr>
          <p:nvPr/>
        </p:nvCxnSpPr>
        <p:spPr>
          <a:xfrm xmlns:a="http://schemas.openxmlformats.org/drawingml/2006/main">
            <a:off x="6458903" y="478155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29" name="element_99">
            <a:extLst xmlns:a="http://schemas.openxmlformats.org/drawingml/2006/main">
              <a:ext uri="{FF2B5EF4-FFF2-40B4-BE49-F238E27FC236}">
                <a16:creationId xmlns:a16="http://schemas.microsoft.com/office/drawing/2014/main" id="{2C23A9B3-25F2-4EF6-997F-D4C161B28B85}"/>
              </a:ext>
            </a:extLst>
          </p:cNvPr>
          <p:cNvSpPr>
            <a:spLocks xmlns:a="http://schemas.openxmlformats.org/drawingml/2006/main" noGrp="1"/>
          </p:cNvSpPr>
          <p:nvPr/>
        </p:nvSpPr>
        <p:spPr>
          <a:xfrm xmlns:a="http://schemas.openxmlformats.org/drawingml/2006/main">
            <a:off x="6456998" y="4875848"/>
            <a:ext cx="1905" cy="1905"/>
          </a:xfrm>
          <a:prstGeom xmlns:a="http://schemas.openxmlformats.org/drawingml/2006/main" prst="rect">
            <a:avLst/>
          </a:prstGeom>
          <a:noFill xmlns:a="http://schemas.openxmlformats.org/drawingml/2006/main"/>
          <a:ln xmlns:a="http://schemas.openxmlformats.org/drawingml/2006/main" w="0">
            <a:noFill/>
          </a:ln>
        </p:spPr>
      </p:sp>
      <p:sp>
        <p:nvSpPr>
          <p:cNvPr id="130" name="element_100">
            <a:extLst xmlns:a="http://schemas.openxmlformats.org/drawingml/2006/main">
              <a:ext uri="{FF2B5EF4-FFF2-40B4-BE49-F238E27FC236}">
                <a16:creationId xmlns:a16="http://schemas.microsoft.com/office/drawing/2014/main" id="{C05995D0-6C07-4C72-9D67-9399B6831A61}"/>
              </a:ext>
            </a:extLst>
          </p:cNvPr>
          <p:cNvSpPr>
            <a:spLocks xmlns:a="http://schemas.openxmlformats.org/drawingml/2006/main" noGrp="1"/>
          </p:cNvSpPr>
          <p:nvPr/>
        </p:nvSpPr>
        <p:spPr>
          <a:xfrm xmlns:a="http://schemas.openxmlformats.org/drawingml/2006/main">
            <a:off x="6742748" y="48758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3" name="直接箭头连接符 825"/>
          <p:cNvCxnSpPr>
            <a:stCxn xmlns:a="http://schemas.openxmlformats.org/drawingml/2006/main" id="129" idx="3"/>
            <a:endCxn xmlns:a="http://schemas.openxmlformats.org/drawingml/2006/main" id="130" idx="1"/>
          </p:cNvCxnSpPr>
          <p:nvPr/>
        </p:nvCxnSpPr>
        <p:spPr>
          <a:xfrm xmlns:a="http://schemas.openxmlformats.org/drawingml/2006/main">
            <a:off x="6458903" y="487680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2" name="element_101">
            <a:extLst xmlns:a="http://schemas.openxmlformats.org/drawingml/2006/main">
              <a:ext uri="{FF2B5EF4-FFF2-40B4-BE49-F238E27FC236}">
                <a16:creationId xmlns:a16="http://schemas.microsoft.com/office/drawing/2014/main" id="{F44DDE6E-3741-4AD3-9C37-49DC77B3B4BB}"/>
              </a:ext>
            </a:extLst>
          </p:cNvPr>
          <p:cNvSpPr>
            <a:spLocks xmlns:a="http://schemas.openxmlformats.org/drawingml/2006/main" noGrp="1"/>
          </p:cNvSpPr>
          <p:nvPr/>
        </p:nvSpPr>
        <p:spPr>
          <a:xfrm xmlns:a="http://schemas.openxmlformats.org/drawingml/2006/main">
            <a:off x="645699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33" name="element_102">
            <a:extLst xmlns:a="http://schemas.openxmlformats.org/drawingml/2006/main">
              <a:ext uri="{FF2B5EF4-FFF2-40B4-BE49-F238E27FC236}">
                <a16:creationId xmlns:a16="http://schemas.microsoft.com/office/drawing/2014/main" id="{50865866-F3C3-449D-BC33-F96A1FA7AA95}"/>
              </a:ext>
            </a:extLst>
          </p:cNvPr>
          <p:cNvSpPr>
            <a:spLocks xmlns:a="http://schemas.openxmlformats.org/drawingml/2006/main" noGrp="1"/>
          </p:cNvSpPr>
          <p:nvPr/>
        </p:nvSpPr>
        <p:spPr>
          <a:xfrm xmlns:a="http://schemas.openxmlformats.org/drawingml/2006/main">
            <a:off x="6742748"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6" name="直接箭头连接符 828"/>
          <p:cNvCxnSpPr>
            <a:stCxn xmlns:a="http://schemas.openxmlformats.org/drawingml/2006/main" id="132" idx="3"/>
            <a:endCxn xmlns:a="http://schemas.openxmlformats.org/drawingml/2006/main" id="133" idx="1"/>
          </p:cNvCxnSpPr>
          <p:nvPr/>
        </p:nvCxnSpPr>
        <p:spPr>
          <a:xfrm xmlns:a="http://schemas.openxmlformats.org/drawingml/2006/main">
            <a:off x="6458903" y="497205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5" name="element_103">
            <a:extLst xmlns:a="http://schemas.openxmlformats.org/drawingml/2006/main">
              <a:ext uri="{FF2B5EF4-FFF2-40B4-BE49-F238E27FC236}">
                <a16:creationId xmlns:a16="http://schemas.microsoft.com/office/drawing/2014/main" id="{0B81D658-2D8D-4EDA-B372-4D1C0B8A937C}"/>
              </a:ext>
            </a:extLst>
          </p:cNvPr>
          <p:cNvSpPr>
            <a:spLocks xmlns:a="http://schemas.openxmlformats.org/drawingml/2006/main" noGrp="1"/>
          </p:cNvSpPr>
          <p:nvPr/>
        </p:nvSpPr>
        <p:spPr>
          <a:xfrm xmlns:a="http://schemas.openxmlformats.org/drawingml/2006/main">
            <a:off x="6456998" y="5066348"/>
            <a:ext cx="1905" cy="1905"/>
          </a:xfrm>
          <a:prstGeom xmlns:a="http://schemas.openxmlformats.org/drawingml/2006/main" prst="rect">
            <a:avLst/>
          </a:prstGeom>
          <a:noFill xmlns:a="http://schemas.openxmlformats.org/drawingml/2006/main"/>
          <a:ln xmlns:a="http://schemas.openxmlformats.org/drawingml/2006/main" w="0">
            <a:noFill/>
          </a:ln>
        </p:spPr>
      </p:sp>
      <p:sp>
        <p:nvSpPr>
          <p:cNvPr id="136" name="element_104">
            <a:extLst xmlns:a="http://schemas.openxmlformats.org/drawingml/2006/main">
              <a:ext uri="{FF2B5EF4-FFF2-40B4-BE49-F238E27FC236}">
                <a16:creationId xmlns:a16="http://schemas.microsoft.com/office/drawing/2014/main" id="{C530D7BA-47F1-4A82-A933-122831E91D09}"/>
              </a:ext>
            </a:extLst>
          </p:cNvPr>
          <p:cNvSpPr>
            <a:spLocks xmlns:a="http://schemas.openxmlformats.org/drawingml/2006/main" noGrp="1"/>
          </p:cNvSpPr>
          <p:nvPr/>
        </p:nvSpPr>
        <p:spPr>
          <a:xfrm xmlns:a="http://schemas.openxmlformats.org/drawingml/2006/main">
            <a:off x="6742748" y="5066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79" name="直接箭头连接符 831"/>
          <p:cNvCxnSpPr>
            <a:stCxn xmlns:a="http://schemas.openxmlformats.org/drawingml/2006/main" id="135" idx="3"/>
            <a:endCxn xmlns:a="http://schemas.openxmlformats.org/drawingml/2006/main" id="136" idx="1"/>
          </p:cNvCxnSpPr>
          <p:nvPr/>
        </p:nvCxnSpPr>
        <p:spPr>
          <a:xfrm xmlns:a="http://schemas.openxmlformats.org/drawingml/2006/main">
            <a:off x="6458903" y="5067301"/>
            <a:ext cx="283845" cy="0"/>
          </a:xfrm>
          <a:prstGeom xmlns:a="http://schemas.openxmlformats.org/drawingml/2006/main" prst="straightConnector1">
            <a:avLst/>
          </a:prstGeom>
          <a:ln xmlns:a="http://schemas.openxmlformats.org/drawingml/2006/main" w="16193">
            <a:solidFill>
              <a:srgbClr val="579849"/>
            </a:solidFill>
            <a:prstDash val="solid"/>
          </a:ln>
        </p:spPr>
      </p:cxnSp>
      <p:sp>
        <p:nvSpPr>
          <p:cNvPr id="138" name="element_105">
            <a:extLst xmlns:a="http://schemas.openxmlformats.org/drawingml/2006/main">
              <a:ext uri="{FF2B5EF4-FFF2-40B4-BE49-F238E27FC236}">
                <a16:creationId xmlns:a16="http://schemas.microsoft.com/office/drawing/2014/main" id="{C90C0290-D42C-48DC-B2D8-F05573607B31}"/>
              </a:ext>
            </a:extLst>
          </p:cNvPr>
          <p:cNvSpPr>
            <a:spLocks xmlns:a="http://schemas.openxmlformats.org/drawingml/2006/main" noGrp="1"/>
          </p:cNvSpPr>
          <p:nvPr/>
        </p:nvSpPr>
        <p:spPr>
          <a:xfrm xmlns:a="http://schemas.openxmlformats.org/drawingml/2006/main">
            <a:off x="6191250" y="5267325"/>
            <a:ext cx="1019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950" b="0">
                <a:solidFill>
                  <a:srgbClr val="142632"/>
                </a:solidFill>
                <a:latin typeface="Times New Roman"/>
                <a:ea typeface="Times New Roman"/>
                <a:cs typeface="Times New Roman"/>
              </a:defRPr>
            </a:pPr>
            <a:r>
              <a:rPr sz="1950" b="0">
                <a:solidFill>
                  <a:srgbClr val="142632"/>
                </a:solidFill>
                <a:latin typeface="Times New Roman"/>
                <a:ea typeface="Times New Roman"/>
                <a:cs typeface="Times New Roman"/>
              </a:rPr>
              <a:t>z_id</a:t>
            </a:r>
          </a:p>
        </p:txBody>
      </p:sp>
      <p:sp>
        <p:nvSpPr>
          <p:cNvPr id="139" name="element_106">
            <a:extLst xmlns:a="http://schemas.openxmlformats.org/drawingml/2006/main">
              <a:ext uri="{FF2B5EF4-FFF2-40B4-BE49-F238E27FC236}">
                <a16:creationId xmlns:a16="http://schemas.microsoft.com/office/drawing/2014/main" id="{2E99C07A-4995-4271-98F7-AF65CA80FA55}"/>
              </a:ext>
            </a:extLst>
          </p:cNvPr>
          <p:cNvSpPr>
            <a:spLocks xmlns:a="http://schemas.openxmlformats.org/drawingml/2006/main" noGrp="1"/>
          </p:cNvSpPr>
          <p:nvPr/>
        </p:nvSpPr>
        <p:spPr>
          <a:xfrm xmlns:a="http://schemas.openxmlformats.org/drawingml/2006/main">
            <a:off x="1637348" y="48567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0" name="element_107">
            <a:extLst xmlns:a="http://schemas.openxmlformats.org/drawingml/2006/main">
              <a:ext uri="{FF2B5EF4-FFF2-40B4-BE49-F238E27FC236}">
                <a16:creationId xmlns:a16="http://schemas.microsoft.com/office/drawing/2014/main" id="{AC176ECE-9B9B-4C5A-A49B-B95BB91F6592}"/>
              </a:ext>
            </a:extLst>
          </p:cNvPr>
          <p:cNvSpPr>
            <a:spLocks xmlns:a="http://schemas.openxmlformats.org/drawingml/2006/main" noGrp="1"/>
          </p:cNvSpPr>
          <p:nvPr/>
        </p:nvSpPr>
        <p:spPr>
          <a:xfrm xmlns:a="http://schemas.openxmlformats.org/drawingml/2006/main">
            <a:off x="2246948" y="4856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83" name="直接箭头连接符 835"/>
          <p:cNvCxnSpPr>
            <a:stCxn xmlns:a="http://schemas.openxmlformats.org/drawingml/2006/main" id="139" idx="3"/>
            <a:endCxn xmlns:a="http://schemas.openxmlformats.org/drawingml/2006/main" id="140" idx="1"/>
          </p:cNvCxnSpPr>
          <p:nvPr/>
        </p:nvCxnSpPr>
        <p:spPr>
          <a:xfrm xmlns:a="http://schemas.openxmlformats.org/drawingml/2006/main">
            <a:off x="1639253" y="4857751"/>
            <a:ext cx="6076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2" name="element_108">
            <a:extLst xmlns:a="http://schemas.openxmlformats.org/drawingml/2006/main">
              <a:ext uri="{FF2B5EF4-FFF2-40B4-BE49-F238E27FC236}">
                <a16:creationId xmlns:a16="http://schemas.microsoft.com/office/drawing/2014/main" id="{DF2DC352-A88A-476C-92BD-E324E027ADA9}"/>
              </a:ext>
            </a:extLst>
          </p:cNvPr>
          <p:cNvSpPr>
            <a:spLocks xmlns:a="http://schemas.openxmlformats.org/drawingml/2006/main" noGrp="1"/>
          </p:cNvSpPr>
          <p:nvPr/>
        </p:nvSpPr>
        <p:spPr>
          <a:xfrm xmlns:a="http://schemas.openxmlformats.org/drawingml/2006/main">
            <a:off x="3513773"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3" name="element_109">
            <a:extLst xmlns:a="http://schemas.openxmlformats.org/drawingml/2006/main">
              <a:ext uri="{FF2B5EF4-FFF2-40B4-BE49-F238E27FC236}">
                <a16:creationId xmlns:a16="http://schemas.microsoft.com/office/drawing/2014/main" id="{20E81C49-76C7-4C6D-8F04-FF287849B63E}"/>
              </a:ext>
            </a:extLst>
          </p:cNvPr>
          <p:cNvSpPr>
            <a:spLocks xmlns:a="http://schemas.openxmlformats.org/drawingml/2006/main" noGrp="1"/>
          </p:cNvSpPr>
          <p:nvPr/>
        </p:nvSpPr>
        <p:spPr>
          <a:xfrm xmlns:a="http://schemas.openxmlformats.org/drawingml/2006/main">
            <a:off x="3818573"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86" name="直接箭头连接符 838"/>
          <p:cNvCxnSpPr>
            <a:stCxn xmlns:a="http://schemas.openxmlformats.org/drawingml/2006/main" id="142" idx="3"/>
            <a:endCxn xmlns:a="http://schemas.openxmlformats.org/drawingml/2006/main" id="143" idx="1"/>
          </p:cNvCxnSpPr>
          <p:nvPr/>
        </p:nvCxnSpPr>
        <p:spPr>
          <a:xfrm xmlns:a="http://schemas.openxmlformats.org/drawingml/2006/main">
            <a:off x="3515678" y="4972051"/>
            <a:ext cx="3028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5" name="element_110">
            <a:extLst xmlns:a="http://schemas.openxmlformats.org/drawingml/2006/main">
              <a:ext uri="{FF2B5EF4-FFF2-40B4-BE49-F238E27FC236}">
                <a16:creationId xmlns:a16="http://schemas.microsoft.com/office/drawing/2014/main" id="{4FDF72E5-2AEA-43EC-A3D2-A7F648D8F8C7}"/>
              </a:ext>
            </a:extLst>
          </p:cNvPr>
          <p:cNvSpPr>
            <a:spLocks xmlns:a="http://schemas.openxmlformats.org/drawingml/2006/main" noGrp="1"/>
          </p:cNvSpPr>
          <p:nvPr/>
        </p:nvSpPr>
        <p:spPr>
          <a:xfrm xmlns:a="http://schemas.openxmlformats.org/drawingml/2006/main">
            <a:off x="491394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6" name="element_111">
            <a:extLst xmlns:a="http://schemas.openxmlformats.org/drawingml/2006/main">
              <a:ext uri="{FF2B5EF4-FFF2-40B4-BE49-F238E27FC236}">
                <a16:creationId xmlns:a16="http://schemas.microsoft.com/office/drawing/2014/main" id="{E8C8E42D-A522-4911-90ED-9C92BF8ABC60}"/>
              </a:ext>
            </a:extLst>
          </p:cNvPr>
          <p:cNvSpPr>
            <a:spLocks xmlns:a="http://schemas.openxmlformats.org/drawingml/2006/main" noGrp="1"/>
          </p:cNvSpPr>
          <p:nvPr/>
        </p:nvSpPr>
        <p:spPr>
          <a:xfrm xmlns:a="http://schemas.openxmlformats.org/drawingml/2006/main">
            <a:off x="5247323"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89" name="直接箭头连接符 841"/>
          <p:cNvCxnSpPr>
            <a:stCxn xmlns:a="http://schemas.openxmlformats.org/drawingml/2006/main" id="145" idx="3"/>
            <a:endCxn xmlns:a="http://schemas.openxmlformats.org/drawingml/2006/main" id="146" idx="1"/>
          </p:cNvCxnSpPr>
          <p:nvPr/>
        </p:nvCxnSpPr>
        <p:spPr>
          <a:xfrm xmlns:a="http://schemas.openxmlformats.org/drawingml/2006/main">
            <a:off x="4915853" y="4972051"/>
            <a:ext cx="33147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48" name="element_112">
            <a:extLst xmlns:a="http://schemas.openxmlformats.org/drawingml/2006/main">
              <a:ext uri="{FF2B5EF4-FFF2-40B4-BE49-F238E27FC236}">
                <a16:creationId xmlns:a16="http://schemas.microsoft.com/office/drawing/2014/main" id="{D8B0E758-1D41-4FF4-925D-C5AE23A0DEF6}"/>
              </a:ext>
            </a:extLst>
          </p:cNvPr>
          <p:cNvSpPr>
            <a:spLocks xmlns:a="http://schemas.openxmlformats.org/drawingml/2006/main" noGrp="1"/>
          </p:cNvSpPr>
          <p:nvPr/>
        </p:nvSpPr>
        <p:spPr>
          <a:xfrm xmlns:a="http://schemas.openxmlformats.org/drawingml/2006/main">
            <a:off x="6037898" y="4971098"/>
            <a:ext cx="1905" cy="1905"/>
          </a:xfrm>
          <a:prstGeom xmlns:a="http://schemas.openxmlformats.org/drawingml/2006/main" prst="rect">
            <a:avLst/>
          </a:prstGeom>
          <a:noFill xmlns:a="http://schemas.openxmlformats.org/drawingml/2006/main"/>
          <a:ln xmlns:a="http://schemas.openxmlformats.org/drawingml/2006/main" w="0">
            <a:noFill/>
          </a:ln>
        </p:spPr>
      </p:sp>
      <p:sp>
        <p:nvSpPr>
          <p:cNvPr id="149" name="element_113">
            <a:extLst xmlns:a="http://schemas.openxmlformats.org/drawingml/2006/main">
              <a:ext uri="{FF2B5EF4-FFF2-40B4-BE49-F238E27FC236}">
                <a16:creationId xmlns:a16="http://schemas.microsoft.com/office/drawing/2014/main" id="{D000D6FA-6807-4CC4-B0F9-F0E174698F26}"/>
              </a:ext>
            </a:extLst>
          </p:cNvPr>
          <p:cNvSpPr>
            <a:spLocks xmlns:a="http://schemas.openxmlformats.org/drawingml/2006/main" noGrp="1"/>
          </p:cNvSpPr>
          <p:nvPr/>
        </p:nvSpPr>
        <p:spPr>
          <a:xfrm xmlns:a="http://schemas.openxmlformats.org/drawingml/2006/main">
            <a:off x="6456998" y="4971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92" name="直接箭头连接符 844"/>
          <p:cNvCxnSpPr>
            <a:stCxn xmlns:a="http://schemas.openxmlformats.org/drawingml/2006/main" id="148" idx="3"/>
            <a:endCxn xmlns:a="http://schemas.openxmlformats.org/drawingml/2006/main" id="149" idx="1"/>
          </p:cNvCxnSpPr>
          <p:nvPr/>
        </p:nvCxnSpPr>
        <p:spPr>
          <a:xfrm xmlns:a="http://schemas.openxmlformats.org/drawingml/2006/main">
            <a:off x="6039803" y="4972051"/>
            <a:ext cx="417195"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51" name="element_114">
            <a:extLst xmlns:a="http://schemas.openxmlformats.org/drawingml/2006/main">
              <a:ext uri="{FF2B5EF4-FFF2-40B4-BE49-F238E27FC236}">
                <a16:creationId xmlns:a16="http://schemas.microsoft.com/office/drawing/2014/main" id="{4F804422-4B0A-4B49-98C5-AE3901D62E04}"/>
              </a:ext>
            </a:extLst>
          </p:cNvPr>
          <p:cNvSpPr>
            <a:spLocks xmlns:a="http://schemas.openxmlformats.org/drawingml/2006/main" noGrp="1"/>
          </p:cNvSpPr>
          <p:nvPr/>
        </p:nvSpPr>
        <p:spPr>
          <a:xfrm xmlns:a="http://schemas.openxmlformats.org/drawingml/2006/main">
            <a:off x="2200275" y="5667375"/>
            <a:ext cx="5181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Personalized Motion</a:t>
            </a:r>
          </a:p>
        </p:txBody>
      </p:sp>
      <p:sp>
        <p:nvSpPr>
          <p:cNvPr id="152" name="encoder_115">
            <a:extLst xmlns:a="http://schemas.openxmlformats.org/drawingml/2006/main">
              <a:ext uri="{FF2B5EF4-FFF2-40B4-BE49-F238E27FC236}">
                <a16:creationId xmlns:a16="http://schemas.microsoft.com/office/drawing/2014/main" id="{E15366E4-CBEC-49E8-9DD9-4DE861E511E7}"/>
              </a:ext>
            </a:extLst>
          </p:cNvPr>
          <p:cNvSpPr>
            <a:spLocks xmlns:a="http://schemas.openxmlformats.org/drawingml/2006/main" noGrp="1"/>
          </p:cNvSpPr>
          <p:nvPr/>
        </p:nvSpPr>
        <p:spPr>
          <a:xfrm xmlns:a="http://schemas.openxmlformats.org/drawingml/2006/main">
            <a:off x="8782050" y="2143125"/>
            <a:ext cx="1466850" cy="1724025"/>
          </a:xfrm>
          <a:custGeom xmlns:a="http://schemas.openxmlformats.org/drawingml/2006/main">
            <a:rect l="0" t="0" r="0" b="0"/>
            <a:pathLst>
              <a:path w="1466850" h="1724025">
                <a:moveTo>
                  <a:pt x="0" y="0"/>
                </a:moveTo>
                <a:lnTo>
                  <a:pt x="1466850" y="275844"/>
                </a:lnTo>
                <a:lnTo>
                  <a:pt x="1466850" y="1448181"/>
                </a:lnTo>
                <a:lnTo>
                  <a:pt x="0" y="1724025"/>
                </a:lnTo>
                <a:close/>
              </a:path>
            </a:pathLst>
          </a:custGeom>
          <a:solidFill xmlns:a="http://schemas.openxmlformats.org/drawingml/2006/main">
            <a:srgbClr val="E6DEEE"/>
          </a:solidFill>
          <a:ln xmlns:a="http://schemas.openxmlformats.org/drawingml/2006/main" w="11430">
            <a:solidFill>
              <a:srgbClr val="8F7DAB"/>
            </a:solidFill>
          </a:ln>
        </p:spPr>
      </p:sp>
      <p:sp>
        <p:nvSpPr>
          <p:cNvPr id="153" name="element_116">
            <a:extLst xmlns:a="http://schemas.openxmlformats.org/drawingml/2006/main">
              <a:ext uri="{FF2B5EF4-FFF2-40B4-BE49-F238E27FC236}">
                <a16:creationId xmlns:a16="http://schemas.microsoft.com/office/drawing/2014/main" id="{F8B42BE7-4C3F-4608-BF1A-BD1EA7D1F0AA}"/>
              </a:ext>
            </a:extLst>
          </p:cNvPr>
          <p:cNvSpPr>
            <a:spLocks xmlns:a="http://schemas.openxmlformats.org/drawingml/2006/main" noGrp="1"/>
          </p:cNvSpPr>
          <p:nvPr/>
        </p:nvSpPr>
        <p:spPr>
          <a:xfrm xmlns:a="http://schemas.openxmlformats.org/drawingml/2006/main">
            <a:off x="8848725" y="2238375"/>
            <a:ext cx="132397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Residual flow</a:t>
            </a:r>
          </a:p>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decoder Fθ</a:t>
            </a:r>
          </a:p>
        </p:txBody>
      </p:sp>
      <p:sp>
        <p:nvSpPr>
          <p:cNvPr id="154" name="element_117">
            <a:extLst xmlns:a="http://schemas.openxmlformats.org/drawingml/2006/main">
              <a:ext uri="{FF2B5EF4-FFF2-40B4-BE49-F238E27FC236}">
                <a16:creationId xmlns:a16="http://schemas.microsoft.com/office/drawing/2014/main" id="{35E7B286-6522-446F-82EB-D7FC952858C7}"/>
              </a:ext>
            </a:extLst>
          </p:cNvPr>
          <p:cNvSpPr>
            <a:spLocks xmlns:a="http://schemas.openxmlformats.org/drawingml/2006/main" noGrp="1"/>
          </p:cNvSpPr>
          <p:nvPr/>
        </p:nvSpPr>
        <p:spPr>
          <a:xfrm xmlns:a="http://schemas.openxmlformats.org/drawingml/2006/main">
            <a:off x="6171248" y="1122998"/>
            <a:ext cx="1905" cy="1905"/>
          </a:xfrm>
          <a:prstGeom xmlns:a="http://schemas.openxmlformats.org/drawingml/2006/main" prst="rect">
            <a:avLst/>
          </a:prstGeom>
          <a:noFill xmlns:a="http://schemas.openxmlformats.org/drawingml/2006/main"/>
          <a:ln xmlns:a="http://schemas.openxmlformats.org/drawingml/2006/main" w="0">
            <a:noFill/>
          </a:ln>
        </p:spPr>
      </p:sp>
      <p:sp>
        <p:nvSpPr>
          <p:cNvPr id="155" name="element_118">
            <a:extLst xmlns:a="http://schemas.openxmlformats.org/drawingml/2006/main">
              <a:ext uri="{FF2B5EF4-FFF2-40B4-BE49-F238E27FC236}">
                <a16:creationId xmlns:a16="http://schemas.microsoft.com/office/drawing/2014/main" id="{8DEA5E37-9DF5-455E-9A7E-F7841A28D95C}"/>
              </a:ext>
            </a:extLst>
          </p:cNvPr>
          <p:cNvSpPr>
            <a:spLocks xmlns:a="http://schemas.openxmlformats.org/drawingml/2006/main" noGrp="1"/>
          </p:cNvSpPr>
          <p:nvPr/>
        </p:nvSpPr>
        <p:spPr>
          <a:xfrm xmlns:a="http://schemas.openxmlformats.org/drawingml/2006/main">
            <a:off x="7971473" y="11229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198" name="直接箭头连接符 850"/>
          <p:cNvCxnSpPr>
            <a:stCxn xmlns:a="http://schemas.openxmlformats.org/drawingml/2006/main" id="154" idx="3"/>
            <a:endCxn xmlns:a="http://schemas.openxmlformats.org/drawingml/2006/main" id="155" idx="1"/>
          </p:cNvCxnSpPr>
          <p:nvPr/>
        </p:nvCxnSpPr>
        <p:spPr>
          <a:xfrm xmlns:a="http://schemas.openxmlformats.org/drawingml/2006/main">
            <a:off x="6173153" y="1123951"/>
            <a:ext cx="1798320" cy="0"/>
          </a:xfrm>
          <a:prstGeom xmlns:a="http://schemas.openxmlformats.org/drawingml/2006/main" prst="straightConnector1">
            <a:avLst/>
          </a:prstGeom>
          <a:ln xmlns:a="http://schemas.openxmlformats.org/drawingml/2006/main" w="16193">
            <a:solidFill>
              <a:srgbClr val="328FC1"/>
            </a:solidFill>
            <a:prstDash val="solid"/>
          </a:ln>
        </p:spPr>
      </p:cxnSp>
      <p:sp>
        <p:nvSpPr>
          <p:cNvPr id="157" name="element_119">
            <a:extLst xmlns:a="http://schemas.openxmlformats.org/drawingml/2006/main">
              <a:ext uri="{FF2B5EF4-FFF2-40B4-BE49-F238E27FC236}">
                <a16:creationId xmlns:a16="http://schemas.microsoft.com/office/drawing/2014/main" id="{E8E9D959-D13E-4881-87AB-DC1FBAE1F8CA}"/>
              </a:ext>
            </a:extLst>
          </p:cNvPr>
          <p:cNvSpPr>
            <a:spLocks xmlns:a="http://schemas.openxmlformats.org/drawingml/2006/main" noGrp="1"/>
          </p:cNvSpPr>
          <p:nvPr/>
        </p:nvSpPr>
        <p:spPr>
          <a:xfrm xmlns:a="http://schemas.openxmlformats.org/drawingml/2006/main">
            <a:off x="7971473" y="1122998"/>
            <a:ext cx="1905" cy="1905"/>
          </a:xfrm>
          <a:prstGeom xmlns:a="http://schemas.openxmlformats.org/drawingml/2006/main" prst="rect">
            <a:avLst/>
          </a:prstGeom>
          <a:noFill xmlns:a="http://schemas.openxmlformats.org/drawingml/2006/main"/>
          <a:ln xmlns:a="http://schemas.openxmlformats.org/drawingml/2006/main" w="0">
            <a:noFill/>
          </a:ln>
        </p:spPr>
      </p:sp>
      <p:sp>
        <p:nvSpPr>
          <p:cNvPr id="158" name="element_120">
            <a:extLst xmlns:a="http://schemas.openxmlformats.org/drawingml/2006/main">
              <a:ext uri="{FF2B5EF4-FFF2-40B4-BE49-F238E27FC236}">
                <a16:creationId xmlns:a16="http://schemas.microsoft.com/office/drawing/2014/main" id="{ACF13DB2-E6D2-4365-81F1-4BFE666C1D23}"/>
              </a:ext>
            </a:extLst>
          </p:cNvPr>
          <p:cNvSpPr>
            <a:spLocks xmlns:a="http://schemas.openxmlformats.org/drawingml/2006/main" noGrp="1"/>
          </p:cNvSpPr>
          <p:nvPr/>
        </p:nvSpPr>
        <p:spPr>
          <a:xfrm xmlns:a="http://schemas.openxmlformats.org/drawingml/2006/main">
            <a:off x="7971473" y="2323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1" name="直接箭头连接符 853"/>
          <p:cNvCxnSpPr>
            <a:stCxn xmlns:a="http://schemas.openxmlformats.org/drawingml/2006/main" id="157" idx="2"/>
            <a:endCxn xmlns:a="http://schemas.openxmlformats.org/drawingml/2006/main" id="158" idx="0"/>
          </p:cNvCxnSpPr>
          <p:nvPr/>
        </p:nvCxnSpPr>
        <p:spPr>
          <a:xfrm xmlns:a="http://schemas.openxmlformats.org/drawingml/2006/main">
            <a:off x="7972426" y="1124903"/>
            <a:ext cx="0" cy="1198245"/>
          </a:xfrm>
          <a:prstGeom xmlns:a="http://schemas.openxmlformats.org/drawingml/2006/main" prst="straightConnector1">
            <a:avLst/>
          </a:prstGeom>
          <a:ln xmlns:a="http://schemas.openxmlformats.org/drawingml/2006/main" w="16193">
            <a:solidFill>
              <a:srgbClr val="328FC1"/>
            </a:solidFill>
            <a:prstDash val="solid"/>
          </a:ln>
        </p:spPr>
      </p:cxnSp>
      <p:sp>
        <p:nvSpPr>
          <p:cNvPr id="160" name="element_121">
            <a:extLst xmlns:a="http://schemas.openxmlformats.org/drawingml/2006/main">
              <a:ext uri="{FF2B5EF4-FFF2-40B4-BE49-F238E27FC236}">
                <a16:creationId xmlns:a16="http://schemas.microsoft.com/office/drawing/2014/main" id="{9807F715-BDD6-41E2-9D6B-AEBC2CC68761}"/>
              </a:ext>
            </a:extLst>
          </p:cNvPr>
          <p:cNvSpPr>
            <a:spLocks xmlns:a="http://schemas.openxmlformats.org/drawingml/2006/main" noGrp="1"/>
          </p:cNvSpPr>
          <p:nvPr/>
        </p:nvSpPr>
        <p:spPr>
          <a:xfrm xmlns:a="http://schemas.openxmlformats.org/drawingml/2006/main">
            <a:off x="7971473" y="2323148"/>
            <a:ext cx="1905" cy="1905"/>
          </a:xfrm>
          <a:prstGeom xmlns:a="http://schemas.openxmlformats.org/drawingml/2006/main" prst="rect">
            <a:avLst/>
          </a:prstGeom>
          <a:noFill xmlns:a="http://schemas.openxmlformats.org/drawingml/2006/main"/>
          <a:ln xmlns:a="http://schemas.openxmlformats.org/drawingml/2006/main" w="0">
            <a:noFill/>
          </a:ln>
        </p:spPr>
      </p:sp>
      <p:sp>
        <p:nvSpPr>
          <p:cNvPr id="161" name="element_122">
            <a:extLst xmlns:a="http://schemas.openxmlformats.org/drawingml/2006/main">
              <a:ext uri="{FF2B5EF4-FFF2-40B4-BE49-F238E27FC236}">
                <a16:creationId xmlns:a16="http://schemas.microsoft.com/office/drawing/2014/main" id="{89977C25-7786-4B08-B760-E2A1CDA94CB8}"/>
              </a:ext>
            </a:extLst>
          </p:cNvPr>
          <p:cNvSpPr>
            <a:spLocks xmlns:a="http://schemas.openxmlformats.org/drawingml/2006/main" noGrp="1"/>
          </p:cNvSpPr>
          <p:nvPr/>
        </p:nvSpPr>
        <p:spPr>
          <a:xfrm xmlns:a="http://schemas.openxmlformats.org/drawingml/2006/main">
            <a:off x="8781098" y="23231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4" name="直接箭头连接符 856"/>
          <p:cNvCxnSpPr>
            <a:stCxn xmlns:a="http://schemas.openxmlformats.org/drawingml/2006/main" id="160" idx="3"/>
            <a:endCxn xmlns:a="http://schemas.openxmlformats.org/drawingml/2006/main" id="161" idx="1"/>
          </p:cNvCxnSpPr>
          <p:nvPr/>
        </p:nvCxnSpPr>
        <p:spPr>
          <a:xfrm xmlns:a="http://schemas.openxmlformats.org/drawingml/2006/main">
            <a:off x="7973378" y="2324101"/>
            <a:ext cx="807720" cy="0"/>
          </a:xfrm>
          <a:prstGeom xmlns:a="http://schemas.openxmlformats.org/drawingml/2006/main" prst="straightConnector1">
            <a:avLst/>
          </a:prstGeom>
          <a:ln xmlns:a="http://schemas.openxmlformats.org/drawingml/2006/main" w="16193">
            <a:solidFill>
              <a:srgbClr val="328FC1"/>
            </a:solidFill>
            <a:prstDash val="solid"/>
            <a:tailEnd type="triangle" w="sm" len="sm"/>
          </a:ln>
        </p:spPr>
      </p:cxnSp>
      <p:sp>
        <p:nvSpPr>
          <p:cNvPr id="163" name="element_123">
            <a:extLst xmlns:a="http://schemas.openxmlformats.org/drawingml/2006/main">
              <a:ext uri="{FF2B5EF4-FFF2-40B4-BE49-F238E27FC236}">
                <a16:creationId xmlns:a16="http://schemas.microsoft.com/office/drawing/2014/main" id="{C47B487E-9188-4A46-95C9-9DF861768452}"/>
              </a:ext>
            </a:extLst>
          </p:cNvPr>
          <p:cNvSpPr>
            <a:spLocks xmlns:a="http://schemas.openxmlformats.org/drawingml/2006/main" noGrp="1"/>
          </p:cNvSpPr>
          <p:nvPr/>
        </p:nvSpPr>
        <p:spPr>
          <a:xfrm xmlns:a="http://schemas.openxmlformats.org/drawingml/2006/main">
            <a:off x="5980748" y="2656523"/>
            <a:ext cx="1905" cy="1905"/>
          </a:xfrm>
          <a:prstGeom xmlns:a="http://schemas.openxmlformats.org/drawingml/2006/main" prst="rect">
            <a:avLst/>
          </a:prstGeom>
          <a:noFill xmlns:a="http://schemas.openxmlformats.org/drawingml/2006/main"/>
          <a:ln xmlns:a="http://schemas.openxmlformats.org/drawingml/2006/main" w="0">
            <a:noFill/>
          </a:ln>
        </p:spPr>
      </p:sp>
      <p:sp>
        <p:nvSpPr>
          <p:cNvPr id="164" name="element_124">
            <a:extLst xmlns:a="http://schemas.openxmlformats.org/drawingml/2006/main">
              <a:ext uri="{FF2B5EF4-FFF2-40B4-BE49-F238E27FC236}">
                <a16:creationId xmlns:a16="http://schemas.microsoft.com/office/drawing/2014/main" id="{BD89D21E-A637-4B01-843A-5F82266146CB}"/>
              </a:ext>
            </a:extLst>
          </p:cNvPr>
          <p:cNvSpPr>
            <a:spLocks xmlns:a="http://schemas.openxmlformats.org/drawingml/2006/main" noGrp="1"/>
          </p:cNvSpPr>
          <p:nvPr/>
        </p:nvSpPr>
        <p:spPr>
          <a:xfrm xmlns:a="http://schemas.openxmlformats.org/drawingml/2006/main">
            <a:off x="8200073" y="26565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07" name="直接箭头连接符 859"/>
          <p:cNvCxnSpPr>
            <a:endCxn xmlns:a="http://schemas.openxmlformats.org/drawingml/2006/main" id="164" idx="1"/>
          </p:cNvCxnSpPr>
          <p:nvPr/>
        </p:nvCxnSpPr>
        <p:spPr>
          <a:xfrm xmlns:a="http://schemas.openxmlformats.org/drawingml/2006/main">
            <a:off x="6141403" y="2657476"/>
            <a:ext cx="2058670" cy="0"/>
          </a:xfrm>
          <a:prstGeom xmlns:a="http://schemas.openxmlformats.org/drawingml/2006/main" prst="straightConnector1">
            <a:avLst/>
          </a:prstGeom>
          <a:ln xmlns:a="http://schemas.openxmlformats.org/drawingml/2006/main" w="16193">
            <a:solidFill>
              <a:srgbClr val="D39243"/>
            </a:solidFill>
            <a:prstDash val="solid"/>
          </a:ln>
        </p:spPr>
      </p:cxnSp>
      <p:sp>
        <p:nvSpPr>
          <p:cNvPr id="166" name="element_125">
            <a:extLst xmlns:a="http://schemas.openxmlformats.org/drawingml/2006/main">
              <a:ext uri="{FF2B5EF4-FFF2-40B4-BE49-F238E27FC236}">
                <a16:creationId xmlns:a16="http://schemas.microsoft.com/office/drawing/2014/main" id="{6E7E4BE0-3E02-4A6E-B646-88D88F4BDE66}"/>
              </a:ext>
            </a:extLst>
          </p:cNvPr>
          <p:cNvSpPr>
            <a:spLocks xmlns:a="http://schemas.openxmlformats.org/drawingml/2006/main" noGrp="1"/>
          </p:cNvSpPr>
          <p:nvPr/>
        </p:nvSpPr>
        <p:spPr>
          <a:xfrm xmlns:a="http://schemas.openxmlformats.org/drawingml/2006/main">
            <a:off x="8200073" y="2656523"/>
            <a:ext cx="1905" cy="1905"/>
          </a:xfrm>
          <a:prstGeom xmlns:a="http://schemas.openxmlformats.org/drawingml/2006/main" prst="rect">
            <a:avLst/>
          </a:prstGeom>
          <a:noFill xmlns:a="http://schemas.openxmlformats.org/drawingml/2006/main"/>
          <a:ln xmlns:a="http://schemas.openxmlformats.org/drawingml/2006/main" w="0">
            <a:noFill/>
          </a:ln>
        </p:spPr>
      </p:sp>
      <p:sp>
        <p:nvSpPr>
          <p:cNvPr id="167" name="element_126">
            <a:extLst xmlns:a="http://schemas.openxmlformats.org/drawingml/2006/main">
              <a:ext uri="{FF2B5EF4-FFF2-40B4-BE49-F238E27FC236}">
                <a16:creationId xmlns:a16="http://schemas.microsoft.com/office/drawing/2014/main" id="{6282DC50-3AF2-4229-BA85-8DF985245609}"/>
              </a:ext>
            </a:extLst>
          </p:cNvPr>
          <p:cNvSpPr>
            <a:spLocks xmlns:a="http://schemas.openxmlformats.org/drawingml/2006/main" noGrp="1"/>
          </p:cNvSpPr>
          <p:nvPr/>
        </p:nvSpPr>
        <p:spPr>
          <a:xfrm xmlns:a="http://schemas.openxmlformats.org/drawingml/2006/main">
            <a:off x="8200073" y="2789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0" name="直接箭头连接符 862"/>
          <p:cNvCxnSpPr>
            <a:stCxn xmlns:a="http://schemas.openxmlformats.org/drawingml/2006/main" id="166" idx="2"/>
            <a:endCxn xmlns:a="http://schemas.openxmlformats.org/drawingml/2006/main" id="167" idx="0"/>
          </p:cNvCxnSpPr>
          <p:nvPr/>
        </p:nvCxnSpPr>
        <p:spPr>
          <a:xfrm xmlns:a="http://schemas.openxmlformats.org/drawingml/2006/main">
            <a:off x="8201026" y="2658428"/>
            <a:ext cx="0" cy="131445"/>
          </a:xfrm>
          <a:prstGeom xmlns:a="http://schemas.openxmlformats.org/drawingml/2006/main" prst="straightConnector1">
            <a:avLst/>
          </a:prstGeom>
          <a:ln xmlns:a="http://schemas.openxmlformats.org/drawingml/2006/main" w="16193">
            <a:solidFill>
              <a:srgbClr val="D39243"/>
            </a:solidFill>
            <a:prstDash val="solid"/>
          </a:ln>
        </p:spPr>
      </p:cxnSp>
      <p:sp>
        <p:nvSpPr>
          <p:cNvPr id="169" name="element_127">
            <a:extLst xmlns:a="http://schemas.openxmlformats.org/drawingml/2006/main">
              <a:ext uri="{FF2B5EF4-FFF2-40B4-BE49-F238E27FC236}">
                <a16:creationId xmlns:a16="http://schemas.microsoft.com/office/drawing/2014/main" id="{5990E0E0-3887-40EF-AD47-4DB45CC3DCD8}"/>
              </a:ext>
            </a:extLst>
          </p:cNvPr>
          <p:cNvSpPr>
            <a:spLocks xmlns:a="http://schemas.openxmlformats.org/drawingml/2006/main" noGrp="1"/>
          </p:cNvSpPr>
          <p:nvPr/>
        </p:nvSpPr>
        <p:spPr>
          <a:xfrm xmlns:a="http://schemas.openxmlformats.org/drawingml/2006/main">
            <a:off x="8200073" y="2789873"/>
            <a:ext cx="1905" cy="1905"/>
          </a:xfrm>
          <a:prstGeom xmlns:a="http://schemas.openxmlformats.org/drawingml/2006/main" prst="rect">
            <a:avLst/>
          </a:prstGeom>
          <a:noFill xmlns:a="http://schemas.openxmlformats.org/drawingml/2006/main"/>
          <a:ln xmlns:a="http://schemas.openxmlformats.org/drawingml/2006/main" w="0">
            <a:noFill/>
          </a:ln>
        </p:spPr>
      </p:sp>
      <p:sp>
        <p:nvSpPr>
          <p:cNvPr id="170" name="element_128">
            <a:extLst xmlns:a="http://schemas.openxmlformats.org/drawingml/2006/main">
              <a:ext uri="{FF2B5EF4-FFF2-40B4-BE49-F238E27FC236}">
                <a16:creationId xmlns:a16="http://schemas.microsoft.com/office/drawing/2014/main" id="{D5872636-0586-459F-8CE7-2ECE8AF06FFC}"/>
              </a:ext>
            </a:extLst>
          </p:cNvPr>
          <p:cNvSpPr>
            <a:spLocks xmlns:a="http://schemas.openxmlformats.org/drawingml/2006/main" noGrp="1"/>
          </p:cNvSpPr>
          <p:nvPr/>
        </p:nvSpPr>
        <p:spPr>
          <a:xfrm xmlns:a="http://schemas.openxmlformats.org/drawingml/2006/main">
            <a:off x="8781098" y="2789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3" name="直接箭头连接符 865"/>
          <p:cNvCxnSpPr>
            <a:stCxn xmlns:a="http://schemas.openxmlformats.org/drawingml/2006/main" id="169" idx="3"/>
            <a:endCxn xmlns:a="http://schemas.openxmlformats.org/drawingml/2006/main" id="170" idx="1"/>
          </p:cNvCxnSpPr>
          <p:nvPr/>
        </p:nvCxnSpPr>
        <p:spPr>
          <a:xfrm xmlns:a="http://schemas.openxmlformats.org/drawingml/2006/main">
            <a:off x="8201978" y="2790826"/>
            <a:ext cx="579120" cy="0"/>
          </a:xfrm>
          <a:prstGeom xmlns:a="http://schemas.openxmlformats.org/drawingml/2006/main" prst="straightConnector1">
            <a:avLst/>
          </a:prstGeom>
          <a:ln xmlns:a="http://schemas.openxmlformats.org/drawingml/2006/main" w="16193">
            <a:solidFill>
              <a:srgbClr val="D39243"/>
            </a:solidFill>
            <a:prstDash val="solid"/>
            <a:tailEnd type="triangle" w="sm" len="sm"/>
          </a:ln>
        </p:spPr>
      </p:cxnSp>
      <p:sp>
        <p:nvSpPr>
          <p:cNvPr id="172" name="element_129">
            <a:extLst xmlns:a="http://schemas.openxmlformats.org/drawingml/2006/main">
              <a:ext uri="{FF2B5EF4-FFF2-40B4-BE49-F238E27FC236}">
                <a16:creationId xmlns:a16="http://schemas.microsoft.com/office/drawing/2014/main" id="{0241D8AC-FE03-4D10-9215-5F488B927C4C}"/>
              </a:ext>
            </a:extLst>
          </p:cNvPr>
          <p:cNvSpPr>
            <a:spLocks xmlns:a="http://schemas.openxmlformats.org/drawingml/2006/main" noGrp="1"/>
          </p:cNvSpPr>
          <p:nvPr/>
        </p:nvSpPr>
        <p:spPr>
          <a:xfrm xmlns:a="http://schemas.openxmlformats.org/drawingml/2006/main">
            <a:off x="6056948" y="34280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3" name="element_130">
            <a:extLst xmlns:a="http://schemas.openxmlformats.org/drawingml/2006/main">
              <a:ext uri="{FF2B5EF4-FFF2-40B4-BE49-F238E27FC236}">
                <a16:creationId xmlns:a16="http://schemas.microsoft.com/office/drawing/2014/main" id="{372056D5-74C2-495C-9D6E-CA2B8B4E68DD}"/>
              </a:ext>
            </a:extLst>
          </p:cNvPr>
          <p:cNvSpPr>
            <a:spLocks xmlns:a="http://schemas.openxmlformats.org/drawingml/2006/main" noGrp="1"/>
          </p:cNvSpPr>
          <p:nvPr/>
        </p:nvSpPr>
        <p:spPr>
          <a:xfrm xmlns:a="http://schemas.openxmlformats.org/drawingml/2006/main">
            <a:off x="8466773" y="3428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6" name="直接箭头连接符 868"/>
          <p:cNvCxnSpPr/>
          <p:nvPr/>
        </p:nvCxnSpPr>
        <p:spPr>
          <a:xfrm xmlns:a="http://schemas.openxmlformats.org/drawingml/2006/main">
            <a:off x="6058853" y="3429001"/>
            <a:ext cx="2407920" cy="0"/>
          </a:xfrm>
          <a:prstGeom xmlns:a="http://schemas.openxmlformats.org/drawingml/2006/main" prst="straightConnector1">
            <a:avLst/>
          </a:prstGeom>
          <a:ln xmlns:a="http://schemas.openxmlformats.org/drawingml/2006/main" w="16193">
            <a:solidFill>
              <a:srgbClr val="4C9998"/>
            </a:solidFill>
            <a:prstDash val="solid"/>
          </a:ln>
        </p:spPr>
      </p:cxnSp>
      <p:sp>
        <p:nvSpPr>
          <p:cNvPr id="175" name="element_131">
            <a:extLst xmlns:a="http://schemas.openxmlformats.org/drawingml/2006/main">
              <a:ext uri="{FF2B5EF4-FFF2-40B4-BE49-F238E27FC236}">
                <a16:creationId xmlns:a16="http://schemas.microsoft.com/office/drawing/2014/main" id="{144EAE40-1FD8-42F5-9771-D85FFFE46F75}"/>
              </a:ext>
            </a:extLst>
          </p:cNvPr>
          <p:cNvSpPr>
            <a:spLocks xmlns:a="http://schemas.openxmlformats.org/drawingml/2006/main" noGrp="1"/>
          </p:cNvSpPr>
          <p:nvPr/>
        </p:nvSpPr>
        <p:spPr>
          <a:xfrm xmlns:a="http://schemas.openxmlformats.org/drawingml/2006/main">
            <a:off x="8466773" y="34280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6" name="element_132">
            <a:extLst xmlns:a="http://schemas.openxmlformats.org/drawingml/2006/main">
              <a:ext uri="{FF2B5EF4-FFF2-40B4-BE49-F238E27FC236}">
                <a16:creationId xmlns:a16="http://schemas.microsoft.com/office/drawing/2014/main" id="{BF1C5F30-EF14-44B4-8AF2-F52B0564501E}"/>
              </a:ext>
            </a:extLst>
          </p:cNvPr>
          <p:cNvSpPr>
            <a:spLocks xmlns:a="http://schemas.openxmlformats.org/drawingml/2006/main" noGrp="1"/>
          </p:cNvSpPr>
          <p:nvPr/>
        </p:nvSpPr>
        <p:spPr>
          <a:xfrm xmlns:a="http://schemas.openxmlformats.org/drawingml/2006/main">
            <a:off x="8466773"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19" name="直接箭头连接符 871"/>
          <p:cNvCxnSpPr>
            <a:stCxn xmlns:a="http://schemas.openxmlformats.org/drawingml/2006/main" id="175" idx="0"/>
            <a:endCxn xmlns:a="http://schemas.openxmlformats.org/drawingml/2006/main" id="176" idx="2"/>
          </p:cNvCxnSpPr>
          <p:nvPr/>
        </p:nvCxnSpPr>
        <p:spPr>
          <a:xfrm xmlns:a="http://schemas.openxmlformats.org/drawingml/2006/main" flipV="1">
            <a:off x="8467726" y="3239453"/>
            <a:ext cx="0" cy="188595"/>
          </a:xfrm>
          <a:prstGeom xmlns:a="http://schemas.openxmlformats.org/drawingml/2006/main" prst="straightConnector1">
            <a:avLst/>
          </a:prstGeom>
          <a:ln xmlns:a="http://schemas.openxmlformats.org/drawingml/2006/main" w="16193">
            <a:solidFill>
              <a:srgbClr val="4C9998"/>
            </a:solidFill>
            <a:prstDash val="solid"/>
          </a:ln>
        </p:spPr>
      </p:cxnSp>
      <p:sp>
        <p:nvSpPr>
          <p:cNvPr id="178" name="element_133">
            <a:extLst xmlns:a="http://schemas.openxmlformats.org/drawingml/2006/main">
              <a:ext uri="{FF2B5EF4-FFF2-40B4-BE49-F238E27FC236}">
                <a16:creationId xmlns:a16="http://schemas.microsoft.com/office/drawing/2014/main" id="{7C865354-C6E9-4131-B8A6-8998472D43F1}"/>
              </a:ext>
            </a:extLst>
          </p:cNvPr>
          <p:cNvSpPr>
            <a:spLocks xmlns:a="http://schemas.openxmlformats.org/drawingml/2006/main" noGrp="1"/>
          </p:cNvSpPr>
          <p:nvPr/>
        </p:nvSpPr>
        <p:spPr>
          <a:xfrm xmlns:a="http://schemas.openxmlformats.org/drawingml/2006/main">
            <a:off x="8466773" y="3237548"/>
            <a:ext cx="1905" cy="1905"/>
          </a:xfrm>
          <a:prstGeom xmlns:a="http://schemas.openxmlformats.org/drawingml/2006/main" prst="rect">
            <a:avLst/>
          </a:prstGeom>
          <a:noFill xmlns:a="http://schemas.openxmlformats.org/drawingml/2006/main"/>
          <a:ln xmlns:a="http://schemas.openxmlformats.org/drawingml/2006/main" w="0">
            <a:noFill/>
          </a:ln>
        </p:spPr>
      </p:sp>
      <p:sp>
        <p:nvSpPr>
          <p:cNvPr id="179" name="element_134">
            <a:extLst xmlns:a="http://schemas.openxmlformats.org/drawingml/2006/main">
              <a:ext uri="{FF2B5EF4-FFF2-40B4-BE49-F238E27FC236}">
                <a16:creationId xmlns:a16="http://schemas.microsoft.com/office/drawing/2014/main" id="{F9BDBDE1-3DD5-4AB6-8C6A-21733F426060}"/>
              </a:ext>
            </a:extLst>
          </p:cNvPr>
          <p:cNvSpPr>
            <a:spLocks xmlns:a="http://schemas.openxmlformats.org/drawingml/2006/main" noGrp="1"/>
          </p:cNvSpPr>
          <p:nvPr/>
        </p:nvSpPr>
        <p:spPr>
          <a:xfrm xmlns:a="http://schemas.openxmlformats.org/drawingml/2006/main">
            <a:off x="8781098" y="32375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2" name="直接箭头连接符 874"/>
          <p:cNvCxnSpPr>
            <a:stCxn xmlns:a="http://schemas.openxmlformats.org/drawingml/2006/main" id="178" idx="3"/>
            <a:endCxn xmlns:a="http://schemas.openxmlformats.org/drawingml/2006/main" id="179" idx="1"/>
          </p:cNvCxnSpPr>
          <p:nvPr/>
        </p:nvCxnSpPr>
        <p:spPr>
          <a:xfrm xmlns:a="http://schemas.openxmlformats.org/drawingml/2006/main">
            <a:off x="8468678" y="3238501"/>
            <a:ext cx="312420" cy="0"/>
          </a:xfrm>
          <a:prstGeom xmlns:a="http://schemas.openxmlformats.org/drawingml/2006/main" prst="straightConnector1">
            <a:avLst/>
          </a:prstGeom>
          <a:ln xmlns:a="http://schemas.openxmlformats.org/drawingml/2006/main" w="16193">
            <a:solidFill>
              <a:srgbClr val="4C9998"/>
            </a:solidFill>
            <a:prstDash val="solid"/>
            <a:tailEnd type="triangle" w="sm" len="sm"/>
          </a:ln>
        </p:spPr>
      </p:cxnSp>
      <p:sp>
        <p:nvSpPr>
          <p:cNvPr id="181" name="element_135">
            <a:extLst xmlns:a="http://schemas.openxmlformats.org/drawingml/2006/main">
              <a:ext uri="{FF2B5EF4-FFF2-40B4-BE49-F238E27FC236}">
                <a16:creationId xmlns:a16="http://schemas.microsoft.com/office/drawing/2014/main" id="{82ABC7CA-650A-4A3B-A39C-DFB2B43713F5}"/>
              </a:ext>
            </a:extLst>
          </p:cNvPr>
          <p:cNvSpPr>
            <a:spLocks xmlns:a="http://schemas.openxmlformats.org/drawingml/2006/main" noGrp="1"/>
          </p:cNvSpPr>
          <p:nvPr/>
        </p:nvSpPr>
        <p:spPr>
          <a:xfrm xmlns:a="http://schemas.openxmlformats.org/drawingml/2006/main">
            <a:off x="6828473" y="4904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82" name="element_136">
            <a:extLst xmlns:a="http://schemas.openxmlformats.org/drawingml/2006/main">
              <a:ext uri="{FF2B5EF4-FFF2-40B4-BE49-F238E27FC236}">
                <a16:creationId xmlns:a16="http://schemas.microsoft.com/office/drawing/2014/main" id="{76023A1A-0A84-49E1-8B28-D74E3F97289A}"/>
              </a:ext>
            </a:extLst>
          </p:cNvPr>
          <p:cNvSpPr>
            <a:spLocks xmlns:a="http://schemas.openxmlformats.org/drawingml/2006/main" noGrp="1"/>
          </p:cNvSpPr>
          <p:nvPr/>
        </p:nvSpPr>
        <p:spPr>
          <a:xfrm xmlns:a="http://schemas.openxmlformats.org/drawingml/2006/main">
            <a:off x="7971473" y="49044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5" name="直接箭头连接符 877"/>
          <p:cNvCxnSpPr>
            <a:stCxn xmlns:a="http://schemas.openxmlformats.org/drawingml/2006/main" id="181" idx="3"/>
            <a:endCxn xmlns:a="http://schemas.openxmlformats.org/drawingml/2006/main" id="182" idx="1"/>
          </p:cNvCxnSpPr>
          <p:nvPr/>
        </p:nvCxnSpPr>
        <p:spPr>
          <a:xfrm xmlns:a="http://schemas.openxmlformats.org/drawingml/2006/main">
            <a:off x="6830378" y="4905376"/>
            <a:ext cx="1141095" cy="0"/>
          </a:xfrm>
          <a:prstGeom xmlns:a="http://schemas.openxmlformats.org/drawingml/2006/main" prst="straightConnector1">
            <a:avLst/>
          </a:prstGeom>
          <a:ln xmlns:a="http://schemas.openxmlformats.org/drawingml/2006/main" w="16193">
            <a:solidFill>
              <a:srgbClr val="579849"/>
            </a:solidFill>
            <a:prstDash val="solid"/>
          </a:ln>
        </p:spPr>
      </p:cxnSp>
      <p:sp>
        <p:nvSpPr>
          <p:cNvPr id="184" name="element_137">
            <a:extLst xmlns:a="http://schemas.openxmlformats.org/drawingml/2006/main">
              <a:ext uri="{FF2B5EF4-FFF2-40B4-BE49-F238E27FC236}">
                <a16:creationId xmlns:a16="http://schemas.microsoft.com/office/drawing/2014/main" id="{C2E39C45-4DB5-4A2E-BA84-EE170EC2620C}"/>
              </a:ext>
            </a:extLst>
          </p:cNvPr>
          <p:cNvSpPr>
            <a:spLocks xmlns:a="http://schemas.openxmlformats.org/drawingml/2006/main" noGrp="1"/>
          </p:cNvSpPr>
          <p:nvPr/>
        </p:nvSpPr>
        <p:spPr>
          <a:xfrm xmlns:a="http://schemas.openxmlformats.org/drawingml/2006/main">
            <a:off x="7971473" y="4904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85" name="element_138">
            <a:extLst xmlns:a="http://schemas.openxmlformats.org/drawingml/2006/main">
              <a:ext uri="{FF2B5EF4-FFF2-40B4-BE49-F238E27FC236}">
                <a16:creationId xmlns:a16="http://schemas.microsoft.com/office/drawing/2014/main" id="{69CEB715-39BF-4A92-82A9-31AF71290D40}"/>
              </a:ext>
            </a:extLst>
          </p:cNvPr>
          <p:cNvSpPr>
            <a:spLocks xmlns:a="http://schemas.openxmlformats.org/drawingml/2006/main" noGrp="1"/>
          </p:cNvSpPr>
          <p:nvPr/>
        </p:nvSpPr>
        <p:spPr>
          <a:xfrm xmlns:a="http://schemas.openxmlformats.org/drawingml/2006/main">
            <a:off x="7971473" y="36947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28" name="直接箭头连接符 880"/>
          <p:cNvCxnSpPr>
            <a:stCxn xmlns:a="http://schemas.openxmlformats.org/drawingml/2006/main" id="184" idx="0"/>
            <a:endCxn xmlns:a="http://schemas.openxmlformats.org/drawingml/2006/main" id="185" idx="2"/>
          </p:cNvCxnSpPr>
          <p:nvPr/>
        </p:nvCxnSpPr>
        <p:spPr>
          <a:xfrm xmlns:a="http://schemas.openxmlformats.org/drawingml/2006/main" flipV="1">
            <a:off x="7972426" y="3696653"/>
            <a:ext cx="0" cy="1207770"/>
          </a:xfrm>
          <a:prstGeom xmlns:a="http://schemas.openxmlformats.org/drawingml/2006/main" prst="straightConnector1">
            <a:avLst/>
          </a:prstGeom>
          <a:ln xmlns:a="http://schemas.openxmlformats.org/drawingml/2006/main" w="16193">
            <a:solidFill>
              <a:srgbClr val="579849"/>
            </a:solidFill>
            <a:prstDash val="solid"/>
          </a:ln>
        </p:spPr>
      </p:cxnSp>
      <p:sp>
        <p:nvSpPr>
          <p:cNvPr id="187" name="element_139">
            <a:extLst xmlns:a="http://schemas.openxmlformats.org/drawingml/2006/main">
              <a:ext uri="{FF2B5EF4-FFF2-40B4-BE49-F238E27FC236}">
                <a16:creationId xmlns:a16="http://schemas.microsoft.com/office/drawing/2014/main" id="{460251AC-D6AA-4470-AD76-F5FCD208D249}"/>
              </a:ext>
            </a:extLst>
          </p:cNvPr>
          <p:cNvSpPr>
            <a:spLocks xmlns:a="http://schemas.openxmlformats.org/drawingml/2006/main" noGrp="1"/>
          </p:cNvSpPr>
          <p:nvPr/>
        </p:nvSpPr>
        <p:spPr>
          <a:xfrm xmlns:a="http://schemas.openxmlformats.org/drawingml/2006/main">
            <a:off x="7971473" y="3694748"/>
            <a:ext cx="1905" cy="1905"/>
          </a:xfrm>
          <a:prstGeom xmlns:a="http://schemas.openxmlformats.org/drawingml/2006/main" prst="rect">
            <a:avLst/>
          </a:prstGeom>
          <a:noFill xmlns:a="http://schemas.openxmlformats.org/drawingml/2006/main"/>
          <a:ln xmlns:a="http://schemas.openxmlformats.org/drawingml/2006/main" w="0">
            <a:noFill/>
          </a:ln>
        </p:spPr>
      </p:sp>
      <p:sp>
        <p:nvSpPr>
          <p:cNvPr id="188" name="element_140">
            <a:extLst xmlns:a="http://schemas.openxmlformats.org/drawingml/2006/main">
              <a:ext uri="{FF2B5EF4-FFF2-40B4-BE49-F238E27FC236}">
                <a16:creationId xmlns:a16="http://schemas.microsoft.com/office/drawing/2014/main" id="{308B1464-EA6F-403C-BF43-EC269FE0168B}"/>
              </a:ext>
            </a:extLst>
          </p:cNvPr>
          <p:cNvSpPr>
            <a:spLocks xmlns:a="http://schemas.openxmlformats.org/drawingml/2006/main" noGrp="1"/>
          </p:cNvSpPr>
          <p:nvPr/>
        </p:nvSpPr>
        <p:spPr>
          <a:xfrm xmlns:a="http://schemas.openxmlformats.org/drawingml/2006/main">
            <a:off x="8781098" y="36947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31" name="直接箭头连接符 883"/>
          <p:cNvCxnSpPr>
            <a:stCxn xmlns:a="http://schemas.openxmlformats.org/drawingml/2006/main" id="187" idx="3"/>
            <a:endCxn xmlns:a="http://schemas.openxmlformats.org/drawingml/2006/main" id="188" idx="1"/>
          </p:cNvCxnSpPr>
          <p:nvPr/>
        </p:nvCxnSpPr>
        <p:spPr>
          <a:xfrm xmlns:a="http://schemas.openxmlformats.org/drawingml/2006/main">
            <a:off x="7973378" y="3695701"/>
            <a:ext cx="807720" cy="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190" name="element_141">
            <a:extLst xmlns:a="http://schemas.openxmlformats.org/drawingml/2006/main">
              <a:ext uri="{FF2B5EF4-FFF2-40B4-BE49-F238E27FC236}">
                <a16:creationId xmlns:a16="http://schemas.microsoft.com/office/drawing/2014/main" id="{32516B1B-6637-41AA-B141-74EB7556A3DB}"/>
              </a:ext>
            </a:extLst>
          </p:cNvPr>
          <p:cNvSpPr>
            <a:spLocks xmlns:a="http://schemas.openxmlformats.org/drawingml/2006/main" noGrp="1"/>
          </p:cNvSpPr>
          <p:nvPr/>
        </p:nvSpPr>
        <p:spPr>
          <a:xfrm xmlns:a="http://schemas.openxmlformats.org/drawingml/2006/main">
            <a:off x="8467725" y="1524000"/>
            <a:ext cx="2105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0">
                <a:solidFill>
                  <a:srgbClr val="142632"/>
                </a:solidFill>
                <a:latin typeface="Times New Roman"/>
                <a:ea typeface="Times New Roman"/>
                <a:cs typeface="Times New Roman"/>
              </a:defRPr>
            </a:pPr>
            <a:r>
              <a:rPr sz="1800" b="0">
                <a:solidFill>
                  <a:srgbClr val="142632"/>
                </a:solidFill>
                <a:latin typeface="Times New Roman"/>
                <a:ea typeface="Times New Roman"/>
                <a:cs typeface="Times New Roman"/>
              </a:rPr>
              <a:t>ε ∼ N(0,I)</a:t>
            </a:r>
          </a:p>
        </p:txBody>
      </p:sp>
      <p:sp>
        <p:nvSpPr>
          <p:cNvPr id="191" name="element_142">
            <a:extLst xmlns:a="http://schemas.openxmlformats.org/drawingml/2006/main">
              <a:ext uri="{FF2B5EF4-FFF2-40B4-BE49-F238E27FC236}">
                <a16:creationId xmlns:a16="http://schemas.microsoft.com/office/drawing/2014/main" id="{B2FC01F8-5C51-4749-8D69-4CEB435C4DC3}"/>
              </a:ext>
            </a:extLst>
          </p:cNvPr>
          <p:cNvSpPr>
            <a:spLocks xmlns:a="http://schemas.openxmlformats.org/drawingml/2006/main" noGrp="1"/>
          </p:cNvSpPr>
          <p:nvPr/>
        </p:nvSpPr>
        <p:spPr>
          <a:xfrm xmlns:a="http://schemas.openxmlformats.org/drawingml/2006/main">
            <a:off x="9514523" y="1856423"/>
            <a:ext cx="1905" cy="1905"/>
          </a:xfrm>
          <a:prstGeom xmlns:a="http://schemas.openxmlformats.org/drawingml/2006/main" prst="rect">
            <a:avLst/>
          </a:prstGeom>
          <a:noFill xmlns:a="http://schemas.openxmlformats.org/drawingml/2006/main"/>
          <a:ln xmlns:a="http://schemas.openxmlformats.org/drawingml/2006/main" w="0">
            <a:noFill/>
          </a:ln>
        </p:spPr>
      </p:sp>
      <p:sp>
        <p:nvSpPr>
          <p:cNvPr id="192" name="element_143">
            <a:extLst xmlns:a="http://schemas.openxmlformats.org/drawingml/2006/main">
              <a:ext uri="{FF2B5EF4-FFF2-40B4-BE49-F238E27FC236}">
                <a16:creationId xmlns:a16="http://schemas.microsoft.com/office/drawing/2014/main" id="{FD8DA3C4-C66F-4E5F-808B-56E52DF79E24}"/>
              </a:ext>
            </a:extLst>
          </p:cNvPr>
          <p:cNvSpPr>
            <a:spLocks xmlns:a="http://schemas.openxmlformats.org/drawingml/2006/main" noGrp="1"/>
          </p:cNvSpPr>
          <p:nvPr/>
        </p:nvSpPr>
        <p:spPr>
          <a:xfrm xmlns:a="http://schemas.openxmlformats.org/drawingml/2006/main">
            <a:off x="9514523" y="21421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35" name="直接箭头连接符 887"/>
          <p:cNvCxnSpPr>
            <a:stCxn xmlns:a="http://schemas.openxmlformats.org/drawingml/2006/main" id="191" idx="2"/>
            <a:endCxn xmlns:a="http://schemas.openxmlformats.org/drawingml/2006/main" id="192" idx="0"/>
          </p:cNvCxnSpPr>
          <p:nvPr/>
        </p:nvCxnSpPr>
        <p:spPr>
          <a:xfrm xmlns:a="http://schemas.openxmlformats.org/drawingml/2006/main">
            <a:off x="9515476" y="1858328"/>
            <a:ext cx="0" cy="2838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194" name="encoder_144">
            <a:extLst xmlns:a="http://schemas.openxmlformats.org/drawingml/2006/main">
              <a:ext uri="{FF2B5EF4-FFF2-40B4-BE49-F238E27FC236}">
                <a16:creationId xmlns:a16="http://schemas.microsoft.com/office/drawing/2014/main" id="{AB977703-DB73-4C13-8B47-A1FDB78ECFFE}"/>
              </a:ext>
            </a:extLst>
          </p:cNvPr>
          <p:cNvSpPr>
            <a:spLocks xmlns:a="http://schemas.openxmlformats.org/drawingml/2006/main" noGrp="1"/>
          </p:cNvSpPr>
          <p:nvPr/>
        </p:nvSpPr>
        <p:spPr>
          <a:xfrm xmlns:a="http://schemas.openxmlformats.org/drawingml/2006/main">
            <a:off x="9334500" y="4210050"/>
            <a:ext cx="371475" cy="85725"/>
          </a:xfrm>
          <a:custGeom xmlns:a="http://schemas.openxmlformats.org/drawingml/2006/main">
            <a:rect l="0" t="0" r="0" b="0"/>
            <a:pathLst>
              <a:path w="371475" h="85725">
                <a:moveTo>
                  <a:pt x="0" y="85725"/>
                </a:moveTo>
                <a:lnTo>
                  <a:pt x="85725" y="0"/>
                </a:lnTo>
                <a:lnTo>
                  <a:pt x="371475" y="0"/>
                </a:lnTo>
                <a:lnTo>
                  <a:pt x="285750" y="85725"/>
                </a:lnTo>
                <a:close/>
              </a:path>
            </a:pathLst>
          </a:custGeom>
          <a:solidFill xmlns:a="http://schemas.openxmlformats.org/drawingml/2006/main">
            <a:srgbClr val="E6DEEE"/>
          </a:solidFill>
          <a:ln xmlns:a="http://schemas.openxmlformats.org/drawingml/2006/main" w="11430">
            <a:solidFill>
              <a:srgbClr val="8F7DAB"/>
            </a:solidFill>
          </a:ln>
        </p:spPr>
      </p:sp>
      <p:sp>
        <p:nvSpPr>
          <p:cNvPr id="195" name="encoder_145">
            <a:extLst xmlns:a="http://schemas.openxmlformats.org/drawingml/2006/main">
              <a:ext uri="{FF2B5EF4-FFF2-40B4-BE49-F238E27FC236}">
                <a16:creationId xmlns:a16="http://schemas.microsoft.com/office/drawing/2014/main" id="{2FFB8B0A-18E3-47D8-A783-C4D21F1CFFCF}"/>
              </a:ext>
            </a:extLst>
          </p:cNvPr>
          <p:cNvSpPr>
            <a:spLocks xmlns:a="http://schemas.openxmlformats.org/drawingml/2006/main" noGrp="1"/>
          </p:cNvSpPr>
          <p:nvPr/>
        </p:nvSpPr>
        <p:spPr>
          <a:xfrm xmlns:a="http://schemas.openxmlformats.org/drawingml/2006/main">
            <a:off x="9620250" y="4210050"/>
            <a:ext cx="85725" cy="561975"/>
          </a:xfrm>
          <a:custGeom xmlns:a="http://schemas.openxmlformats.org/drawingml/2006/main">
            <a:rect l="0" t="0" r="0" b="0"/>
            <a:pathLst>
              <a:path w="85725" h="561975">
                <a:moveTo>
                  <a:pt x="0" y="85725"/>
                </a:moveTo>
                <a:lnTo>
                  <a:pt x="85725" y="0"/>
                </a:lnTo>
                <a:lnTo>
                  <a:pt x="85725" y="476250"/>
                </a:lnTo>
                <a:lnTo>
                  <a:pt x="0" y="561975"/>
                </a:lnTo>
                <a:close/>
              </a:path>
            </a:pathLst>
          </a:custGeom>
          <a:solidFill xmlns:a="http://schemas.openxmlformats.org/drawingml/2006/main">
            <a:srgbClr val="E6DEEE"/>
          </a:solidFill>
          <a:ln xmlns:a="http://schemas.openxmlformats.org/drawingml/2006/main" w="11430">
            <a:solidFill>
              <a:srgbClr val="8F7DAB"/>
            </a:solidFill>
          </a:ln>
        </p:spPr>
      </p:sp>
      <p:sp>
        <p:nvSpPr>
          <p:cNvPr id="196" name="element_146">
            <a:extLst xmlns:a="http://schemas.openxmlformats.org/drawingml/2006/main">
              <a:ext uri="{FF2B5EF4-FFF2-40B4-BE49-F238E27FC236}">
                <a16:creationId xmlns:a16="http://schemas.microsoft.com/office/drawing/2014/main" id="{BB5891B2-FFA2-4D0D-A50E-1919C8B2A554}"/>
              </a:ext>
            </a:extLst>
          </p:cNvPr>
          <p:cNvSpPr>
            <a:spLocks xmlns:a="http://schemas.openxmlformats.org/drawingml/2006/main" noGrp="1"/>
          </p:cNvSpPr>
          <p:nvPr/>
        </p:nvSpPr>
        <p:spPr>
          <a:xfrm xmlns:a="http://schemas.openxmlformats.org/drawingml/2006/main">
            <a:off x="9334500" y="4295775"/>
            <a:ext cx="285750" cy="476250"/>
          </a:xfrm>
          <a:prstGeom xmlns:a="http://schemas.openxmlformats.org/drawingml/2006/main" prst="rect">
            <a:avLst/>
          </a:prstGeom>
          <a:solidFill xmlns:a="http://schemas.openxmlformats.org/drawingml/2006/main">
            <a:srgbClr val="E6DEEE"/>
          </a:solidFill>
          <a:ln xmlns:a="http://schemas.openxmlformats.org/drawingml/2006/main" w="10478">
            <a:solidFill>
              <a:srgbClr val="8F7DAB"/>
            </a:solidFill>
          </a:ln>
        </p:spPr>
      </p:sp>
      <p:sp>
        <p:nvSpPr>
          <p:cNvPr id="197" name="element_147">
            <a:extLst xmlns:a="http://schemas.openxmlformats.org/drawingml/2006/main">
              <a:ext uri="{FF2B5EF4-FFF2-40B4-BE49-F238E27FC236}">
                <a16:creationId xmlns:a16="http://schemas.microsoft.com/office/drawing/2014/main" id="{58A30ED9-A564-41C1-AECC-570E699B1C87}"/>
              </a:ext>
            </a:extLst>
          </p:cNvPr>
          <p:cNvSpPr>
            <a:spLocks xmlns:a="http://schemas.openxmlformats.org/drawingml/2006/main" noGrp="1"/>
          </p:cNvSpPr>
          <p:nvPr/>
        </p:nvSpPr>
        <p:spPr>
          <a:xfrm xmlns:a="http://schemas.openxmlformats.org/drawingml/2006/main">
            <a:off x="9428798" y="4294823"/>
            <a:ext cx="1905" cy="1905"/>
          </a:xfrm>
          <a:prstGeom xmlns:a="http://schemas.openxmlformats.org/drawingml/2006/main" prst="rect">
            <a:avLst/>
          </a:prstGeom>
          <a:noFill xmlns:a="http://schemas.openxmlformats.org/drawingml/2006/main"/>
          <a:ln xmlns:a="http://schemas.openxmlformats.org/drawingml/2006/main" w="0">
            <a:noFill/>
          </a:ln>
        </p:spPr>
      </p:sp>
      <p:sp>
        <p:nvSpPr>
          <p:cNvPr id="198" name="element_148">
            <a:extLst xmlns:a="http://schemas.openxmlformats.org/drawingml/2006/main">
              <a:ext uri="{FF2B5EF4-FFF2-40B4-BE49-F238E27FC236}">
                <a16:creationId xmlns:a16="http://schemas.microsoft.com/office/drawing/2014/main" id="{5B361670-53A2-4B22-981B-42A408EA4F9E}"/>
              </a:ext>
            </a:extLst>
          </p:cNvPr>
          <p:cNvSpPr>
            <a:spLocks xmlns:a="http://schemas.openxmlformats.org/drawingml/2006/main" noGrp="1"/>
          </p:cNvSpPr>
          <p:nvPr/>
        </p:nvSpPr>
        <p:spPr>
          <a:xfrm xmlns:a="http://schemas.openxmlformats.org/drawingml/2006/main">
            <a:off x="9428798" y="4771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41" name="直接箭头连接符 893"/>
          <p:cNvCxnSpPr>
            <a:stCxn xmlns:a="http://schemas.openxmlformats.org/drawingml/2006/main" id="197" idx="2"/>
            <a:endCxn xmlns:a="http://schemas.openxmlformats.org/drawingml/2006/main" id="198" idx="0"/>
          </p:cNvCxnSpPr>
          <p:nvPr/>
        </p:nvCxnSpPr>
        <p:spPr>
          <a:xfrm xmlns:a="http://schemas.openxmlformats.org/drawingml/2006/main">
            <a:off x="9429751" y="4296728"/>
            <a:ext cx="0" cy="474345"/>
          </a:xfrm>
          <a:prstGeom xmlns:a="http://schemas.openxmlformats.org/drawingml/2006/main" prst="straightConnector1">
            <a:avLst/>
          </a:prstGeom>
          <a:ln xmlns:a="http://schemas.openxmlformats.org/drawingml/2006/main" w="16193">
            <a:solidFill>
              <a:srgbClr val="8F7DAB"/>
            </a:solidFill>
            <a:prstDash val="solid"/>
          </a:ln>
        </p:spPr>
      </p:cxnSp>
      <p:sp>
        <p:nvSpPr>
          <p:cNvPr id="200" name="element_149">
            <a:extLst xmlns:a="http://schemas.openxmlformats.org/drawingml/2006/main">
              <a:ext uri="{FF2B5EF4-FFF2-40B4-BE49-F238E27FC236}">
                <a16:creationId xmlns:a16="http://schemas.microsoft.com/office/drawing/2014/main" id="{0E5867E5-1058-4CF4-B0D7-DC97F3D8FB70}"/>
              </a:ext>
            </a:extLst>
          </p:cNvPr>
          <p:cNvSpPr>
            <a:spLocks xmlns:a="http://schemas.openxmlformats.org/drawingml/2006/main" noGrp="1"/>
          </p:cNvSpPr>
          <p:nvPr/>
        </p:nvSpPr>
        <p:spPr>
          <a:xfrm xmlns:a="http://schemas.openxmlformats.org/drawingml/2006/main">
            <a:off x="9524048" y="4294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01" name="element_150">
            <a:extLst xmlns:a="http://schemas.openxmlformats.org/drawingml/2006/main">
              <a:ext uri="{FF2B5EF4-FFF2-40B4-BE49-F238E27FC236}">
                <a16:creationId xmlns:a16="http://schemas.microsoft.com/office/drawing/2014/main" id="{0CC62B15-4BA0-4E5D-81A2-54E585CAB162}"/>
              </a:ext>
            </a:extLst>
          </p:cNvPr>
          <p:cNvSpPr>
            <a:spLocks xmlns:a="http://schemas.openxmlformats.org/drawingml/2006/main" noGrp="1"/>
          </p:cNvSpPr>
          <p:nvPr/>
        </p:nvSpPr>
        <p:spPr>
          <a:xfrm xmlns:a="http://schemas.openxmlformats.org/drawingml/2006/main">
            <a:off x="9524048" y="4771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44" name="直接箭头连接符 896"/>
          <p:cNvCxnSpPr>
            <a:stCxn xmlns:a="http://schemas.openxmlformats.org/drawingml/2006/main" id="200" idx="2"/>
            <a:endCxn xmlns:a="http://schemas.openxmlformats.org/drawingml/2006/main" id="201" idx="0"/>
          </p:cNvCxnSpPr>
          <p:nvPr/>
        </p:nvCxnSpPr>
        <p:spPr>
          <a:xfrm xmlns:a="http://schemas.openxmlformats.org/drawingml/2006/main">
            <a:off x="9525001" y="4296728"/>
            <a:ext cx="0" cy="474345"/>
          </a:xfrm>
          <a:prstGeom xmlns:a="http://schemas.openxmlformats.org/drawingml/2006/main" prst="straightConnector1">
            <a:avLst/>
          </a:prstGeom>
          <a:ln xmlns:a="http://schemas.openxmlformats.org/drawingml/2006/main" w="16193">
            <a:solidFill>
              <a:srgbClr val="8F7DAB"/>
            </a:solidFill>
            <a:prstDash val="solid"/>
          </a:ln>
        </p:spPr>
      </p:cxnSp>
      <p:sp>
        <p:nvSpPr>
          <p:cNvPr id="203" name="element_151">
            <a:extLst xmlns:a="http://schemas.openxmlformats.org/drawingml/2006/main">
              <a:ext uri="{FF2B5EF4-FFF2-40B4-BE49-F238E27FC236}">
                <a16:creationId xmlns:a16="http://schemas.microsoft.com/office/drawing/2014/main" id="{B5C4AD1D-8952-40BA-BE82-CCE7DA684426}"/>
              </a:ext>
            </a:extLst>
          </p:cNvPr>
          <p:cNvSpPr>
            <a:spLocks xmlns:a="http://schemas.openxmlformats.org/drawingml/2006/main" noGrp="1"/>
          </p:cNvSpPr>
          <p:nvPr/>
        </p:nvSpPr>
        <p:spPr>
          <a:xfrm xmlns:a="http://schemas.openxmlformats.org/drawingml/2006/main">
            <a:off x="9333548" y="4390073"/>
            <a:ext cx="1905" cy="1905"/>
          </a:xfrm>
          <a:prstGeom xmlns:a="http://schemas.openxmlformats.org/drawingml/2006/main" prst="rect">
            <a:avLst/>
          </a:prstGeom>
          <a:noFill xmlns:a="http://schemas.openxmlformats.org/drawingml/2006/main"/>
          <a:ln xmlns:a="http://schemas.openxmlformats.org/drawingml/2006/main" w="0">
            <a:noFill/>
          </a:ln>
        </p:spPr>
      </p:sp>
      <p:sp>
        <p:nvSpPr>
          <p:cNvPr id="204" name="element_152">
            <a:extLst xmlns:a="http://schemas.openxmlformats.org/drawingml/2006/main">
              <a:ext uri="{FF2B5EF4-FFF2-40B4-BE49-F238E27FC236}">
                <a16:creationId xmlns:a16="http://schemas.microsoft.com/office/drawing/2014/main" id="{B1DA31A3-C7B6-47DA-B454-33C3D09A51BA}"/>
              </a:ext>
            </a:extLst>
          </p:cNvPr>
          <p:cNvSpPr>
            <a:spLocks xmlns:a="http://schemas.openxmlformats.org/drawingml/2006/main" noGrp="1"/>
          </p:cNvSpPr>
          <p:nvPr/>
        </p:nvSpPr>
        <p:spPr>
          <a:xfrm xmlns:a="http://schemas.openxmlformats.org/drawingml/2006/main">
            <a:off x="9619298" y="43900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47" name="直接箭头连接符 899"/>
          <p:cNvCxnSpPr>
            <a:stCxn xmlns:a="http://schemas.openxmlformats.org/drawingml/2006/main" id="203" idx="3"/>
            <a:endCxn xmlns:a="http://schemas.openxmlformats.org/drawingml/2006/main" id="204" idx="1"/>
          </p:cNvCxnSpPr>
          <p:nvPr/>
        </p:nvCxnSpPr>
        <p:spPr>
          <a:xfrm xmlns:a="http://schemas.openxmlformats.org/drawingml/2006/main">
            <a:off x="9335453" y="439102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06" name="element_153">
            <a:extLst xmlns:a="http://schemas.openxmlformats.org/drawingml/2006/main">
              <a:ext uri="{FF2B5EF4-FFF2-40B4-BE49-F238E27FC236}">
                <a16:creationId xmlns:a16="http://schemas.microsoft.com/office/drawing/2014/main" id="{1702C955-858F-400A-9BD0-F44A3D9433E2}"/>
              </a:ext>
            </a:extLst>
          </p:cNvPr>
          <p:cNvSpPr>
            <a:spLocks xmlns:a="http://schemas.openxmlformats.org/drawingml/2006/main" noGrp="1"/>
          </p:cNvSpPr>
          <p:nvPr/>
        </p:nvSpPr>
        <p:spPr>
          <a:xfrm xmlns:a="http://schemas.openxmlformats.org/drawingml/2006/main">
            <a:off x="9333548" y="4485323"/>
            <a:ext cx="1905" cy="1905"/>
          </a:xfrm>
          <a:prstGeom xmlns:a="http://schemas.openxmlformats.org/drawingml/2006/main" prst="rect">
            <a:avLst/>
          </a:prstGeom>
          <a:noFill xmlns:a="http://schemas.openxmlformats.org/drawingml/2006/main"/>
          <a:ln xmlns:a="http://schemas.openxmlformats.org/drawingml/2006/main" w="0">
            <a:noFill/>
          </a:ln>
        </p:spPr>
      </p:sp>
      <p:sp>
        <p:nvSpPr>
          <p:cNvPr id="207" name="element_154">
            <a:extLst xmlns:a="http://schemas.openxmlformats.org/drawingml/2006/main">
              <a:ext uri="{FF2B5EF4-FFF2-40B4-BE49-F238E27FC236}">
                <a16:creationId xmlns:a16="http://schemas.microsoft.com/office/drawing/2014/main" id="{22931458-20EB-4E60-9812-3E80EB7C4BF2}"/>
              </a:ext>
            </a:extLst>
          </p:cNvPr>
          <p:cNvSpPr>
            <a:spLocks xmlns:a="http://schemas.openxmlformats.org/drawingml/2006/main" noGrp="1"/>
          </p:cNvSpPr>
          <p:nvPr/>
        </p:nvSpPr>
        <p:spPr>
          <a:xfrm xmlns:a="http://schemas.openxmlformats.org/drawingml/2006/main">
            <a:off x="9619298" y="4485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0" name="直接箭头连接符 902"/>
          <p:cNvCxnSpPr>
            <a:stCxn xmlns:a="http://schemas.openxmlformats.org/drawingml/2006/main" id="206" idx="3"/>
            <a:endCxn xmlns:a="http://schemas.openxmlformats.org/drawingml/2006/main" id="207" idx="1"/>
          </p:cNvCxnSpPr>
          <p:nvPr/>
        </p:nvCxnSpPr>
        <p:spPr>
          <a:xfrm xmlns:a="http://schemas.openxmlformats.org/drawingml/2006/main">
            <a:off x="9335453" y="448627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09" name="element_155">
            <a:extLst xmlns:a="http://schemas.openxmlformats.org/drawingml/2006/main">
              <a:ext uri="{FF2B5EF4-FFF2-40B4-BE49-F238E27FC236}">
                <a16:creationId xmlns:a16="http://schemas.microsoft.com/office/drawing/2014/main" id="{D3D08918-01DB-4383-95E2-03E7098D8AEF}"/>
              </a:ext>
            </a:extLst>
          </p:cNvPr>
          <p:cNvSpPr>
            <a:spLocks xmlns:a="http://schemas.openxmlformats.org/drawingml/2006/main" noGrp="1"/>
          </p:cNvSpPr>
          <p:nvPr/>
        </p:nvSpPr>
        <p:spPr>
          <a:xfrm xmlns:a="http://schemas.openxmlformats.org/drawingml/2006/main">
            <a:off x="9333548" y="4580573"/>
            <a:ext cx="1905" cy="1905"/>
          </a:xfrm>
          <a:prstGeom xmlns:a="http://schemas.openxmlformats.org/drawingml/2006/main" prst="rect">
            <a:avLst/>
          </a:prstGeom>
          <a:noFill xmlns:a="http://schemas.openxmlformats.org/drawingml/2006/main"/>
          <a:ln xmlns:a="http://schemas.openxmlformats.org/drawingml/2006/main" w="0">
            <a:noFill/>
          </a:ln>
        </p:spPr>
      </p:sp>
      <p:sp>
        <p:nvSpPr>
          <p:cNvPr id="210" name="element_156">
            <a:extLst xmlns:a="http://schemas.openxmlformats.org/drawingml/2006/main">
              <a:ext uri="{FF2B5EF4-FFF2-40B4-BE49-F238E27FC236}">
                <a16:creationId xmlns:a16="http://schemas.microsoft.com/office/drawing/2014/main" id="{38B3EA12-D463-4F42-91DB-4BFE8D475DAE}"/>
              </a:ext>
            </a:extLst>
          </p:cNvPr>
          <p:cNvSpPr>
            <a:spLocks xmlns:a="http://schemas.openxmlformats.org/drawingml/2006/main" noGrp="1"/>
          </p:cNvSpPr>
          <p:nvPr/>
        </p:nvSpPr>
        <p:spPr>
          <a:xfrm xmlns:a="http://schemas.openxmlformats.org/drawingml/2006/main">
            <a:off x="9619298" y="4580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3" name="直接箭头连接符 905"/>
          <p:cNvCxnSpPr>
            <a:stCxn xmlns:a="http://schemas.openxmlformats.org/drawingml/2006/main" id="209" idx="3"/>
            <a:endCxn xmlns:a="http://schemas.openxmlformats.org/drawingml/2006/main" id="210" idx="1"/>
          </p:cNvCxnSpPr>
          <p:nvPr/>
        </p:nvCxnSpPr>
        <p:spPr>
          <a:xfrm xmlns:a="http://schemas.openxmlformats.org/drawingml/2006/main">
            <a:off x="9335453" y="458152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12" name="element_157">
            <a:extLst xmlns:a="http://schemas.openxmlformats.org/drawingml/2006/main">
              <a:ext uri="{FF2B5EF4-FFF2-40B4-BE49-F238E27FC236}">
                <a16:creationId xmlns:a16="http://schemas.microsoft.com/office/drawing/2014/main" id="{AB2D1B06-402B-418B-BF70-4215F3E452F4}"/>
              </a:ext>
            </a:extLst>
          </p:cNvPr>
          <p:cNvSpPr>
            <a:spLocks xmlns:a="http://schemas.openxmlformats.org/drawingml/2006/main" noGrp="1"/>
          </p:cNvSpPr>
          <p:nvPr/>
        </p:nvSpPr>
        <p:spPr>
          <a:xfrm xmlns:a="http://schemas.openxmlformats.org/drawingml/2006/main">
            <a:off x="9333548" y="4675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13" name="element_158">
            <a:extLst xmlns:a="http://schemas.openxmlformats.org/drawingml/2006/main">
              <a:ext uri="{FF2B5EF4-FFF2-40B4-BE49-F238E27FC236}">
                <a16:creationId xmlns:a16="http://schemas.microsoft.com/office/drawing/2014/main" id="{79680351-D07C-4156-8E7C-356E9BE2B17B}"/>
              </a:ext>
            </a:extLst>
          </p:cNvPr>
          <p:cNvSpPr>
            <a:spLocks xmlns:a="http://schemas.openxmlformats.org/drawingml/2006/main" noGrp="1"/>
          </p:cNvSpPr>
          <p:nvPr/>
        </p:nvSpPr>
        <p:spPr>
          <a:xfrm xmlns:a="http://schemas.openxmlformats.org/drawingml/2006/main">
            <a:off x="9619298" y="4675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6" name="直接箭头连接符 908"/>
          <p:cNvCxnSpPr>
            <a:stCxn xmlns:a="http://schemas.openxmlformats.org/drawingml/2006/main" id="212" idx="3"/>
            <a:endCxn xmlns:a="http://schemas.openxmlformats.org/drawingml/2006/main" id="213" idx="1"/>
          </p:cNvCxnSpPr>
          <p:nvPr/>
        </p:nvCxnSpPr>
        <p:spPr>
          <a:xfrm xmlns:a="http://schemas.openxmlformats.org/drawingml/2006/main">
            <a:off x="9335453" y="4676776"/>
            <a:ext cx="283845" cy="0"/>
          </a:xfrm>
          <a:prstGeom xmlns:a="http://schemas.openxmlformats.org/drawingml/2006/main" prst="straightConnector1">
            <a:avLst/>
          </a:prstGeom>
          <a:ln xmlns:a="http://schemas.openxmlformats.org/drawingml/2006/main" w="16193">
            <a:solidFill>
              <a:srgbClr val="8F7DAB"/>
            </a:solidFill>
            <a:prstDash val="solid"/>
          </a:ln>
        </p:spPr>
      </p:cxnSp>
      <p:sp>
        <p:nvSpPr>
          <p:cNvPr id="215" name="element_159">
            <a:extLst xmlns:a="http://schemas.openxmlformats.org/drawingml/2006/main">
              <a:ext uri="{FF2B5EF4-FFF2-40B4-BE49-F238E27FC236}">
                <a16:creationId xmlns:a16="http://schemas.microsoft.com/office/drawing/2014/main" id="{9D52F3ED-4436-4F3C-B182-35D9AC6773EF}"/>
              </a:ext>
            </a:extLst>
          </p:cNvPr>
          <p:cNvSpPr>
            <a:spLocks xmlns:a="http://schemas.openxmlformats.org/drawingml/2006/main" noGrp="1"/>
          </p:cNvSpPr>
          <p:nvPr/>
        </p:nvSpPr>
        <p:spPr>
          <a:xfrm xmlns:a="http://schemas.openxmlformats.org/drawingml/2006/main">
            <a:off x="9514523" y="3866198"/>
            <a:ext cx="1905" cy="1905"/>
          </a:xfrm>
          <a:prstGeom xmlns:a="http://schemas.openxmlformats.org/drawingml/2006/main" prst="rect">
            <a:avLst/>
          </a:prstGeom>
          <a:noFill xmlns:a="http://schemas.openxmlformats.org/drawingml/2006/main"/>
          <a:ln xmlns:a="http://schemas.openxmlformats.org/drawingml/2006/main" w="0">
            <a:noFill/>
          </a:ln>
        </p:spPr>
      </p:sp>
      <p:sp>
        <p:nvSpPr>
          <p:cNvPr id="216" name="element_160">
            <a:extLst xmlns:a="http://schemas.openxmlformats.org/drawingml/2006/main">
              <a:ext uri="{FF2B5EF4-FFF2-40B4-BE49-F238E27FC236}">
                <a16:creationId xmlns:a16="http://schemas.microsoft.com/office/drawing/2014/main" id="{0C124A17-0222-4E37-86CC-FD9BB28E510D}"/>
              </a:ext>
            </a:extLst>
          </p:cNvPr>
          <p:cNvSpPr>
            <a:spLocks xmlns:a="http://schemas.openxmlformats.org/drawingml/2006/main" noGrp="1"/>
          </p:cNvSpPr>
          <p:nvPr/>
        </p:nvSpPr>
        <p:spPr>
          <a:xfrm xmlns:a="http://schemas.openxmlformats.org/drawingml/2006/main">
            <a:off x="9514523" y="42090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59" name="直接箭头连接符 911"/>
          <p:cNvCxnSpPr>
            <a:stCxn xmlns:a="http://schemas.openxmlformats.org/drawingml/2006/main" id="215" idx="2"/>
            <a:endCxn xmlns:a="http://schemas.openxmlformats.org/drawingml/2006/main" id="216" idx="0"/>
          </p:cNvCxnSpPr>
          <p:nvPr/>
        </p:nvCxnSpPr>
        <p:spPr>
          <a:xfrm xmlns:a="http://schemas.openxmlformats.org/drawingml/2006/main">
            <a:off x="9515476" y="3868103"/>
            <a:ext cx="0" cy="340995"/>
          </a:xfrm>
          <a:prstGeom xmlns:a="http://schemas.openxmlformats.org/drawingml/2006/main" prst="straightConnector1">
            <a:avLst/>
          </a:prstGeom>
          <a:ln xmlns:a="http://schemas.openxmlformats.org/drawingml/2006/main" w="16193">
            <a:solidFill>
              <a:srgbClr val="8F7DAB"/>
            </a:solidFill>
            <a:prstDash val="solid"/>
            <a:tailEnd type="triangle" w="sm" len="sm"/>
          </a:ln>
        </p:spPr>
      </p:cxnSp>
      <p:sp>
        <p:nvSpPr>
          <p:cNvPr id="218" name="element_161">
            <a:extLst xmlns:a="http://schemas.openxmlformats.org/drawingml/2006/main">
              <a:ext uri="{FF2B5EF4-FFF2-40B4-BE49-F238E27FC236}">
                <a16:creationId xmlns:a16="http://schemas.microsoft.com/office/drawing/2014/main" id="{5D9EAF2C-E038-4EA5-89D1-72892180DEAD}"/>
              </a:ext>
            </a:extLst>
          </p:cNvPr>
          <p:cNvSpPr>
            <a:spLocks xmlns:a="http://schemas.openxmlformats.org/drawingml/2006/main" noGrp="1"/>
          </p:cNvSpPr>
          <p:nvPr/>
        </p:nvSpPr>
        <p:spPr>
          <a:xfrm xmlns:a="http://schemas.openxmlformats.org/drawingml/2006/main">
            <a:off x="9810750" y="4324350"/>
            <a:ext cx="66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r̂ [T,52]</a:t>
            </a:r>
          </a:p>
        </p:txBody>
      </p:sp>
      <p:sp>
        <p:nvSpPr>
          <p:cNvPr id="219" name="element_162">
            <a:extLst xmlns:a="http://schemas.openxmlformats.org/drawingml/2006/main">
              <a:ext uri="{FF2B5EF4-FFF2-40B4-BE49-F238E27FC236}">
                <a16:creationId xmlns:a16="http://schemas.microsoft.com/office/drawing/2014/main" id="{D73EB7CA-0044-492C-94A7-549F0D95A661}"/>
              </a:ext>
            </a:extLst>
          </p:cNvPr>
          <p:cNvSpPr>
            <a:spLocks xmlns:a="http://schemas.openxmlformats.org/drawingml/2006/main" noGrp="1"/>
          </p:cNvSpPr>
          <p:nvPr/>
        </p:nvSpPr>
        <p:spPr>
          <a:xfrm xmlns:a="http://schemas.openxmlformats.org/drawingml/2006/main">
            <a:off x="8782050" y="5038725"/>
            <a:ext cx="1076325" cy="523875"/>
          </a:xfrm>
          <a:prstGeom xmlns:a="http://schemas.openxmlformats.org/drawingml/2006/main" prst="roundRect">
            <a:avLst>
              <a:gd name="adj" fmla="val 10909"/>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Non-mouth</a:t>
            </a:r>
          </a:p>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mask S</a:t>
            </a:r>
          </a:p>
        </p:txBody>
      </p:sp>
      <p:sp>
        <p:nvSpPr>
          <p:cNvPr id="220" name="element_163">
            <a:extLst xmlns:a="http://schemas.openxmlformats.org/drawingml/2006/main">
              <a:ext uri="{FF2B5EF4-FFF2-40B4-BE49-F238E27FC236}">
                <a16:creationId xmlns:a16="http://schemas.microsoft.com/office/drawing/2014/main" id="{781AD8B4-2347-4758-8D8E-45043C4ECC78}"/>
              </a:ext>
            </a:extLst>
          </p:cNvPr>
          <p:cNvSpPr>
            <a:spLocks xmlns:a="http://schemas.openxmlformats.org/drawingml/2006/main" noGrp="1"/>
          </p:cNvSpPr>
          <p:nvPr/>
        </p:nvSpPr>
        <p:spPr>
          <a:xfrm xmlns:a="http://schemas.openxmlformats.org/drawingml/2006/main">
            <a:off x="9514523" y="4771073"/>
            <a:ext cx="1905" cy="1905"/>
          </a:xfrm>
          <a:prstGeom xmlns:a="http://schemas.openxmlformats.org/drawingml/2006/main" prst="rect">
            <a:avLst/>
          </a:prstGeom>
          <a:noFill xmlns:a="http://schemas.openxmlformats.org/drawingml/2006/main"/>
          <a:ln xmlns:a="http://schemas.openxmlformats.org/drawingml/2006/main" w="0">
            <a:noFill/>
          </a:ln>
        </p:spPr>
      </p:sp>
      <p:sp>
        <p:nvSpPr>
          <p:cNvPr id="221" name="element_164">
            <a:extLst xmlns:a="http://schemas.openxmlformats.org/drawingml/2006/main">
              <a:ext uri="{FF2B5EF4-FFF2-40B4-BE49-F238E27FC236}">
                <a16:creationId xmlns:a16="http://schemas.microsoft.com/office/drawing/2014/main" id="{F7D42657-D94A-4434-B01E-48E127DF7F97}"/>
              </a:ext>
            </a:extLst>
          </p:cNvPr>
          <p:cNvSpPr>
            <a:spLocks xmlns:a="http://schemas.openxmlformats.org/drawingml/2006/main" noGrp="1"/>
          </p:cNvSpPr>
          <p:nvPr/>
        </p:nvSpPr>
        <p:spPr>
          <a:xfrm xmlns:a="http://schemas.openxmlformats.org/drawingml/2006/main">
            <a:off x="9514523" y="50377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64" name="直接箭头连接符 916"/>
          <p:cNvCxnSpPr>
            <a:stCxn xmlns:a="http://schemas.openxmlformats.org/drawingml/2006/main" id="220" idx="2"/>
            <a:endCxn xmlns:a="http://schemas.openxmlformats.org/drawingml/2006/main" id="221" idx="0"/>
          </p:cNvCxnSpPr>
          <p:nvPr/>
        </p:nvCxnSpPr>
        <p:spPr>
          <a:xfrm xmlns:a="http://schemas.openxmlformats.org/drawingml/2006/main">
            <a:off x="9515476" y="4772978"/>
            <a:ext cx="0" cy="264795"/>
          </a:xfrm>
          <a:prstGeom xmlns:a="http://schemas.openxmlformats.org/drawingml/2006/main" prst="straightConnector1">
            <a:avLst/>
          </a:prstGeom>
          <a:ln xmlns:a="http://schemas.openxmlformats.org/drawingml/2006/main" w="16193">
            <a:solidFill>
              <a:srgbClr val="8F7DAB"/>
            </a:solidFill>
            <a:prstDash val="solid"/>
            <a:tailEnd type="triangle" w="sm" len="sm"/>
          </a:ln>
        </p:spPr>
      </p:cxnSp>
      <p:sp>
        <p:nvSpPr>
          <p:cNvPr id="223" name="operator_165">
            <a:extLst xmlns:a="http://schemas.openxmlformats.org/drawingml/2006/main">
              <a:ext uri="{FF2B5EF4-FFF2-40B4-BE49-F238E27FC236}">
                <a16:creationId xmlns:a16="http://schemas.microsoft.com/office/drawing/2014/main" id="{B872CA14-E297-4B69-80DF-91406027D361}"/>
              </a:ext>
            </a:extLst>
          </p:cNvPr>
          <p:cNvSpPr>
            <a:spLocks xmlns:a="http://schemas.openxmlformats.org/drawingml/2006/main" noGrp="1"/>
          </p:cNvSpPr>
          <p:nvPr/>
        </p:nvSpPr>
        <p:spPr>
          <a:xfrm xmlns:a="http://schemas.openxmlformats.org/drawingml/2006/main">
            <a:off x="10248900" y="5153025"/>
            <a:ext cx="295275" cy="295275"/>
          </a:xfrm>
          <a:prstGeom xmlns:a="http://schemas.openxmlformats.org/drawingml/2006/main" prst="ellipse">
            <a:avLst/>
          </a:prstGeom>
          <a:solidFill xmlns:a="http://schemas.openxmlformats.org/drawingml/2006/main">
            <a:srgbClr val="FFFFFF"/>
          </a:solidFill>
          <a:ln xmlns:a="http://schemas.openxmlformats.org/drawingml/2006/main" w="13335">
            <a:solidFill>
              <a:srgbClr val="29323A"/>
            </a:solidFill>
          </a:ln>
        </p:spPr>
        <p:txBody>
          <a:bodyPr xmlns:a="http://schemas.openxmlformats.org/drawingml/2006/main" lIns="0" tIns="0" rIns="0" bIns="0" anchor="ctr"/>
          <a:lstStyle xmlns:a="http://schemas.openxmlformats.org/drawingml/2006/main"/>
          <a:p xmlns:a="http://schemas.openxmlformats.org/drawingml/2006/main">
            <a:pPr algn="ctr">
              <a:buNone/>
              <a:defRPr sz="1725">
                <a:latin typeface="Arial"/>
                <a:ea typeface="Arial"/>
                <a:cs typeface="Arial"/>
              </a:defRPr>
            </a:pPr>
            <a:r>
              <a:rPr sz="1725">
                <a:latin typeface="Arial"/>
                <a:ea typeface="Arial"/>
                <a:cs typeface="Arial"/>
              </a:rPr>
              <a:t>+</a:t>
            </a:r>
          </a:p>
        </p:txBody>
      </p:sp>
      <p:sp>
        <p:nvSpPr>
          <p:cNvPr id="224" name="element_166">
            <a:extLst xmlns:a="http://schemas.openxmlformats.org/drawingml/2006/main">
              <a:ext uri="{FF2B5EF4-FFF2-40B4-BE49-F238E27FC236}">
                <a16:creationId xmlns:a16="http://schemas.microsoft.com/office/drawing/2014/main" id="{DD300510-2906-4353-A7F1-7D8C84D99BF4}"/>
              </a:ext>
            </a:extLst>
          </p:cNvPr>
          <p:cNvSpPr>
            <a:spLocks xmlns:a="http://schemas.openxmlformats.org/drawingml/2006/main" noGrp="1"/>
          </p:cNvSpPr>
          <p:nvPr/>
        </p:nvSpPr>
        <p:spPr>
          <a:xfrm xmlns:a="http://schemas.openxmlformats.org/drawingml/2006/main">
            <a:off x="9857423" y="5294948"/>
            <a:ext cx="1905" cy="1905"/>
          </a:xfrm>
          <a:prstGeom xmlns:a="http://schemas.openxmlformats.org/drawingml/2006/main" prst="rect">
            <a:avLst/>
          </a:prstGeom>
          <a:noFill xmlns:a="http://schemas.openxmlformats.org/drawingml/2006/main"/>
          <a:ln xmlns:a="http://schemas.openxmlformats.org/drawingml/2006/main" w="0">
            <a:noFill/>
          </a:ln>
        </p:spPr>
      </p:sp>
      <p:sp>
        <p:nvSpPr>
          <p:cNvPr id="225" name="element_167">
            <a:extLst xmlns:a="http://schemas.openxmlformats.org/drawingml/2006/main">
              <a:ext uri="{FF2B5EF4-FFF2-40B4-BE49-F238E27FC236}">
                <a16:creationId xmlns:a16="http://schemas.microsoft.com/office/drawing/2014/main" id="{1A69633A-508E-4801-902B-A97B17102544}"/>
              </a:ext>
            </a:extLst>
          </p:cNvPr>
          <p:cNvSpPr>
            <a:spLocks xmlns:a="http://schemas.openxmlformats.org/drawingml/2006/main" noGrp="1"/>
          </p:cNvSpPr>
          <p:nvPr/>
        </p:nvSpPr>
        <p:spPr>
          <a:xfrm xmlns:a="http://schemas.openxmlformats.org/drawingml/2006/main">
            <a:off x="10247948" y="52949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68" name="直接箭头连接符 920"/>
          <p:cNvCxnSpPr>
            <a:stCxn xmlns:a="http://schemas.openxmlformats.org/drawingml/2006/main" id="224" idx="3"/>
            <a:endCxn xmlns:a="http://schemas.openxmlformats.org/drawingml/2006/main" id="225" idx="1"/>
          </p:cNvCxnSpPr>
          <p:nvPr/>
        </p:nvCxnSpPr>
        <p:spPr>
          <a:xfrm xmlns:a="http://schemas.openxmlformats.org/drawingml/2006/main">
            <a:off x="9859328" y="5295901"/>
            <a:ext cx="388620" cy="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227" name="element_168">
            <a:extLst xmlns:a="http://schemas.openxmlformats.org/drawingml/2006/main">
              <a:ext uri="{FF2B5EF4-FFF2-40B4-BE49-F238E27FC236}">
                <a16:creationId xmlns:a16="http://schemas.microsoft.com/office/drawing/2014/main" id="{86562BEC-07F8-48D6-8609-EE25D0F8874F}"/>
              </a:ext>
            </a:extLst>
          </p:cNvPr>
          <p:cNvSpPr>
            <a:spLocks xmlns:a="http://schemas.openxmlformats.org/drawingml/2006/main" noGrp="1"/>
          </p:cNvSpPr>
          <p:nvPr/>
        </p:nvSpPr>
        <p:spPr>
          <a:xfrm xmlns:a="http://schemas.openxmlformats.org/drawingml/2006/main">
            <a:off x="7934325" y="5591175"/>
            <a:ext cx="1914525" cy="504825"/>
          </a:xfrm>
          <a:prstGeom xmlns:a="http://schemas.openxmlformats.org/drawingml/2006/main" prst="roundRect">
            <a:avLst>
              <a:gd name="adj" fmla="val 11321"/>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Identity offset</a:t>
            </a:r>
          </a:p>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b_id</a:t>
            </a:r>
          </a:p>
        </p:txBody>
      </p:sp>
      <p:sp>
        <p:nvSpPr>
          <p:cNvPr id="228" name="element_169">
            <a:extLst xmlns:a="http://schemas.openxmlformats.org/drawingml/2006/main">
              <a:ext uri="{FF2B5EF4-FFF2-40B4-BE49-F238E27FC236}">
                <a16:creationId xmlns:a16="http://schemas.microsoft.com/office/drawing/2014/main" id="{94BD4BA0-1636-4A0A-80F5-AEEFAFBDEEB9}"/>
              </a:ext>
            </a:extLst>
          </p:cNvPr>
          <p:cNvSpPr>
            <a:spLocks xmlns:a="http://schemas.openxmlformats.org/drawingml/2006/main" noGrp="1"/>
          </p:cNvSpPr>
          <p:nvPr/>
        </p:nvSpPr>
        <p:spPr>
          <a:xfrm xmlns:a="http://schemas.openxmlformats.org/drawingml/2006/main">
            <a:off x="6828473" y="5056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29" name="element_170">
            <a:extLst xmlns:a="http://schemas.openxmlformats.org/drawingml/2006/main">
              <a:ext uri="{FF2B5EF4-FFF2-40B4-BE49-F238E27FC236}">
                <a16:creationId xmlns:a16="http://schemas.microsoft.com/office/drawing/2014/main" id="{658171F6-2921-4CE1-BE31-6894D3D18EB2}"/>
              </a:ext>
            </a:extLst>
          </p:cNvPr>
          <p:cNvSpPr>
            <a:spLocks xmlns:a="http://schemas.openxmlformats.org/drawingml/2006/main" noGrp="1"/>
          </p:cNvSpPr>
          <p:nvPr/>
        </p:nvSpPr>
        <p:spPr>
          <a:xfrm xmlns:a="http://schemas.openxmlformats.org/drawingml/2006/main">
            <a:off x="7704773" y="50568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72" name="直接箭头连接符 924"/>
          <p:cNvCxnSpPr>
            <a:stCxn xmlns:a="http://schemas.openxmlformats.org/drawingml/2006/main" id="228" idx="3"/>
            <a:endCxn xmlns:a="http://schemas.openxmlformats.org/drawingml/2006/main" id="229" idx="1"/>
          </p:cNvCxnSpPr>
          <p:nvPr/>
        </p:nvCxnSpPr>
        <p:spPr>
          <a:xfrm xmlns:a="http://schemas.openxmlformats.org/drawingml/2006/main">
            <a:off x="6830378" y="5057776"/>
            <a:ext cx="874395" cy="0"/>
          </a:xfrm>
          <a:prstGeom xmlns:a="http://schemas.openxmlformats.org/drawingml/2006/main" prst="straightConnector1">
            <a:avLst/>
          </a:prstGeom>
          <a:ln xmlns:a="http://schemas.openxmlformats.org/drawingml/2006/main" w="16193">
            <a:solidFill>
              <a:srgbClr val="579849"/>
            </a:solidFill>
            <a:prstDash val="solid"/>
          </a:ln>
        </p:spPr>
      </p:cxnSp>
      <p:sp>
        <p:nvSpPr>
          <p:cNvPr id="231" name="element_171">
            <a:extLst xmlns:a="http://schemas.openxmlformats.org/drawingml/2006/main">
              <a:ext uri="{FF2B5EF4-FFF2-40B4-BE49-F238E27FC236}">
                <a16:creationId xmlns:a16="http://schemas.microsoft.com/office/drawing/2014/main" id="{1D7DF8D5-29C4-423B-A834-73713C6EFA75}"/>
              </a:ext>
            </a:extLst>
          </p:cNvPr>
          <p:cNvSpPr>
            <a:spLocks xmlns:a="http://schemas.openxmlformats.org/drawingml/2006/main" noGrp="1"/>
          </p:cNvSpPr>
          <p:nvPr/>
        </p:nvSpPr>
        <p:spPr>
          <a:xfrm xmlns:a="http://schemas.openxmlformats.org/drawingml/2006/main">
            <a:off x="7704773" y="5056823"/>
            <a:ext cx="1905" cy="1905"/>
          </a:xfrm>
          <a:prstGeom xmlns:a="http://schemas.openxmlformats.org/drawingml/2006/main" prst="rect">
            <a:avLst/>
          </a:prstGeom>
          <a:noFill xmlns:a="http://schemas.openxmlformats.org/drawingml/2006/main"/>
          <a:ln xmlns:a="http://schemas.openxmlformats.org/drawingml/2006/main" w="0">
            <a:noFill/>
          </a:ln>
        </p:spPr>
      </p:sp>
      <p:sp>
        <p:nvSpPr>
          <p:cNvPr id="232" name="element_172">
            <a:extLst xmlns:a="http://schemas.openxmlformats.org/drawingml/2006/main">
              <a:ext uri="{FF2B5EF4-FFF2-40B4-BE49-F238E27FC236}">
                <a16:creationId xmlns:a16="http://schemas.microsoft.com/office/drawing/2014/main" id="{49E5F791-9B5B-47C4-9B6C-870F55A1F098}"/>
              </a:ext>
            </a:extLst>
          </p:cNvPr>
          <p:cNvSpPr>
            <a:spLocks xmlns:a="http://schemas.openxmlformats.org/drawingml/2006/main" noGrp="1"/>
          </p:cNvSpPr>
          <p:nvPr/>
        </p:nvSpPr>
        <p:spPr>
          <a:xfrm xmlns:a="http://schemas.openxmlformats.org/drawingml/2006/main">
            <a:off x="770477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75" name="直接箭头连接符 927"/>
          <p:cNvCxnSpPr>
            <a:stCxn xmlns:a="http://schemas.openxmlformats.org/drawingml/2006/main" id="231" idx="2"/>
            <a:endCxn xmlns:a="http://schemas.openxmlformats.org/drawingml/2006/main" id="232" idx="0"/>
          </p:cNvCxnSpPr>
          <p:nvPr/>
        </p:nvCxnSpPr>
        <p:spPr>
          <a:xfrm xmlns:a="http://schemas.openxmlformats.org/drawingml/2006/main">
            <a:off x="7705726" y="5058728"/>
            <a:ext cx="0" cy="779145"/>
          </a:xfrm>
          <a:prstGeom xmlns:a="http://schemas.openxmlformats.org/drawingml/2006/main" prst="straightConnector1">
            <a:avLst/>
          </a:prstGeom>
          <a:ln xmlns:a="http://schemas.openxmlformats.org/drawingml/2006/main" w="16193">
            <a:solidFill>
              <a:srgbClr val="579849"/>
            </a:solidFill>
            <a:prstDash val="solid"/>
          </a:ln>
        </p:spPr>
      </p:cxnSp>
      <p:sp>
        <p:nvSpPr>
          <p:cNvPr id="234" name="element_173">
            <a:extLst xmlns:a="http://schemas.openxmlformats.org/drawingml/2006/main">
              <a:ext uri="{FF2B5EF4-FFF2-40B4-BE49-F238E27FC236}">
                <a16:creationId xmlns:a16="http://schemas.microsoft.com/office/drawing/2014/main" id="{7F4425E1-4FAA-40B0-98AD-B06AAB365006}"/>
              </a:ext>
            </a:extLst>
          </p:cNvPr>
          <p:cNvSpPr>
            <a:spLocks xmlns:a="http://schemas.openxmlformats.org/drawingml/2006/main" noGrp="1"/>
          </p:cNvSpPr>
          <p:nvPr/>
        </p:nvSpPr>
        <p:spPr>
          <a:xfrm xmlns:a="http://schemas.openxmlformats.org/drawingml/2006/main">
            <a:off x="7704773"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35" name="element_174">
            <a:extLst xmlns:a="http://schemas.openxmlformats.org/drawingml/2006/main">
              <a:ext uri="{FF2B5EF4-FFF2-40B4-BE49-F238E27FC236}">
                <a16:creationId xmlns:a16="http://schemas.microsoft.com/office/drawing/2014/main" id="{0D937169-45CE-4A5E-AC92-7F7D9C5E515A}"/>
              </a:ext>
            </a:extLst>
          </p:cNvPr>
          <p:cNvSpPr>
            <a:spLocks xmlns:a="http://schemas.openxmlformats.org/drawingml/2006/main" noGrp="1"/>
          </p:cNvSpPr>
          <p:nvPr/>
        </p:nvSpPr>
        <p:spPr>
          <a:xfrm xmlns:a="http://schemas.openxmlformats.org/drawingml/2006/main">
            <a:off x="793337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78" name="直接箭头连接符 930"/>
          <p:cNvCxnSpPr>
            <a:stCxn xmlns:a="http://schemas.openxmlformats.org/drawingml/2006/main" id="234" idx="3"/>
            <a:endCxn xmlns:a="http://schemas.openxmlformats.org/drawingml/2006/main" id="235" idx="1"/>
          </p:cNvCxnSpPr>
          <p:nvPr/>
        </p:nvCxnSpPr>
        <p:spPr>
          <a:xfrm xmlns:a="http://schemas.openxmlformats.org/drawingml/2006/main">
            <a:off x="7706678" y="5838826"/>
            <a:ext cx="226695" cy="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237" name="element_175">
            <a:extLst xmlns:a="http://schemas.openxmlformats.org/drawingml/2006/main">
              <a:ext uri="{FF2B5EF4-FFF2-40B4-BE49-F238E27FC236}">
                <a16:creationId xmlns:a16="http://schemas.microsoft.com/office/drawing/2014/main" id="{BCC5799C-362F-4875-BBEC-A3DD0257D559}"/>
              </a:ext>
            </a:extLst>
          </p:cNvPr>
          <p:cNvSpPr>
            <a:spLocks xmlns:a="http://schemas.openxmlformats.org/drawingml/2006/main" noGrp="1"/>
          </p:cNvSpPr>
          <p:nvPr/>
        </p:nvSpPr>
        <p:spPr>
          <a:xfrm xmlns:a="http://schemas.openxmlformats.org/drawingml/2006/main">
            <a:off x="9847898"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38" name="element_176">
            <a:extLst xmlns:a="http://schemas.openxmlformats.org/drawingml/2006/main">
              <a:ext uri="{FF2B5EF4-FFF2-40B4-BE49-F238E27FC236}">
                <a16:creationId xmlns:a16="http://schemas.microsoft.com/office/drawing/2014/main" id="{C8093114-F986-480A-A9B6-B1FD6AA2D510}"/>
              </a:ext>
            </a:extLst>
          </p:cNvPr>
          <p:cNvSpPr>
            <a:spLocks xmlns:a="http://schemas.openxmlformats.org/drawingml/2006/main" noGrp="1"/>
          </p:cNvSpPr>
          <p:nvPr/>
        </p:nvSpPr>
        <p:spPr>
          <a:xfrm xmlns:a="http://schemas.openxmlformats.org/drawingml/2006/main">
            <a:off x="10390823" y="5837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1" name="直接箭头连接符 933"/>
          <p:cNvCxnSpPr>
            <a:stCxn xmlns:a="http://schemas.openxmlformats.org/drawingml/2006/main" id="237" idx="3"/>
            <a:endCxn xmlns:a="http://schemas.openxmlformats.org/drawingml/2006/main" id="238" idx="1"/>
          </p:cNvCxnSpPr>
          <p:nvPr/>
        </p:nvCxnSpPr>
        <p:spPr>
          <a:xfrm xmlns:a="http://schemas.openxmlformats.org/drawingml/2006/main">
            <a:off x="9849803" y="5838826"/>
            <a:ext cx="541020" cy="0"/>
          </a:xfrm>
          <a:prstGeom xmlns:a="http://schemas.openxmlformats.org/drawingml/2006/main" prst="straightConnector1">
            <a:avLst/>
          </a:prstGeom>
          <a:ln xmlns:a="http://schemas.openxmlformats.org/drawingml/2006/main" w="16193">
            <a:solidFill>
              <a:srgbClr val="579849"/>
            </a:solidFill>
            <a:prstDash val="solid"/>
          </a:ln>
        </p:spPr>
      </p:cxnSp>
      <p:sp>
        <p:nvSpPr>
          <p:cNvPr id="240" name="element_177">
            <a:extLst xmlns:a="http://schemas.openxmlformats.org/drawingml/2006/main">
              <a:ext uri="{FF2B5EF4-FFF2-40B4-BE49-F238E27FC236}">
                <a16:creationId xmlns:a16="http://schemas.microsoft.com/office/drawing/2014/main" id="{A1468B64-F206-4BCD-A580-171DDA2C6EFC}"/>
              </a:ext>
            </a:extLst>
          </p:cNvPr>
          <p:cNvSpPr>
            <a:spLocks xmlns:a="http://schemas.openxmlformats.org/drawingml/2006/main" noGrp="1"/>
          </p:cNvSpPr>
          <p:nvPr/>
        </p:nvSpPr>
        <p:spPr>
          <a:xfrm xmlns:a="http://schemas.openxmlformats.org/drawingml/2006/main">
            <a:off x="10390823" y="5837873"/>
            <a:ext cx="1905" cy="1905"/>
          </a:xfrm>
          <a:prstGeom xmlns:a="http://schemas.openxmlformats.org/drawingml/2006/main" prst="rect">
            <a:avLst/>
          </a:prstGeom>
          <a:noFill xmlns:a="http://schemas.openxmlformats.org/drawingml/2006/main"/>
          <a:ln xmlns:a="http://schemas.openxmlformats.org/drawingml/2006/main" w="0">
            <a:noFill/>
          </a:ln>
        </p:spPr>
      </p:sp>
      <p:sp>
        <p:nvSpPr>
          <p:cNvPr id="241" name="element_178">
            <a:extLst xmlns:a="http://schemas.openxmlformats.org/drawingml/2006/main">
              <a:ext uri="{FF2B5EF4-FFF2-40B4-BE49-F238E27FC236}">
                <a16:creationId xmlns:a16="http://schemas.microsoft.com/office/drawing/2014/main" id="{FBFA4BFD-6BF9-4AC5-9CA5-D1F2C7DE3423}"/>
              </a:ext>
            </a:extLst>
          </p:cNvPr>
          <p:cNvSpPr>
            <a:spLocks xmlns:a="http://schemas.openxmlformats.org/drawingml/2006/main" noGrp="1"/>
          </p:cNvSpPr>
          <p:nvPr/>
        </p:nvSpPr>
        <p:spPr>
          <a:xfrm xmlns:a="http://schemas.openxmlformats.org/drawingml/2006/main">
            <a:off x="10390823" y="5447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4" name="直接箭头连接符 936"/>
          <p:cNvCxnSpPr>
            <a:stCxn xmlns:a="http://schemas.openxmlformats.org/drawingml/2006/main" id="240" idx="0"/>
            <a:endCxn xmlns:a="http://schemas.openxmlformats.org/drawingml/2006/main" id="241" idx="2"/>
          </p:cNvCxnSpPr>
          <p:nvPr/>
        </p:nvCxnSpPr>
        <p:spPr>
          <a:xfrm xmlns:a="http://schemas.openxmlformats.org/drawingml/2006/main" flipV="1">
            <a:off x="10391776" y="5449253"/>
            <a:ext cx="0" cy="388620"/>
          </a:xfrm>
          <a:prstGeom xmlns:a="http://schemas.openxmlformats.org/drawingml/2006/main" prst="straightConnector1">
            <a:avLst/>
          </a:prstGeom>
          <a:ln xmlns:a="http://schemas.openxmlformats.org/drawingml/2006/main" w="16193">
            <a:solidFill>
              <a:srgbClr val="579849"/>
            </a:solidFill>
            <a:prstDash val="solid"/>
            <a:tailEnd type="triangle" w="sm" len="sm"/>
          </a:ln>
        </p:spPr>
      </p:cxnSp>
      <p:sp>
        <p:nvSpPr>
          <p:cNvPr id="243" name="element_179">
            <a:extLst xmlns:a="http://schemas.openxmlformats.org/drawingml/2006/main">
              <a:ext uri="{FF2B5EF4-FFF2-40B4-BE49-F238E27FC236}">
                <a16:creationId xmlns:a16="http://schemas.microsoft.com/office/drawing/2014/main" id="{73F5E018-332D-4000-BC3F-00D9477D15C8}"/>
              </a:ext>
            </a:extLst>
          </p:cNvPr>
          <p:cNvSpPr>
            <a:spLocks xmlns:a="http://schemas.openxmlformats.org/drawingml/2006/main" noGrp="1"/>
          </p:cNvSpPr>
          <p:nvPr/>
        </p:nvSpPr>
        <p:spPr>
          <a:xfrm xmlns:a="http://schemas.openxmlformats.org/drawingml/2006/main">
            <a:off x="7924800" y="6134100"/>
            <a:ext cx="1933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579849"/>
                </a:solidFill>
                <a:latin typeface="Arial"/>
                <a:ea typeface="Arial"/>
                <a:cs typeface="Arial"/>
              </a:defRPr>
            </a:pPr>
            <a:r>
              <a:rPr sz="1275" b="0">
                <a:solidFill>
                  <a:srgbClr val="579849"/>
                </a:solidFill>
                <a:latin typeface="Arial"/>
                <a:ea typeface="Arial"/>
                <a:cs typeface="Arial"/>
              </a:rPr>
              <a:t>Reference</a:t>
            </a:r>
          </a:p>
          <a:p xmlns:a="http://schemas.openxmlformats.org/drawingml/2006/main">
            <a:pPr algn="ctr">
              <a:buNone/>
              <a:defRPr sz="1275" b="0">
                <a:solidFill>
                  <a:srgbClr val="579849"/>
                </a:solidFill>
                <a:latin typeface="Arial"/>
                <a:ea typeface="Arial"/>
                <a:cs typeface="Arial"/>
              </a:defRPr>
            </a:pPr>
            <a:r>
              <a:rPr sz="1275" b="0">
                <a:solidFill>
                  <a:srgbClr val="579849"/>
                </a:solidFill>
                <a:latin typeface="Arial"/>
                <a:ea typeface="Arial"/>
                <a:cs typeface="Arial"/>
              </a:rPr>
              <a:t>calibration</a:t>
            </a:r>
          </a:p>
        </p:txBody>
      </p:sp>
      <p:sp>
        <p:nvSpPr>
          <p:cNvPr id="244" name="element_180">
            <a:extLst xmlns:a="http://schemas.openxmlformats.org/drawingml/2006/main">
              <a:ext uri="{FF2B5EF4-FFF2-40B4-BE49-F238E27FC236}">
                <a16:creationId xmlns:a16="http://schemas.microsoft.com/office/drawing/2014/main" id="{25C412CC-BAF9-4939-8F51-08766CE635A6}"/>
              </a:ext>
            </a:extLst>
          </p:cNvPr>
          <p:cNvSpPr>
            <a:spLocks xmlns:a="http://schemas.openxmlformats.org/drawingml/2006/main" noGrp="1"/>
          </p:cNvSpPr>
          <p:nvPr/>
        </p:nvSpPr>
        <p:spPr>
          <a:xfrm xmlns:a="http://schemas.openxmlformats.org/drawingml/2006/main">
            <a:off x="10390823" y="5447348"/>
            <a:ext cx="1905" cy="1905"/>
          </a:xfrm>
          <a:prstGeom xmlns:a="http://schemas.openxmlformats.org/drawingml/2006/main" prst="rect">
            <a:avLst/>
          </a:prstGeom>
          <a:noFill xmlns:a="http://schemas.openxmlformats.org/drawingml/2006/main"/>
          <a:ln xmlns:a="http://schemas.openxmlformats.org/drawingml/2006/main" w="0">
            <a:noFill/>
          </a:ln>
        </p:spPr>
      </p:sp>
      <p:sp>
        <p:nvSpPr>
          <p:cNvPr id="245" name="element_181">
            <a:extLst xmlns:a="http://schemas.openxmlformats.org/drawingml/2006/main">
              <a:ext uri="{FF2B5EF4-FFF2-40B4-BE49-F238E27FC236}">
                <a16:creationId xmlns:a16="http://schemas.microsoft.com/office/drawing/2014/main" id="{BA8581A7-4BF9-4A74-9C6C-131900D662AD}"/>
              </a:ext>
            </a:extLst>
          </p:cNvPr>
          <p:cNvSpPr>
            <a:spLocks xmlns:a="http://schemas.openxmlformats.org/drawingml/2006/main" noGrp="1"/>
          </p:cNvSpPr>
          <p:nvPr/>
        </p:nvSpPr>
        <p:spPr>
          <a:xfrm xmlns:a="http://schemas.openxmlformats.org/drawingml/2006/main">
            <a:off x="11381423" y="54473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88" name="直接箭头连接符 940"/>
          <p:cNvCxnSpPr>
            <a:stCxn xmlns:a="http://schemas.openxmlformats.org/drawingml/2006/main" id="244" idx="3"/>
            <a:endCxn xmlns:a="http://schemas.openxmlformats.org/drawingml/2006/main" id="245" idx="1"/>
          </p:cNvCxnSpPr>
          <p:nvPr/>
        </p:nvCxnSpPr>
        <p:spPr>
          <a:xfrm xmlns:a="http://schemas.openxmlformats.org/drawingml/2006/main">
            <a:off x="10392728" y="5448301"/>
            <a:ext cx="988695" cy="0"/>
          </a:xfrm>
          <a:prstGeom xmlns:a="http://schemas.openxmlformats.org/drawingml/2006/main" prst="straightConnector1">
            <a:avLst/>
          </a:prstGeom>
          <a:ln xmlns:a="http://schemas.openxmlformats.org/drawingml/2006/main" w="16193">
            <a:solidFill>
              <a:srgbClr val="29323A"/>
            </a:solidFill>
            <a:prstDash val="solid"/>
          </a:ln>
        </p:spPr>
      </p:cxnSp>
      <p:sp>
        <p:nvSpPr>
          <p:cNvPr id="247" name="element_182">
            <a:extLst xmlns:a="http://schemas.openxmlformats.org/drawingml/2006/main">
              <a:ext uri="{FF2B5EF4-FFF2-40B4-BE49-F238E27FC236}">
                <a16:creationId xmlns:a16="http://schemas.microsoft.com/office/drawing/2014/main" id="{C1A958B7-4D39-4C8D-8A59-01899E4D7B0E}"/>
              </a:ext>
            </a:extLst>
          </p:cNvPr>
          <p:cNvSpPr>
            <a:spLocks xmlns:a="http://schemas.openxmlformats.org/drawingml/2006/main" noGrp="1"/>
          </p:cNvSpPr>
          <p:nvPr/>
        </p:nvSpPr>
        <p:spPr>
          <a:xfrm xmlns:a="http://schemas.openxmlformats.org/drawingml/2006/main">
            <a:off x="11381423" y="5447348"/>
            <a:ext cx="1905" cy="1905"/>
          </a:xfrm>
          <a:prstGeom xmlns:a="http://schemas.openxmlformats.org/drawingml/2006/main" prst="rect">
            <a:avLst/>
          </a:prstGeom>
          <a:noFill xmlns:a="http://schemas.openxmlformats.org/drawingml/2006/main"/>
          <a:ln xmlns:a="http://schemas.openxmlformats.org/drawingml/2006/main" w="0">
            <a:noFill/>
          </a:ln>
        </p:spPr>
      </p:sp>
      <p:sp>
        <p:nvSpPr>
          <p:cNvPr id="248" name="element_183">
            <a:extLst xmlns:a="http://schemas.openxmlformats.org/drawingml/2006/main">
              <a:ext uri="{FF2B5EF4-FFF2-40B4-BE49-F238E27FC236}">
                <a16:creationId xmlns:a16="http://schemas.microsoft.com/office/drawing/2014/main" id="{64099C96-A660-4006-85A2-AE32AF0970D7}"/>
              </a:ext>
            </a:extLst>
          </p:cNvPr>
          <p:cNvSpPr>
            <a:spLocks xmlns:a="http://schemas.openxmlformats.org/drawingml/2006/main" noGrp="1"/>
          </p:cNvSpPr>
          <p:nvPr/>
        </p:nvSpPr>
        <p:spPr>
          <a:xfrm xmlns:a="http://schemas.openxmlformats.org/drawingml/2006/main">
            <a:off x="11381423" y="6409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91" name="直接箭头连接符 943"/>
          <p:cNvCxnSpPr>
            <a:stCxn xmlns:a="http://schemas.openxmlformats.org/drawingml/2006/main" id="247" idx="2"/>
            <a:endCxn xmlns:a="http://schemas.openxmlformats.org/drawingml/2006/main" id="248" idx="0"/>
          </p:cNvCxnSpPr>
          <p:nvPr/>
        </p:nvCxnSpPr>
        <p:spPr>
          <a:xfrm xmlns:a="http://schemas.openxmlformats.org/drawingml/2006/main">
            <a:off x="11382376" y="5449253"/>
            <a:ext cx="0" cy="960120"/>
          </a:xfrm>
          <a:prstGeom xmlns:a="http://schemas.openxmlformats.org/drawingml/2006/main" prst="straightConnector1">
            <a:avLst/>
          </a:prstGeom>
          <a:ln xmlns:a="http://schemas.openxmlformats.org/drawingml/2006/main" w="16193">
            <a:solidFill>
              <a:srgbClr val="29323A"/>
            </a:solidFill>
            <a:prstDash val="solid"/>
          </a:ln>
        </p:spPr>
      </p:cxnSp>
      <p:sp>
        <p:nvSpPr>
          <p:cNvPr id="250" name="element_184">
            <a:extLst xmlns:a="http://schemas.openxmlformats.org/drawingml/2006/main">
              <a:ext uri="{FF2B5EF4-FFF2-40B4-BE49-F238E27FC236}">
                <a16:creationId xmlns:a16="http://schemas.microsoft.com/office/drawing/2014/main" id="{34E768E5-0C52-4BD9-B44E-132EA0895673}"/>
              </a:ext>
            </a:extLst>
          </p:cNvPr>
          <p:cNvSpPr>
            <a:spLocks xmlns:a="http://schemas.openxmlformats.org/drawingml/2006/main" noGrp="1"/>
          </p:cNvSpPr>
          <p:nvPr/>
        </p:nvSpPr>
        <p:spPr>
          <a:xfrm xmlns:a="http://schemas.openxmlformats.org/drawingml/2006/main">
            <a:off x="11381423" y="6409373"/>
            <a:ext cx="1905" cy="1905"/>
          </a:xfrm>
          <a:prstGeom xmlns:a="http://schemas.openxmlformats.org/drawingml/2006/main" prst="rect">
            <a:avLst/>
          </a:prstGeom>
          <a:noFill xmlns:a="http://schemas.openxmlformats.org/drawingml/2006/main"/>
          <a:ln xmlns:a="http://schemas.openxmlformats.org/drawingml/2006/main" w="0">
            <a:noFill/>
          </a:ln>
        </p:spPr>
      </p:sp>
      <p:sp>
        <p:nvSpPr>
          <p:cNvPr id="251" name="element_185">
            <a:extLst xmlns:a="http://schemas.openxmlformats.org/drawingml/2006/main">
              <a:ext uri="{FF2B5EF4-FFF2-40B4-BE49-F238E27FC236}">
                <a16:creationId xmlns:a16="http://schemas.microsoft.com/office/drawing/2014/main" id="{229CFD2A-C3E3-4497-9EA2-2EA61CEAA830}"/>
              </a:ext>
            </a:extLst>
          </p:cNvPr>
          <p:cNvSpPr>
            <a:spLocks xmlns:a="http://schemas.openxmlformats.org/drawingml/2006/main" noGrp="1"/>
          </p:cNvSpPr>
          <p:nvPr/>
        </p:nvSpPr>
        <p:spPr>
          <a:xfrm xmlns:a="http://schemas.openxmlformats.org/drawingml/2006/main">
            <a:off x="10238423" y="64093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94" name="直接箭头连接符 946"/>
          <p:cNvCxnSpPr>
            <a:stCxn xmlns:a="http://schemas.openxmlformats.org/drawingml/2006/main" id="250" idx="1"/>
            <a:endCxn xmlns:a="http://schemas.openxmlformats.org/drawingml/2006/main" id="251" idx="3"/>
          </p:cNvCxnSpPr>
          <p:nvPr/>
        </p:nvCxnSpPr>
        <p:spPr>
          <a:xfrm xmlns:a="http://schemas.openxmlformats.org/drawingml/2006/main" flipH="1">
            <a:off x="10240328" y="6410326"/>
            <a:ext cx="1141095" cy="0"/>
          </a:xfrm>
          <a:prstGeom xmlns:a="http://schemas.openxmlformats.org/drawingml/2006/main" prst="straightConnector1">
            <a:avLst/>
          </a:prstGeom>
          <a:ln xmlns:a="http://schemas.openxmlformats.org/drawingml/2006/main" w="16193">
            <a:solidFill>
              <a:srgbClr val="29323A"/>
            </a:solidFill>
            <a:prstDash val="solid"/>
          </a:ln>
        </p:spPr>
      </p:cxnSp>
      <p:sp>
        <p:nvSpPr>
          <p:cNvPr id="253" name="element_186">
            <a:extLst xmlns:a="http://schemas.openxmlformats.org/drawingml/2006/main">
              <a:ext uri="{FF2B5EF4-FFF2-40B4-BE49-F238E27FC236}">
                <a16:creationId xmlns:a16="http://schemas.microsoft.com/office/drawing/2014/main" id="{07646F4A-2A45-4AF8-A8EA-EFAF4095CDD8}"/>
              </a:ext>
            </a:extLst>
          </p:cNvPr>
          <p:cNvSpPr>
            <a:spLocks xmlns:a="http://schemas.openxmlformats.org/drawingml/2006/main" noGrp="1"/>
          </p:cNvSpPr>
          <p:nvPr/>
        </p:nvSpPr>
        <p:spPr>
          <a:xfrm xmlns:a="http://schemas.openxmlformats.org/drawingml/2006/main">
            <a:off x="10238423" y="6409373"/>
            <a:ext cx="1905" cy="1905"/>
          </a:xfrm>
          <a:prstGeom xmlns:a="http://schemas.openxmlformats.org/drawingml/2006/main" prst="rect">
            <a:avLst/>
          </a:prstGeom>
          <a:noFill xmlns:a="http://schemas.openxmlformats.org/drawingml/2006/main"/>
          <a:ln xmlns:a="http://schemas.openxmlformats.org/drawingml/2006/main" w="0">
            <a:noFill/>
          </a:ln>
        </p:spPr>
      </p:sp>
      <p:sp>
        <p:nvSpPr>
          <p:cNvPr id="254" name="element_187">
            <a:extLst xmlns:a="http://schemas.openxmlformats.org/drawingml/2006/main">
              <a:ext uri="{FF2B5EF4-FFF2-40B4-BE49-F238E27FC236}">
                <a16:creationId xmlns:a16="http://schemas.microsoft.com/office/drawing/2014/main" id="{8A92B85E-4A45-4E60-A530-5C6C43D0529C}"/>
              </a:ext>
            </a:extLst>
          </p:cNvPr>
          <p:cNvSpPr>
            <a:spLocks xmlns:a="http://schemas.openxmlformats.org/drawingml/2006/main" noGrp="1"/>
          </p:cNvSpPr>
          <p:nvPr/>
        </p:nvSpPr>
        <p:spPr>
          <a:xfrm xmlns:a="http://schemas.openxmlformats.org/drawingml/2006/main">
            <a:off x="10238423" y="6628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297" name="直接箭头连接符 949"/>
          <p:cNvCxnSpPr>
            <a:stCxn xmlns:a="http://schemas.openxmlformats.org/drawingml/2006/main" id="253" idx="2"/>
            <a:endCxn xmlns:a="http://schemas.openxmlformats.org/drawingml/2006/main" id="254" idx="0"/>
          </p:cNvCxnSpPr>
          <p:nvPr/>
        </p:nvCxnSpPr>
        <p:spPr>
          <a:xfrm xmlns:a="http://schemas.openxmlformats.org/drawingml/2006/main">
            <a:off x="10239376" y="6411278"/>
            <a:ext cx="0" cy="21717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256" name="element_188">
            <a:extLst xmlns:a="http://schemas.openxmlformats.org/drawingml/2006/main">
              <a:ext uri="{FF2B5EF4-FFF2-40B4-BE49-F238E27FC236}">
                <a16:creationId xmlns:a16="http://schemas.microsoft.com/office/drawing/2014/main" id="{748A69EE-CC93-45F6-9044-B5D42ED35961}"/>
              </a:ext>
            </a:extLst>
          </p:cNvPr>
          <p:cNvSpPr>
            <a:spLocks xmlns:a="http://schemas.openxmlformats.org/drawingml/2006/main" noGrp="1"/>
          </p:cNvSpPr>
          <p:nvPr/>
        </p:nvSpPr>
        <p:spPr>
          <a:xfrm xmlns:a="http://schemas.openxmlformats.org/drawingml/2006/main">
            <a:off x="86582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57" name="element_189">
            <a:extLst xmlns:a="http://schemas.openxmlformats.org/drawingml/2006/main">
              <a:ext uri="{FF2B5EF4-FFF2-40B4-BE49-F238E27FC236}">
                <a16:creationId xmlns:a16="http://schemas.microsoft.com/office/drawing/2014/main" id="{69AF92FA-21EC-48AD-8ED7-AEAB9FA8EBF4}"/>
              </a:ext>
            </a:extLst>
          </p:cNvPr>
          <p:cNvSpPr>
            <a:spLocks xmlns:a="http://schemas.openxmlformats.org/drawingml/2006/main" noGrp="1"/>
          </p:cNvSpPr>
          <p:nvPr/>
        </p:nvSpPr>
        <p:spPr>
          <a:xfrm xmlns:a="http://schemas.openxmlformats.org/drawingml/2006/main">
            <a:off x="86868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1</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58" name="element_190">
            <a:extLst xmlns:a="http://schemas.openxmlformats.org/drawingml/2006/main">
              <a:ext uri="{FF2B5EF4-FFF2-40B4-BE49-F238E27FC236}">
                <a16:creationId xmlns:a16="http://schemas.microsoft.com/office/drawing/2014/main" id="{2BE9D368-5852-48BE-A528-1AE024480E47}"/>
              </a:ext>
            </a:extLst>
          </p:cNvPr>
          <p:cNvSpPr>
            <a:spLocks xmlns:a="http://schemas.openxmlformats.org/drawingml/2006/main" noGrp="1"/>
          </p:cNvSpPr>
          <p:nvPr/>
        </p:nvSpPr>
        <p:spPr>
          <a:xfrm xmlns:a="http://schemas.openxmlformats.org/drawingml/2006/main">
            <a:off x="96107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59" name="element_191">
            <a:extLst xmlns:a="http://schemas.openxmlformats.org/drawingml/2006/main">
              <a:ext uri="{FF2B5EF4-FFF2-40B4-BE49-F238E27FC236}">
                <a16:creationId xmlns:a16="http://schemas.microsoft.com/office/drawing/2014/main" id="{9A62566C-8031-4DA2-9EEA-1A0482581EFF}"/>
              </a:ext>
            </a:extLst>
          </p:cNvPr>
          <p:cNvSpPr>
            <a:spLocks xmlns:a="http://schemas.openxmlformats.org/drawingml/2006/main" noGrp="1"/>
          </p:cNvSpPr>
          <p:nvPr/>
        </p:nvSpPr>
        <p:spPr>
          <a:xfrm xmlns:a="http://schemas.openxmlformats.org/drawingml/2006/main">
            <a:off x="96393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2</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60" name="element_192">
            <a:extLst xmlns:a="http://schemas.openxmlformats.org/drawingml/2006/main">
              <a:ext uri="{FF2B5EF4-FFF2-40B4-BE49-F238E27FC236}">
                <a16:creationId xmlns:a16="http://schemas.microsoft.com/office/drawing/2014/main" id="{5D9670BE-665B-439C-9902-C6623EF7A538}"/>
              </a:ext>
            </a:extLst>
          </p:cNvPr>
          <p:cNvSpPr>
            <a:spLocks xmlns:a="http://schemas.openxmlformats.org/drawingml/2006/main" noGrp="1"/>
          </p:cNvSpPr>
          <p:nvPr/>
        </p:nvSpPr>
        <p:spPr>
          <a:xfrm xmlns:a="http://schemas.openxmlformats.org/drawingml/2006/main">
            <a:off x="10563225" y="6677025"/>
            <a:ext cx="828675" cy="933450"/>
          </a:xfrm>
          <a:prstGeom xmlns:a="http://schemas.openxmlformats.org/drawingml/2006/main" prst="roundRect">
            <a:avLst>
              <a:gd name="adj" fmla="val 3448"/>
            </a:avLst>
          </a:prstGeom>
          <a:solidFill xmlns:a="http://schemas.openxmlformats.org/drawingml/2006/main">
            <a:srgbClr val="FCFCFC"/>
          </a:solidFill>
          <a:ln xmlns:a="http://schemas.openxmlformats.org/drawingml/2006/main" w="10478">
            <a:solidFill>
              <a:srgbClr val="A7ADB3"/>
            </a:solidFill>
            <a:prstDash val="dash"/>
          </a:ln>
        </p:spPr>
      </p:sp>
      <p:sp>
        <p:nvSpPr>
          <p:cNvPr id="261" name="element_193">
            <a:extLst xmlns:a="http://schemas.openxmlformats.org/drawingml/2006/main">
              <a:ext uri="{FF2B5EF4-FFF2-40B4-BE49-F238E27FC236}">
                <a16:creationId xmlns:a16="http://schemas.microsoft.com/office/drawing/2014/main" id="{AE161447-FF40-4274-8314-1EF60DE492C7}"/>
              </a:ext>
            </a:extLst>
          </p:cNvPr>
          <p:cNvSpPr>
            <a:spLocks xmlns:a="http://schemas.openxmlformats.org/drawingml/2006/main" noGrp="1"/>
          </p:cNvSpPr>
          <p:nvPr/>
        </p:nvSpPr>
        <p:spPr>
          <a:xfrm xmlns:a="http://schemas.openxmlformats.org/drawingml/2006/main">
            <a:off x="10591800" y="6705600"/>
            <a:ext cx="7715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Frame 3</a:t>
            </a:r>
          </a:p>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(insert photo)</a:t>
            </a:r>
          </a:p>
        </p:txBody>
      </p:sp>
      <p:sp>
        <p:nvSpPr>
          <p:cNvPr id="262" name="element_194">
            <a:extLst xmlns:a="http://schemas.openxmlformats.org/drawingml/2006/main">
              <a:ext uri="{FF2B5EF4-FFF2-40B4-BE49-F238E27FC236}">
                <a16:creationId xmlns:a16="http://schemas.microsoft.com/office/drawing/2014/main" id="{E6E48575-1D84-414C-B121-E593E98F0F60}"/>
              </a:ext>
            </a:extLst>
          </p:cNvPr>
          <p:cNvSpPr>
            <a:spLocks xmlns:a="http://schemas.openxmlformats.org/drawingml/2006/main" noGrp="1"/>
          </p:cNvSpPr>
          <p:nvPr/>
        </p:nvSpPr>
        <p:spPr>
          <a:xfrm xmlns:a="http://schemas.openxmlformats.org/drawingml/2006/main">
            <a:off x="8629650" y="7639050"/>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1">
                <a:solidFill>
                  <a:srgbClr val="142632"/>
                </a:solidFill>
                <a:latin typeface="Arial"/>
                <a:ea typeface="Arial"/>
                <a:cs typeface="Arial"/>
              </a:defRPr>
            </a:pPr>
            <a:r>
              <a:rPr sz="1575" b="1">
                <a:solidFill>
                  <a:srgbClr val="142632"/>
                </a:solidFill>
                <a:latin typeface="Arial"/>
                <a:ea typeface="Arial"/>
                <a:cs typeface="Arial"/>
              </a:rPr>
              <a:t>ARKit52 facial sequence</a:t>
            </a:r>
          </a:p>
        </p:txBody>
      </p:sp>
      <p:sp>
        <p:nvSpPr>
          <p:cNvPr id="263" name="element_195">
            <a:extLst xmlns:a="http://schemas.openxmlformats.org/drawingml/2006/main">
              <a:ext uri="{FF2B5EF4-FFF2-40B4-BE49-F238E27FC236}">
                <a16:creationId xmlns:a16="http://schemas.microsoft.com/office/drawing/2014/main" id="{9FDF540E-44F3-403E-8D03-7A6172BA048D}"/>
              </a:ext>
            </a:extLst>
          </p:cNvPr>
          <p:cNvSpPr>
            <a:spLocks xmlns:a="http://schemas.openxmlformats.org/drawingml/2006/main" noGrp="1"/>
          </p:cNvSpPr>
          <p:nvPr/>
        </p:nvSpPr>
        <p:spPr>
          <a:xfrm xmlns:a="http://schemas.openxmlformats.org/drawingml/2006/main">
            <a:off x="285750" y="6381750"/>
            <a:ext cx="7239000" cy="1428750"/>
          </a:xfrm>
          <a:prstGeom xmlns:a="http://schemas.openxmlformats.org/drawingml/2006/main" prst="roundRect">
            <a:avLst>
              <a:gd name="adj" fmla="val 8000"/>
            </a:avLst>
          </a:prstGeom>
          <a:solidFill xmlns:a="http://schemas.openxmlformats.org/drawingml/2006/main">
            <a:srgbClr val="FFFDF8"/>
          </a:solidFill>
          <a:ln xmlns:a="http://schemas.openxmlformats.org/drawingml/2006/main" w="10478">
            <a:solidFill>
              <a:srgbClr val="D9BA84"/>
            </a:solidFill>
            <a:prstDash val="dash"/>
          </a:ln>
        </p:spPr>
      </p:sp>
      <p:sp>
        <p:nvSpPr>
          <p:cNvPr id="264" name="element_196">
            <a:extLst xmlns:a="http://schemas.openxmlformats.org/drawingml/2006/main">
              <a:ext uri="{FF2B5EF4-FFF2-40B4-BE49-F238E27FC236}">
                <a16:creationId xmlns:a16="http://schemas.microsoft.com/office/drawing/2014/main" id="{DCDF9948-174A-4ACD-BE29-698F4A26966C}"/>
              </a:ext>
            </a:extLst>
          </p:cNvPr>
          <p:cNvSpPr>
            <a:spLocks xmlns:a="http://schemas.openxmlformats.org/drawingml/2006/main" noGrp="1"/>
          </p:cNvSpPr>
          <p:nvPr/>
        </p:nvSpPr>
        <p:spPr>
          <a:xfrm xmlns:a="http://schemas.openxmlformats.org/drawingml/2006/main">
            <a:off x="438150" y="6419850"/>
            <a:ext cx="6877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575" b="1">
                <a:solidFill>
                  <a:srgbClr val="142632"/>
                </a:solidFill>
                <a:latin typeface="Arial"/>
                <a:ea typeface="Arial"/>
                <a:cs typeface="Arial"/>
              </a:defRPr>
            </a:pPr>
            <a:r>
              <a:rPr sz="1575" b="1">
                <a:solidFill>
                  <a:srgbClr val="142632"/>
                </a:solidFill>
                <a:latin typeface="Arial"/>
                <a:ea typeface="Arial"/>
                <a:cs typeface="Arial"/>
              </a:rPr>
              <a:t>Emotion Alignment (training only)</a:t>
            </a:r>
          </a:p>
        </p:txBody>
      </p:sp>
      <p:sp>
        <p:nvSpPr>
          <p:cNvPr id="265" name="element_197">
            <a:extLst xmlns:a="http://schemas.openxmlformats.org/drawingml/2006/main">
              <a:ext uri="{FF2B5EF4-FFF2-40B4-BE49-F238E27FC236}">
                <a16:creationId xmlns:a16="http://schemas.microsoft.com/office/drawing/2014/main" id="{432DD159-3765-4D4E-8E9D-1236998E891F}"/>
              </a:ext>
            </a:extLst>
          </p:cNvPr>
          <p:cNvSpPr>
            <a:spLocks xmlns:a="http://schemas.openxmlformats.org/drawingml/2006/main" noGrp="1"/>
          </p:cNvSpPr>
          <p:nvPr/>
        </p:nvSpPr>
        <p:spPr>
          <a:xfrm xmlns:a="http://schemas.openxmlformats.org/drawingml/2006/main">
            <a:off x="466725" y="6886575"/>
            <a:ext cx="1809750" cy="533400"/>
          </a:xfrm>
          <a:prstGeom xmlns:a="http://schemas.openxmlformats.org/drawingml/2006/main" prst="roundRect">
            <a:avLst>
              <a:gd name="adj" fmla="val 10714"/>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Training Motion</a:t>
            </a:r>
          </a:p>
        </p:txBody>
      </p:sp>
      <p:sp>
        <p:nvSpPr>
          <p:cNvPr id="266" name="encoder_198">
            <a:extLst xmlns:a="http://schemas.openxmlformats.org/drawingml/2006/main">
              <a:ext uri="{FF2B5EF4-FFF2-40B4-BE49-F238E27FC236}">
                <a16:creationId xmlns:a16="http://schemas.microsoft.com/office/drawing/2014/main" id="{119BBE24-9AEF-4EB1-8049-2AF453BD6F3D}"/>
              </a:ext>
            </a:extLst>
          </p:cNvPr>
          <p:cNvSpPr>
            <a:spLocks xmlns:a="http://schemas.openxmlformats.org/drawingml/2006/main" noGrp="1"/>
          </p:cNvSpPr>
          <p:nvPr/>
        </p:nvSpPr>
        <p:spPr>
          <a:xfrm xmlns:a="http://schemas.openxmlformats.org/drawingml/2006/main">
            <a:off x="2571750" y="6800850"/>
            <a:ext cx="1266825" cy="723900"/>
          </a:xfrm>
          <a:custGeom xmlns:a="http://schemas.openxmlformats.org/drawingml/2006/main">
            <a:rect l="0" t="0" r="0" b="0"/>
            <a:pathLst>
              <a:path w="1266825" h="723900">
                <a:moveTo>
                  <a:pt x="0" y="0"/>
                </a:moveTo>
                <a:lnTo>
                  <a:pt x="1266825" y="115824"/>
                </a:lnTo>
                <a:lnTo>
                  <a:pt x="1266825" y="608076"/>
                </a:lnTo>
                <a:lnTo>
                  <a:pt x="0" y="723900"/>
                </a:lnTo>
                <a:close/>
              </a:path>
            </a:pathLst>
          </a:custGeom>
          <a:solidFill xmlns:a="http://schemas.openxmlformats.org/drawingml/2006/main">
            <a:srgbClr val="FFE6B7"/>
          </a:solidFill>
          <a:ln xmlns:a="http://schemas.openxmlformats.org/drawingml/2006/main" w="11430">
            <a:solidFill>
              <a:srgbClr val="D39243"/>
            </a:solidFill>
          </a:ln>
        </p:spPr>
      </p:sp>
      <p:sp>
        <p:nvSpPr>
          <p:cNvPr id="267" name="element_199">
            <a:extLst xmlns:a="http://schemas.openxmlformats.org/drawingml/2006/main">
              <a:ext uri="{FF2B5EF4-FFF2-40B4-BE49-F238E27FC236}">
                <a16:creationId xmlns:a16="http://schemas.microsoft.com/office/drawing/2014/main" id="{0BCFF1A9-98C5-4BF4-B36F-AC18F4952391}"/>
              </a:ext>
            </a:extLst>
          </p:cNvPr>
          <p:cNvSpPr>
            <a:spLocks xmlns:a="http://schemas.openxmlformats.org/drawingml/2006/main" noGrp="1"/>
          </p:cNvSpPr>
          <p:nvPr/>
        </p:nvSpPr>
        <p:spPr>
          <a:xfrm xmlns:a="http://schemas.openxmlformats.org/drawingml/2006/main">
            <a:off x="2638425" y="6896100"/>
            <a:ext cx="112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142632"/>
                </a:solidFill>
                <a:latin typeface="Arial"/>
                <a:ea typeface="Arial"/>
                <a:cs typeface="Arial"/>
              </a:defRPr>
            </a:pPr>
            <a:r>
              <a:rPr sz="1650" b="0">
                <a:solidFill>
                  <a:srgbClr val="142632"/>
                </a:solidFill>
                <a:latin typeface="Arial"/>
                <a:ea typeface="Arial"/>
                <a:cs typeface="Arial"/>
              </a:rPr>
              <a:t>Motion Emotion
Encoder</a:t>
            </a:r>
          </a:p>
        </p:txBody>
      </p:sp>
      <p:sp>
        <p:nvSpPr>
          <p:cNvPr id="268" name="encoder_200">
            <a:extLst xmlns:a="http://schemas.openxmlformats.org/drawingml/2006/main">
              <a:ext uri="{FF2B5EF4-FFF2-40B4-BE49-F238E27FC236}">
                <a16:creationId xmlns:a16="http://schemas.microsoft.com/office/drawing/2014/main" id="{00BD0FB1-7694-42A4-A703-D5ADA3D4CBF0}"/>
              </a:ext>
            </a:extLst>
          </p:cNvPr>
          <p:cNvSpPr>
            <a:spLocks xmlns:a="http://schemas.openxmlformats.org/drawingml/2006/main" noGrp="1"/>
          </p:cNvSpPr>
          <p:nvPr/>
        </p:nvSpPr>
        <p:spPr>
          <a:xfrm xmlns:a="http://schemas.openxmlformats.org/drawingml/2006/main">
            <a:off x="4191000" y="6848475"/>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269" name="encoder_201">
            <a:extLst xmlns:a="http://schemas.openxmlformats.org/drawingml/2006/main">
              <a:ext uri="{FF2B5EF4-FFF2-40B4-BE49-F238E27FC236}">
                <a16:creationId xmlns:a16="http://schemas.microsoft.com/office/drawing/2014/main" id="{68B0BBA9-F10A-4474-8F15-3B398074EC99}"/>
              </a:ext>
            </a:extLst>
          </p:cNvPr>
          <p:cNvSpPr>
            <a:spLocks xmlns:a="http://schemas.openxmlformats.org/drawingml/2006/main" noGrp="1"/>
          </p:cNvSpPr>
          <p:nvPr/>
        </p:nvSpPr>
        <p:spPr>
          <a:xfrm xmlns:a="http://schemas.openxmlformats.org/drawingml/2006/main">
            <a:off x="4505325" y="6848475"/>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270" name="element_202">
            <a:extLst xmlns:a="http://schemas.openxmlformats.org/drawingml/2006/main">
              <a:ext uri="{FF2B5EF4-FFF2-40B4-BE49-F238E27FC236}">
                <a16:creationId xmlns:a16="http://schemas.microsoft.com/office/drawing/2014/main" id="{FE8DFDDA-3D35-4002-A89A-D442D9A1C555}"/>
              </a:ext>
            </a:extLst>
          </p:cNvPr>
          <p:cNvSpPr>
            <a:spLocks xmlns:a="http://schemas.openxmlformats.org/drawingml/2006/main" noGrp="1"/>
          </p:cNvSpPr>
          <p:nvPr/>
        </p:nvSpPr>
        <p:spPr>
          <a:xfrm xmlns:a="http://schemas.openxmlformats.org/drawingml/2006/main">
            <a:off x="4191000" y="6934200"/>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271" name="element_203">
            <a:extLst xmlns:a="http://schemas.openxmlformats.org/drawingml/2006/main">
              <a:ext uri="{FF2B5EF4-FFF2-40B4-BE49-F238E27FC236}">
                <a16:creationId xmlns:a16="http://schemas.microsoft.com/office/drawing/2014/main" id="{D56A16AC-3681-4654-AB92-CC1D03FBCC6A}"/>
              </a:ext>
            </a:extLst>
          </p:cNvPr>
          <p:cNvSpPr>
            <a:spLocks xmlns:a="http://schemas.openxmlformats.org/drawingml/2006/main" noGrp="1"/>
          </p:cNvSpPr>
          <p:nvPr/>
        </p:nvSpPr>
        <p:spPr>
          <a:xfrm xmlns:a="http://schemas.openxmlformats.org/drawingml/2006/main">
            <a:off x="4294823"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72" name="element_204">
            <a:extLst xmlns:a="http://schemas.openxmlformats.org/drawingml/2006/main">
              <a:ext uri="{FF2B5EF4-FFF2-40B4-BE49-F238E27FC236}">
                <a16:creationId xmlns:a16="http://schemas.microsoft.com/office/drawing/2014/main" id="{F4D4F5D8-6DBE-49FB-ADAB-6D21EA80EF4D}"/>
              </a:ext>
            </a:extLst>
          </p:cNvPr>
          <p:cNvSpPr>
            <a:spLocks xmlns:a="http://schemas.openxmlformats.org/drawingml/2006/main" noGrp="1"/>
          </p:cNvSpPr>
          <p:nvPr/>
        </p:nvSpPr>
        <p:spPr>
          <a:xfrm xmlns:a="http://schemas.openxmlformats.org/drawingml/2006/main">
            <a:off x="4294823"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15" name="直接箭头连接符 967"/>
          <p:cNvCxnSpPr>
            <a:stCxn xmlns:a="http://schemas.openxmlformats.org/drawingml/2006/main" id="271" idx="2"/>
            <a:endCxn xmlns:a="http://schemas.openxmlformats.org/drawingml/2006/main" id="272" idx="0"/>
          </p:cNvCxnSpPr>
          <p:nvPr/>
        </p:nvCxnSpPr>
        <p:spPr>
          <a:xfrm xmlns:a="http://schemas.openxmlformats.org/drawingml/2006/main">
            <a:off x="4295776"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74" name="element_205">
            <a:extLst xmlns:a="http://schemas.openxmlformats.org/drawingml/2006/main">
              <a:ext uri="{FF2B5EF4-FFF2-40B4-BE49-F238E27FC236}">
                <a16:creationId xmlns:a16="http://schemas.microsoft.com/office/drawing/2014/main" id="{5389C06D-39DA-439D-B263-CCDBA9832C12}"/>
              </a:ext>
            </a:extLst>
          </p:cNvPr>
          <p:cNvSpPr>
            <a:spLocks xmlns:a="http://schemas.openxmlformats.org/drawingml/2006/main" noGrp="1"/>
          </p:cNvSpPr>
          <p:nvPr/>
        </p:nvSpPr>
        <p:spPr>
          <a:xfrm xmlns:a="http://schemas.openxmlformats.org/drawingml/2006/main">
            <a:off x="4399598"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75" name="element_206">
            <a:extLst xmlns:a="http://schemas.openxmlformats.org/drawingml/2006/main">
              <a:ext uri="{FF2B5EF4-FFF2-40B4-BE49-F238E27FC236}">
                <a16:creationId xmlns:a16="http://schemas.microsoft.com/office/drawing/2014/main" id="{5A6D9869-27A9-434F-A0E4-19AE8DFF6B00}"/>
              </a:ext>
            </a:extLst>
          </p:cNvPr>
          <p:cNvSpPr>
            <a:spLocks xmlns:a="http://schemas.openxmlformats.org/drawingml/2006/main" noGrp="1"/>
          </p:cNvSpPr>
          <p:nvPr/>
        </p:nvSpPr>
        <p:spPr>
          <a:xfrm xmlns:a="http://schemas.openxmlformats.org/drawingml/2006/main">
            <a:off x="4399598"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18" name="直接箭头连接符 970"/>
          <p:cNvCxnSpPr>
            <a:stCxn xmlns:a="http://schemas.openxmlformats.org/drawingml/2006/main" id="274" idx="2"/>
            <a:endCxn xmlns:a="http://schemas.openxmlformats.org/drawingml/2006/main" id="275" idx="0"/>
          </p:cNvCxnSpPr>
          <p:nvPr/>
        </p:nvCxnSpPr>
        <p:spPr>
          <a:xfrm xmlns:a="http://schemas.openxmlformats.org/drawingml/2006/main">
            <a:off x="4400551"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77" name="element_207">
            <a:extLst xmlns:a="http://schemas.openxmlformats.org/drawingml/2006/main">
              <a:ext uri="{FF2B5EF4-FFF2-40B4-BE49-F238E27FC236}">
                <a16:creationId xmlns:a16="http://schemas.microsoft.com/office/drawing/2014/main" id="{D0426CAD-31DC-4ED1-887A-9B1798DC334E}"/>
              </a:ext>
            </a:extLst>
          </p:cNvPr>
          <p:cNvSpPr>
            <a:spLocks xmlns:a="http://schemas.openxmlformats.org/drawingml/2006/main" noGrp="1"/>
          </p:cNvSpPr>
          <p:nvPr/>
        </p:nvSpPr>
        <p:spPr>
          <a:xfrm xmlns:a="http://schemas.openxmlformats.org/drawingml/2006/main">
            <a:off x="4190048" y="7038023"/>
            <a:ext cx="1905" cy="1905"/>
          </a:xfrm>
          <a:prstGeom xmlns:a="http://schemas.openxmlformats.org/drawingml/2006/main" prst="rect">
            <a:avLst/>
          </a:prstGeom>
          <a:noFill xmlns:a="http://schemas.openxmlformats.org/drawingml/2006/main"/>
          <a:ln xmlns:a="http://schemas.openxmlformats.org/drawingml/2006/main" w="0">
            <a:noFill/>
          </a:ln>
        </p:spPr>
      </p:sp>
      <p:sp>
        <p:nvSpPr>
          <p:cNvPr id="278" name="element_208">
            <a:extLst xmlns:a="http://schemas.openxmlformats.org/drawingml/2006/main">
              <a:ext uri="{FF2B5EF4-FFF2-40B4-BE49-F238E27FC236}">
                <a16:creationId xmlns:a16="http://schemas.microsoft.com/office/drawing/2014/main" id="{8A36D947-1D5E-4D42-A258-A275B71CACAA}"/>
              </a:ext>
            </a:extLst>
          </p:cNvPr>
          <p:cNvSpPr>
            <a:spLocks xmlns:a="http://schemas.openxmlformats.org/drawingml/2006/main" noGrp="1"/>
          </p:cNvSpPr>
          <p:nvPr/>
        </p:nvSpPr>
        <p:spPr>
          <a:xfrm xmlns:a="http://schemas.openxmlformats.org/drawingml/2006/main">
            <a:off x="4504373" y="70380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21" name="直接箭头连接符 973"/>
          <p:cNvCxnSpPr>
            <a:stCxn xmlns:a="http://schemas.openxmlformats.org/drawingml/2006/main" id="277" idx="3"/>
            <a:endCxn xmlns:a="http://schemas.openxmlformats.org/drawingml/2006/main" id="278" idx="1"/>
          </p:cNvCxnSpPr>
          <p:nvPr/>
        </p:nvCxnSpPr>
        <p:spPr>
          <a:xfrm xmlns:a="http://schemas.openxmlformats.org/drawingml/2006/main">
            <a:off x="4191953" y="703897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80" name="element_209">
            <a:extLst xmlns:a="http://schemas.openxmlformats.org/drawingml/2006/main">
              <a:ext uri="{FF2B5EF4-FFF2-40B4-BE49-F238E27FC236}">
                <a16:creationId xmlns:a16="http://schemas.microsoft.com/office/drawing/2014/main" id="{360CCB8B-F98C-4B8D-A0FE-685376A92A3F}"/>
              </a:ext>
            </a:extLst>
          </p:cNvPr>
          <p:cNvSpPr>
            <a:spLocks xmlns:a="http://schemas.openxmlformats.org/drawingml/2006/main" noGrp="1"/>
          </p:cNvSpPr>
          <p:nvPr/>
        </p:nvSpPr>
        <p:spPr>
          <a:xfrm xmlns:a="http://schemas.openxmlformats.org/drawingml/2006/main">
            <a:off x="4190048" y="7142798"/>
            <a:ext cx="1905" cy="1905"/>
          </a:xfrm>
          <a:prstGeom xmlns:a="http://schemas.openxmlformats.org/drawingml/2006/main" prst="rect">
            <a:avLst/>
          </a:prstGeom>
          <a:noFill xmlns:a="http://schemas.openxmlformats.org/drawingml/2006/main"/>
          <a:ln xmlns:a="http://schemas.openxmlformats.org/drawingml/2006/main" w="0">
            <a:noFill/>
          </a:ln>
        </p:spPr>
      </p:sp>
      <p:sp>
        <p:nvSpPr>
          <p:cNvPr id="281" name="element_210">
            <a:extLst xmlns:a="http://schemas.openxmlformats.org/drawingml/2006/main">
              <a:ext uri="{FF2B5EF4-FFF2-40B4-BE49-F238E27FC236}">
                <a16:creationId xmlns:a16="http://schemas.microsoft.com/office/drawing/2014/main" id="{077F4F87-05C5-48DA-9CDB-6C0EDB9355F1}"/>
              </a:ext>
            </a:extLst>
          </p:cNvPr>
          <p:cNvSpPr>
            <a:spLocks xmlns:a="http://schemas.openxmlformats.org/drawingml/2006/main" noGrp="1"/>
          </p:cNvSpPr>
          <p:nvPr/>
        </p:nvSpPr>
        <p:spPr>
          <a:xfrm xmlns:a="http://schemas.openxmlformats.org/drawingml/2006/main">
            <a:off x="4504373" y="7142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24" name="直接箭头连接符 976"/>
          <p:cNvCxnSpPr>
            <a:stCxn xmlns:a="http://schemas.openxmlformats.org/drawingml/2006/main" id="280" idx="3"/>
            <a:endCxn xmlns:a="http://schemas.openxmlformats.org/drawingml/2006/main" id="281" idx="1"/>
          </p:cNvCxnSpPr>
          <p:nvPr/>
        </p:nvCxnSpPr>
        <p:spPr>
          <a:xfrm xmlns:a="http://schemas.openxmlformats.org/drawingml/2006/main">
            <a:off x="4191953" y="71437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83" name="element_211">
            <a:extLst xmlns:a="http://schemas.openxmlformats.org/drawingml/2006/main">
              <a:ext uri="{FF2B5EF4-FFF2-40B4-BE49-F238E27FC236}">
                <a16:creationId xmlns:a16="http://schemas.microsoft.com/office/drawing/2014/main" id="{9A52FF32-2D2B-459C-84F0-33A9EE734D75}"/>
              </a:ext>
            </a:extLst>
          </p:cNvPr>
          <p:cNvSpPr>
            <a:spLocks xmlns:a="http://schemas.openxmlformats.org/drawingml/2006/main" noGrp="1"/>
          </p:cNvSpPr>
          <p:nvPr/>
        </p:nvSpPr>
        <p:spPr>
          <a:xfrm xmlns:a="http://schemas.openxmlformats.org/drawingml/2006/main">
            <a:off x="4086225" y="7429500"/>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g_m</a:t>
            </a:r>
          </a:p>
        </p:txBody>
      </p:sp>
      <p:sp>
        <p:nvSpPr>
          <p:cNvPr id="284" name="element_212">
            <a:extLst xmlns:a="http://schemas.openxmlformats.org/drawingml/2006/main">
              <a:ext uri="{FF2B5EF4-FFF2-40B4-BE49-F238E27FC236}">
                <a16:creationId xmlns:a16="http://schemas.microsoft.com/office/drawing/2014/main" id="{B5179E9A-0A39-47E3-9A2E-55CCEF3F1830}"/>
              </a:ext>
            </a:extLst>
          </p:cNvPr>
          <p:cNvSpPr>
            <a:spLocks xmlns:a="http://schemas.openxmlformats.org/drawingml/2006/main" noGrp="1"/>
          </p:cNvSpPr>
          <p:nvPr/>
        </p:nvSpPr>
        <p:spPr>
          <a:xfrm xmlns:a="http://schemas.openxmlformats.org/drawingml/2006/main">
            <a:off x="5010150" y="6943725"/>
            <a:ext cx="1162050" cy="447675"/>
          </a:xfrm>
          <a:prstGeom xmlns:a="http://schemas.openxmlformats.org/drawingml/2006/main" prst="roundRect">
            <a:avLst>
              <a:gd name="adj" fmla="val 12766"/>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MSE(gₐ, sg(gₘ))</a:t>
            </a:r>
          </a:p>
          <a:p xmlns:a="http://schemas.openxmlformats.org/drawingml/2006/main">
            <a:pPr algn="ctr">
              <a:buNone/>
              <a:defRPr sz="1575">
                <a:solidFill>
                  <a:srgbClr val="142632"/>
                </a:solidFill>
                <a:latin typeface="Times New Roman"/>
                <a:ea typeface="Times New Roman"/>
                <a:cs typeface="Times New Roman"/>
              </a:defRPr>
            </a:pPr>
            <a:r>
              <a:rPr sz="1575">
                <a:solidFill>
                  <a:srgbClr val="142632"/>
                </a:solidFill>
                <a:latin typeface="Times New Roman"/>
                <a:ea typeface="Times New Roman"/>
                <a:cs typeface="Times New Roman"/>
              </a:rPr>
              <a:t>(global semantics)</a:t>
            </a:r>
          </a:p>
        </p:txBody>
      </p:sp>
      <p:sp>
        <p:nvSpPr>
          <p:cNvPr id="285" name="encoder_213">
            <a:extLst xmlns:a="http://schemas.openxmlformats.org/drawingml/2006/main">
              <a:ext uri="{FF2B5EF4-FFF2-40B4-BE49-F238E27FC236}">
                <a16:creationId xmlns:a16="http://schemas.microsoft.com/office/drawing/2014/main" id="{2930A625-983D-466D-916E-44097069E925}"/>
              </a:ext>
            </a:extLst>
          </p:cNvPr>
          <p:cNvSpPr>
            <a:spLocks xmlns:a="http://schemas.openxmlformats.org/drawingml/2006/main" noGrp="1"/>
          </p:cNvSpPr>
          <p:nvPr/>
        </p:nvSpPr>
        <p:spPr>
          <a:xfrm xmlns:a="http://schemas.openxmlformats.org/drawingml/2006/main">
            <a:off x="6696075" y="6848475"/>
            <a:ext cx="400050" cy="85725"/>
          </a:xfrm>
          <a:custGeom xmlns:a="http://schemas.openxmlformats.org/drawingml/2006/main">
            <a:rect l="0" t="0" r="0" b="0"/>
            <a:pathLst>
              <a:path w="400050" h="85725">
                <a:moveTo>
                  <a:pt x="0" y="85725"/>
                </a:moveTo>
                <a:lnTo>
                  <a:pt x="85725" y="0"/>
                </a:lnTo>
                <a:lnTo>
                  <a:pt x="400050" y="0"/>
                </a:lnTo>
                <a:lnTo>
                  <a:pt x="314325" y="85725"/>
                </a:lnTo>
                <a:close/>
              </a:path>
            </a:pathLst>
          </a:custGeom>
          <a:solidFill xmlns:a="http://schemas.openxmlformats.org/drawingml/2006/main">
            <a:srgbClr val="FFE6B7"/>
          </a:solidFill>
          <a:ln xmlns:a="http://schemas.openxmlformats.org/drawingml/2006/main" w="11430">
            <a:solidFill>
              <a:srgbClr val="D39243"/>
            </a:solidFill>
          </a:ln>
        </p:spPr>
      </p:sp>
      <p:sp>
        <p:nvSpPr>
          <p:cNvPr id="286" name="encoder_214">
            <a:extLst xmlns:a="http://schemas.openxmlformats.org/drawingml/2006/main">
              <a:ext uri="{FF2B5EF4-FFF2-40B4-BE49-F238E27FC236}">
                <a16:creationId xmlns:a16="http://schemas.microsoft.com/office/drawing/2014/main" id="{75EF7DDB-1A9B-46E1-A05B-0DDD870CC34E}"/>
              </a:ext>
            </a:extLst>
          </p:cNvPr>
          <p:cNvSpPr>
            <a:spLocks xmlns:a="http://schemas.openxmlformats.org/drawingml/2006/main" noGrp="1"/>
          </p:cNvSpPr>
          <p:nvPr/>
        </p:nvSpPr>
        <p:spPr>
          <a:xfrm xmlns:a="http://schemas.openxmlformats.org/drawingml/2006/main">
            <a:off x="7010400" y="6848475"/>
            <a:ext cx="85725" cy="400050"/>
          </a:xfrm>
          <a:custGeom xmlns:a="http://schemas.openxmlformats.org/drawingml/2006/main">
            <a:rect l="0" t="0" r="0" b="0"/>
            <a:pathLst>
              <a:path w="85725" h="400050">
                <a:moveTo>
                  <a:pt x="0" y="85725"/>
                </a:moveTo>
                <a:lnTo>
                  <a:pt x="85725" y="0"/>
                </a:lnTo>
                <a:lnTo>
                  <a:pt x="85725" y="314325"/>
                </a:lnTo>
                <a:lnTo>
                  <a:pt x="0" y="400050"/>
                </a:lnTo>
                <a:close/>
              </a:path>
            </a:pathLst>
          </a:custGeom>
          <a:solidFill xmlns:a="http://schemas.openxmlformats.org/drawingml/2006/main">
            <a:srgbClr val="FFE6B7"/>
          </a:solidFill>
          <a:ln xmlns:a="http://schemas.openxmlformats.org/drawingml/2006/main" w="11430">
            <a:solidFill>
              <a:srgbClr val="D39243"/>
            </a:solidFill>
          </a:ln>
        </p:spPr>
      </p:sp>
      <p:sp>
        <p:nvSpPr>
          <p:cNvPr id="287" name="element_215">
            <a:extLst xmlns:a="http://schemas.openxmlformats.org/drawingml/2006/main">
              <a:ext uri="{FF2B5EF4-FFF2-40B4-BE49-F238E27FC236}">
                <a16:creationId xmlns:a16="http://schemas.microsoft.com/office/drawing/2014/main" id="{07D40225-4B5A-4CF8-9773-94D2CD9FBBA4}"/>
              </a:ext>
            </a:extLst>
          </p:cNvPr>
          <p:cNvSpPr>
            <a:spLocks xmlns:a="http://schemas.openxmlformats.org/drawingml/2006/main" noGrp="1"/>
          </p:cNvSpPr>
          <p:nvPr/>
        </p:nvSpPr>
        <p:spPr>
          <a:xfrm xmlns:a="http://schemas.openxmlformats.org/drawingml/2006/main">
            <a:off x="6696075" y="6934200"/>
            <a:ext cx="314325" cy="314325"/>
          </a:xfrm>
          <a:prstGeom xmlns:a="http://schemas.openxmlformats.org/drawingml/2006/main" prst="rect">
            <a:avLst/>
          </a:prstGeom>
          <a:solidFill xmlns:a="http://schemas.openxmlformats.org/drawingml/2006/main">
            <a:srgbClr val="FFE6B7"/>
          </a:solidFill>
          <a:ln xmlns:a="http://schemas.openxmlformats.org/drawingml/2006/main" w="10478">
            <a:solidFill>
              <a:srgbClr val="D39243"/>
            </a:solidFill>
          </a:ln>
        </p:spPr>
      </p:sp>
      <p:sp>
        <p:nvSpPr>
          <p:cNvPr id="288" name="element_216">
            <a:extLst xmlns:a="http://schemas.openxmlformats.org/drawingml/2006/main">
              <a:ext uri="{FF2B5EF4-FFF2-40B4-BE49-F238E27FC236}">
                <a16:creationId xmlns:a16="http://schemas.microsoft.com/office/drawing/2014/main" id="{0501380C-5013-40FD-8F95-A51E5590ADD4}"/>
              </a:ext>
            </a:extLst>
          </p:cNvPr>
          <p:cNvSpPr>
            <a:spLocks xmlns:a="http://schemas.openxmlformats.org/drawingml/2006/main" noGrp="1"/>
          </p:cNvSpPr>
          <p:nvPr/>
        </p:nvSpPr>
        <p:spPr>
          <a:xfrm xmlns:a="http://schemas.openxmlformats.org/drawingml/2006/main">
            <a:off x="6799898"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89" name="element_217">
            <a:extLst xmlns:a="http://schemas.openxmlformats.org/drawingml/2006/main">
              <a:ext uri="{FF2B5EF4-FFF2-40B4-BE49-F238E27FC236}">
                <a16:creationId xmlns:a16="http://schemas.microsoft.com/office/drawing/2014/main" id="{7F566759-645F-41DD-882F-17064307B626}"/>
              </a:ext>
            </a:extLst>
          </p:cNvPr>
          <p:cNvSpPr>
            <a:spLocks xmlns:a="http://schemas.openxmlformats.org/drawingml/2006/main" noGrp="1"/>
          </p:cNvSpPr>
          <p:nvPr/>
        </p:nvSpPr>
        <p:spPr>
          <a:xfrm xmlns:a="http://schemas.openxmlformats.org/drawingml/2006/main">
            <a:off x="6799898"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2" name="直接箭头连接符 984"/>
          <p:cNvCxnSpPr>
            <a:stCxn xmlns:a="http://schemas.openxmlformats.org/drawingml/2006/main" id="288" idx="2"/>
            <a:endCxn xmlns:a="http://schemas.openxmlformats.org/drawingml/2006/main" id="289" idx="0"/>
          </p:cNvCxnSpPr>
          <p:nvPr/>
        </p:nvCxnSpPr>
        <p:spPr>
          <a:xfrm xmlns:a="http://schemas.openxmlformats.org/drawingml/2006/main">
            <a:off x="6800851"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91" name="element_218">
            <a:extLst xmlns:a="http://schemas.openxmlformats.org/drawingml/2006/main">
              <a:ext uri="{FF2B5EF4-FFF2-40B4-BE49-F238E27FC236}">
                <a16:creationId xmlns:a16="http://schemas.microsoft.com/office/drawing/2014/main" id="{FC538F9D-E5D4-494E-9F3F-A3E14F35378E}"/>
              </a:ext>
            </a:extLst>
          </p:cNvPr>
          <p:cNvSpPr>
            <a:spLocks xmlns:a="http://schemas.openxmlformats.org/drawingml/2006/main" noGrp="1"/>
          </p:cNvSpPr>
          <p:nvPr/>
        </p:nvSpPr>
        <p:spPr>
          <a:xfrm xmlns:a="http://schemas.openxmlformats.org/drawingml/2006/main">
            <a:off x="6904673" y="6933248"/>
            <a:ext cx="1905" cy="1905"/>
          </a:xfrm>
          <a:prstGeom xmlns:a="http://schemas.openxmlformats.org/drawingml/2006/main" prst="rect">
            <a:avLst/>
          </a:prstGeom>
          <a:noFill xmlns:a="http://schemas.openxmlformats.org/drawingml/2006/main"/>
          <a:ln xmlns:a="http://schemas.openxmlformats.org/drawingml/2006/main" w="0">
            <a:noFill/>
          </a:ln>
        </p:spPr>
      </p:sp>
      <p:sp>
        <p:nvSpPr>
          <p:cNvPr id="292" name="element_219">
            <a:extLst xmlns:a="http://schemas.openxmlformats.org/drawingml/2006/main">
              <a:ext uri="{FF2B5EF4-FFF2-40B4-BE49-F238E27FC236}">
                <a16:creationId xmlns:a16="http://schemas.microsoft.com/office/drawing/2014/main" id="{7B6F26F1-5092-4348-8269-AB9776BAACF9}"/>
              </a:ext>
            </a:extLst>
          </p:cNvPr>
          <p:cNvSpPr>
            <a:spLocks xmlns:a="http://schemas.openxmlformats.org/drawingml/2006/main" noGrp="1"/>
          </p:cNvSpPr>
          <p:nvPr/>
        </p:nvSpPr>
        <p:spPr>
          <a:xfrm xmlns:a="http://schemas.openxmlformats.org/drawingml/2006/main">
            <a:off x="6904673" y="7247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5" name="直接箭头连接符 987"/>
          <p:cNvCxnSpPr>
            <a:stCxn xmlns:a="http://schemas.openxmlformats.org/drawingml/2006/main" id="291" idx="2"/>
            <a:endCxn xmlns:a="http://schemas.openxmlformats.org/drawingml/2006/main" id="292" idx="0"/>
          </p:cNvCxnSpPr>
          <p:nvPr/>
        </p:nvCxnSpPr>
        <p:spPr>
          <a:xfrm xmlns:a="http://schemas.openxmlformats.org/drawingml/2006/main">
            <a:off x="6905626" y="6935153"/>
            <a:ext cx="0" cy="312420"/>
          </a:xfrm>
          <a:prstGeom xmlns:a="http://schemas.openxmlformats.org/drawingml/2006/main" prst="straightConnector1">
            <a:avLst/>
          </a:prstGeom>
          <a:ln xmlns:a="http://schemas.openxmlformats.org/drawingml/2006/main" w="16193">
            <a:solidFill>
              <a:srgbClr val="D39243"/>
            </a:solidFill>
            <a:prstDash val="solid"/>
          </a:ln>
        </p:spPr>
      </p:cxnSp>
      <p:sp>
        <p:nvSpPr>
          <p:cNvPr id="294" name="element_220">
            <a:extLst xmlns:a="http://schemas.openxmlformats.org/drawingml/2006/main">
              <a:ext uri="{FF2B5EF4-FFF2-40B4-BE49-F238E27FC236}">
                <a16:creationId xmlns:a16="http://schemas.microsoft.com/office/drawing/2014/main" id="{88EAD092-31AC-4037-B7C5-A659310112B7}"/>
              </a:ext>
            </a:extLst>
          </p:cNvPr>
          <p:cNvSpPr>
            <a:spLocks xmlns:a="http://schemas.openxmlformats.org/drawingml/2006/main" noGrp="1"/>
          </p:cNvSpPr>
          <p:nvPr/>
        </p:nvSpPr>
        <p:spPr>
          <a:xfrm xmlns:a="http://schemas.openxmlformats.org/drawingml/2006/main">
            <a:off x="6695123" y="7038023"/>
            <a:ext cx="1905" cy="1905"/>
          </a:xfrm>
          <a:prstGeom xmlns:a="http://schemas.openxmlformats.org/drawingml/2006/main" prst="rect">
            <a:avLst/>
          </a:prstGeom>
          <a:noFill xmlns:a="http://schemas.openxmlformats.org/drawingml/2006/main"/>
          <a:ln xmlns:a="http://schemas.openxmlformats.org/drawingml/2006/main" w="0">
            <a:noFill/>
          </a:ln>
        </p:spPr>
      </p:sp>
      <p:sp>
        <p:nvSpPr>
          <p:cNvPr id="295" name="element_221">
            <a:extLst xmlns:a="http://schemas.openxmlformats.org/drawingml/2006/main">
              <a:ext uri="{FF2B5EF4-FFF2-40B4-BE49-F238E27FC236}">
                <a16:creationId xmlns:a16="http://schemas.microsoft.com/office/drawing/2014/main" id="{C031125B-A38E-4706-BB5C-EBBAB09A1123}"/>
              </a:ext>
            </a:extLst>
          </p:cNvPr>
          <p:cNvSpPr>
            <a:spLocks xmlns:a="http://schemas.openxmlformats.org/drawingml/2006/main" noGrp="1"/>
          </p:cNvSpPr>
          <p:nvPr/>
        </p:nvSpPr>
        <p:spPr>
          <a:xfrm xmlns:a="http://schemas.openxmlformats.org/drawingml/2006/main">
            <a:off x="7009448" y="70380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38" name="直接箭头连接符 990"/>
          <p:cNvCxnSpPr>
            <a:stCxn xmlns:a="http://schemas.openxmlformats.org/drawingml/2006/main" id="294" idx="3"/>
            <a:endCxn xmlns:a="http://schemas.openxmlformats.org/drawingml/2006/main" id="295" idx="1"/>
          </p:cNvCxnSpPr>
          <p:nvPr/>
        </p:nvCxnSpPr>
        <p:spPr>
          <a:xfrm xmlns:a="http://schemas.openxmlformats.org/drawingml/2006/main">
            <a:off x="6697028" y="7038976"/>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297" name="element_222">
            <a:extLst xmlns:a="http://schemas.openxmlformats.org/drawingml/2006/main">
              <a:ext uri="{FF2B5EF4-FFF2-40B4-BE49-F238E27FC236}">
                <a16:creationId xmlns:a16="http://schemas.microsoft.com/office/drawing/2014/main" id="{FE54E71D-14D3-46E5-8EB5-24322624AFF4}"/>
              </a:ext>
            </a:extLst>
          </p:cNvPr>
          <p:cNvSpPr>
            <a:spLocks xmlns:a="http://schemas.openxmlformats.org/drawingml/2006/main" noGrp="1"/>
          </p:cNvSpPr>
          <p:nvPr/>
        </p:nvSpPr>
        <p:spPr>
          <a:xfrm xmlns:a="http://schemas.openxmlformats.org/drawingml/2006/main">
            <a:off x="6695123" y="7142798"/>
            <a:ext cx="1905" cy="1905"/>
          </a:xfrm>
          <a:prstGeom xmlns:a="http://schemas.openxmlformats.org/drawingml/2006/main" prst="rect">
            <a:avLst/>
          </a:prstGeom>
          <a:noFill xmlns:a="http://schemas.openxmlformats.org/drawingml/2006/main"/>
          <a:ln xmlns:a="http://schemas.openxmlformats.org/drawingml/2006/main" w="0">
            <a:noFill/>
          </a:ln>
        </p:spPr>
      </p:sp>
      <p:sp>
        <p:nvSpPr>
          <p:cNvPr id="298" name="element_223">
            <a:extLst xmlns:a="http://schemas.openxmlformats.org/drawingml/2006/main">
              <a:ext uri="{FF2B5EF4-FFF2-40B4-BE49-F238E27FC236}">
                <a16:creationId xmlns:a16="http://schemas.microsoft.com/office/drawing/2014/main" id="{C3705C67-6BF7-463E-B553-2D4068E96C74}"/>
              </a:ext>
            </a:extLst>
          </p:cNvPr>
          <p:cNvSpPr>
            <a:spLocks xmlns:a="http://schemas.openxmlformats.org/drawingml/2006/main" noGrp="1"/>
          </p:cNvSpPr>
          <p:nvPr/>
        </p:nvSpPr>
        <p:spPr>
          <a:xfrm xmlns:a="http://schemas.openxmlformats.org/drawingml/2006/main">
            <a:off x="7009448" y="71427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41" name="直接箭头连接符 993"/>
          <p:cNvCxnSpPr>
            <a:stCxn xmlns:a="http://schemas.openxmlformats.org/drawingml/2006/main" id="297" idx="3"/>
            <a:endCxn xmlns:a="http://schemas.openxmlformats.org/drawingml/2006/main" id="298" idx="1"/>
          </p:cNvCxnSpPr>
          <p:nvPr/>
        </p:nvCxnSpPr>
        <p:spPr>
          <a:xfrm xmlns:a="http://schemas.openxmlformats.org/drawingml/2006/main">
            <a:off x="6697028" y="7143751"/>
            <a:ext cx="312420" cy="0"/>
          </a:xfrm>
          <a:prstGeom xmlns:a="http://schemas.openxmlformats.org/drawingml/2006/main" prst="straightConnector1">
            <a:avLst/>
          </a:prstGeom>
          <a:ln xmlns:a="http://schemas.openxmlformats.org/drawingml/2006/main" w="16193">
            <a:solidFill>
              <a:srgbClr val="D39243"/>
            </a:solidFill>
            <a:prstDash val="solid"/>
          </a:ln>
        </p:spPr>
      </p:cxnSp>
      <p:sp>
        <p:nvSpPr>
          <p:cNvPr id="300" name="element_224">
            <a:extLst xmlns:a="http://schemas.openxmlformats.org/drawingml/2006/main">
              <a:ext uri="{FF2B5EF4-FFF2-40B4-BE49-F238E27FC236}">
                <a16:creationId xmlns:a16="http://schemas.microsoft.com/office/drawing/2014/main" id="{2175245D-B440-4F93-92C7-F886F04D7972}"/>
              </a:ext>
            </a:extLst>
          </p:cNvPr>
          <p:cNvSpPr>
            <a:spLocks xmlns:a="http://schemas.openxmlformats.org/drawingml/2006/main" noGrp="1"/>
          </p:cNvSpPr>
          <p:nvPr/>
        </p:nvSpPr>
        <p:spPr>
          <a:xfrm xmlns:a="http://schemas.openxmlformats.org/drawingml/2006/main">
            <a:off x="6600825" y="7429500"/>
            <a:ext cx="666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gₐ</a:t>
            </a:r>
          </a:p>
        </p:txBody>
      </p:sp>
      <p:sp>
        <p:nvSpPr>
          <p:cNvPr id="301" name="element_225">
            <a:extLst xmlns:a="http://schemas.openxmlformats.org/drawingml/2006/main">
              <a:ext uri="{FF2B5EF4-FFF2-40B4-BE49-F238E27FC236}">
                <a16:creationId xmlns:a16="http://schemas.microsoft.com/office/drawing/2014/main" id="{A4A7F636-91D2-459C-B7B3-888B34F97C12}"/>
              </a:ext>
            </a:extLst>
          </p:cNvPr>
          <p:cNvSpPr>
            <a:spLocks xmlns:a="http://schemas.openxmlformats.org/drawingml/2006/main" noGrp="1"/>
          </p:cNvSpPr>
          <p:nvPr/>
        </p:nvSpPr>
        <p:spPr>
          <a:xfrm xmlns:a="http://schemas.openxmlformats.org/drawingml/2006/main">
            <a:off x="22755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2" name="element_226">
            <a:extLst xmlns:a="http://schemas.openxmlformats.org/drawingml/2006/main">
              <a:ext uri="{FF2B5EF4-FFF2-40B4-BE49-F238E27FC236}">
                <a16:creationId xmlns:a16="http://schemas.microsoft.com/office/drawing/2014/main" id="{76B497AC-ECDC-4296-A05A-FA5A92CD81DA}"/>
              </a:ext>
            </a:extLst>
          </p:cNvPr>
          <p:cNvSpPr>
            <a:spLocks xmlns:a="http://schemas.openxmlformats.org/drawingml/2006/main" noGrp="1"/>
          </p:cNvSpPr>
          <p:nvPr/>
        </p:nvSpPr>
        <p:spPr>
          <a:xfrm xmlns:a="http://schemas.openxmlformats.org/drawingml/2006/main">
            <a:off x="257079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45" name="直接箭头连接符 997"/>
          <p:cNvCxnSpPr>
            <a:stCxn xmlns:a="http://schemas.openxmlformats.org/drawingml/2006/main" id="301" idx="3"/>
            <a:endCxn xmlns:a="http://schemas.openxmlformats.org/drawingml/2006/main" id="302" idx="1"/>
          </p:cNvCxnSpPr>
          <p:nvPr/>
        </p:nvCxnSpPr>
        <p:spPr>
          <a:xfrm xmlns:a="http://schemas.openxmlformats.org/drawingml/2006/main">
            <a:off x="2277428" y="7153276"/>
            <a:ext cx="2933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04" name="element_227">
            <a:extLst xmlns:a="http://schemas.openxmlformats.org/drawingml/2006/main">
              <a:ext uri="{FF2B5EF4-FFF2-40B4-BE49-F238E27FC236}">
                <a16:creationId xmlns:a16="http://schemas.microsoft.com/office/drawing/2014/main" id="{F83D1462-5F27-486B-9AB5-8E0ED143A1E0}"/>
              </a:ext>
            </a:extLst>
          </p:cNvPr>
          <p:cNvSpPr>
            <a:spLocks xmlns:a="http://schemas.openxmlformats.org/drawingml/2006/main" noGrp="1"/>
          </p:cNvSpPr>
          <p:nvPr/>
        </p:nvSpPr>
        <p:spPr>
          <a:xfrm xmlns:a="http://schemas.openxmlformats.org/drawingml/2006/main">
            <a:off x="38376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5" name="element_228">
            <a:extLst xmlns:a="http://schemas.openxmlformats.org/drawingml/2006/main">
              <a:ext uri="{FF2B5EF4-FFF2-40B4-BE49-F238E27FC236}">
                <a16:creationId xmlns:a16="http://schemas.microsoft.com/office/drawing/2014/main" id="{5D6809A3-2C3C-40CC-A5F7-DA48197BDC1A}"/>
              </a:ext>
            </a:extLst>
          </p:cNvPr>
          <p:cNvSpPr>
            <a:spLocks xmlns:a="http://schemas.openxmlformats.org/drawingml/2006/main" noGrp="1"/>
          </p:cNvSpPr>
          <p:nvPr/>
        </p:nvSpPr>
        <p:spPr>
          <a:xfrm xmlns:a="http://schemas.openxmlformats.org/drawingml/2006/main">
            <a:off x="419004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48" name="直接箭头连接符 1000"/>
          <p:cNvCxnSpPr>
            <a:stCxn xmlns:a="http://schemas.openxmlformats.org/drawingml/2006/main" id="304" idx="3"/>
            <a:endCxn xmlns:a="http://schemas.openxmlformats.org/drawingml/2006/main" id="305" idx="1"/>
          </p:cNvCxnSpPr>
          <p:nvPr/>
        </p:nvCxnSpPr>
        <p:spPr>
          <a:xfrm xmlns:a="http://schemas.openxmlformats.org/drawingml/2006/main">
            <a:off x="3839528" y="7153276"/>
            <a:ext cx="35052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07" name="element_229">
            <a:extLst xmlns:a="http://schemas.openxmlformats.org/drawingml/2006/main">
              <a:ext uri="{FF2B5EF4-FFF2-40B4-BE49-F238E27FC236}">
                <a16:creationId xmlns:a16="http://schemas.microsoft.com/office/drawing/2014/main" id="{7ED450A0-0C50-4EE1-BA9B-F6B6B99A56DF}"/>
              </a:ext>
            </a:extLst>
          </p:cNvPr>
          <p:cNvSpPr>
            <a:spLocks xmlns:a="http://schemas.openxmlformats.org/drawingml/2006/main" noGrp="1"/>
          </p:cNvSpPr>
          <p:nvPr/>
        </p:nvSpPr>
        <p:spPr>
          <a:xfrm xmlns:a="http://schemas.openxmlformats.org/drawingml/2006/main">
            <a:off x="45615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08" name="element_230">
            <a:extLst xmlns:a="http://schemas.openxmlformats.org/drawingml/2006/main">
              <a:ext uri="{FF2B5EF4-FFF2-40B4-BE49-F238E27FC236}">
                <a16:creationId xmlns:a16="http://schemas.microsoft.com/office/drawing/2014/main" id="{64489FCC-D2A0-48B4-A0FB-B5790DA47FBC}"/>
              </a:ext>
            </a:extLst>
          </p:cNvPr>
          <p:cNvSpPr>
            <a:spLocks xmlns:a="http://schemas.openxmlformats.org/drawingml/2006/main" noGrp="1"/>
          </p:cNvSpPr>
          <p:nvPr/>
        </p:nvSpPr>
        <p:spPr>
          <a:xfrm xmlns:a="http://schemas.openxmlformats.org/drawingml/2006/main">
            <a:off x="500919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51" name="直接箭头连接符 1003"/>
          <p:cNvCxnSpPr>
            <a:stCxn xmlns:a="http://schemas.openxmlformats.org/drawingml/2006/main" id="307" idx="3"/>
            <a:endCxn xmlns:a="http://schemas.openxmlformats.org/drawingml/2006/main" id="308" idx="1"/>
          </p:cNvCxnSpPr>
          <p:nvPr/>
        </p:nvCxnSpPr>
        <p:spPr>
          <a:xfrm xmlns:a="http://schemas.openxmlformats.org/drawingml/2006/main">
            <a:off x="4563428" y="7153276"/>
            <a:ext cx="4457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10" name="element_231">
            <a:extLst xmlns:a="http://schemas.openxmlformats.org/drawingml/2006/main">
              <a:ext uri="{FF2B5EF4-FFF2-40B4-BE49-F238E27FC236}">
                <a16:creationId xmlns:a16="http://schemas.microsoft.com/office/drawing/2014/main" id="{DEA9C98D-2CCF-4275-A075-4E9516EA7FD4}"/>
              </a:ext>
            </a:extLst>
          </p:cNvPr>
          <p:cNvSpPr>
            <a:spLocks xmlns:a="http://schemas.openxmlformats.org/drawingml/2006/main" noGrp="1"/>
          </p:cNvSpPr>
          <p:nvPr/>
        </p:nvSpPr>
        <p:spPr>
          <a:xfrm xmlns:a="http://schemas.openxmlformats.org/drawingml/2006/main">
            <a:off x="6695123" y="7152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11" name="element_232">
            <a:extLst xmlns:a="http://schemas.openxmlformats.org/drawingml/2006/main">
              <a:ext uri="{FF2B5EF4-FFF2-40B4-BE49-F238E27FC236}">
                <a16:creationId xmlns:a16="http://schemas.microsoft.com/office/drawing/2014/main" id="{B7899947-4A42-4798-82BA-414B779F2445}"/>
              </a:ext>
            </a:extLst>
          </p:cNvPr>
          <p:cNvSpPr>
            <a:spLocks xmlns:a="http://schemas.openxmlformats.org/drawingml/2006/main" noGrp="1"/>
          </p:cNvSpPr>
          <p:nvPr/>
        </p:nvSpPr>
        <p:spPr>
          <a:xfrm xmlns:a="http://schemas.openxmlformats.org/drawingml/2006/main">
            <a:off x="6171248" y="715232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54" name="直接箭头连接符 1006"/>
          <p:cNvCxnSpPr>
            <a:stCxn xmlns:a="http://schemas.openxmlformats.org/drawingml/2006/main" id="310" idx="1"/>
            <a:endCxn xmlns:a="http://schemas.openxmlformats.org/drawingml/2006/main" id="311" idx="3"/>
          </p:cNvCxnSpPr>
          <p:nvPr/>
        </p:nvCxnSpPr>
        <p:spPr>
          <a:xfrm xmlns:a="http://schemas.openxmlformats.org/drawingml/2006/main" flipH="1">
            <a:off x="6173153" y="7153276"/>
            <a:ext cx="521970" cy="0"/>
          </a:xfrm>
          <a:prstGeom xmlns:a="http://schemas.openxmlformats.org/drawingml/2006/main" prst="straightConnector1">
            <a:avLst/>
          </a:prstGeom>
          <a:ln xmlns:a="http://schemas.openxmlformats.org/drawingml/2006/main" w="16193">
            <a:solidFill>
              <a:srgbClr val="D39243"/>
            </a:solidFill>
            <a:prstDash val="dash"/>
            <a:tailEnd type="triangle" w="sm" len="sm"/>
          </a:ln>
        </p:spPr>
      </p:cxnSp>
      <p:sp>
        <p:nvSpPr>
          <p:cNvPr id="313" name="element_233">
            <a:extLst xmlns:a="http://schemas.openxmlformats.org/drawingml/2006/main">
              <a:ext uri="{FF2B5EF4-FFF2-40B4-BE49-F238E27FC236}">
                <a16:creationId xmlns:a16="http://schemas.microsoft.com/office/drawing/2014/main" id="{052986B1-6E1D-44D6-A997-0CED77A63D27}"/>
              </a:ext>
            </a:extLst>
          </p:cNvPr>
          <p:cNvSpPr>
            <a:spLocks xmlns:a="http://schemas.openxmlformats.org/drawingml/2006/main" noGrp="1"/>
          </p:cNvSpPr>
          <p:nvPr/>
        </p:nvSpPr>
        <p:spPr>
          <a:xfrm xmlns:a="http://schemas.openxmlformats.org/drawingml/2006/main">
            <a:off x="11972925" y="628650"/>
            <a:ext cx="2981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425" b="0">
                <a:solidFill>
                  <a:srgbClr val="142632"/>
                </a:solidFill>
                <a:latin typeface="Times New Roman"/>
                <a:ea typeface="Times New Roman"/>
                <a:cs typeface="Times New Roman"/>
              </a:defRPr>
            </a:pPr>
            <a:r>
              <a:rPr sz="1425" b="0">
                <a:solidFill>
                  <a:srgbClr val="142632"/>
                </a:solidFill>
                <a:latin typeface="Times New Roman"/>
                <a:ea typeface="Times New Roman"/>
                <a:cs typeface="Times New Roman"/>
              </a:rPr>
              <a:t>Hctx = Pₕ(h₀) + Pᵤ(uₐ)</a:t>
            </a:r>
          </a:p>
          <a:p xmlns:a="http://schemas.openxmlformats.org/drawingml/2006/main">
            <a:pPr algn="ctr">
              <a:buNone/>
              <a:defRPr sz="1425" b="0">
                <a:solidFill>
                  <a:srgbClr val="142632"/>
                </a:solidFill>
                <a:latin typeface="Times New Roman"/>
                <a:ea typeface="Times New Roman"/>
                <a:cs typeface="Times New Roman"/>
              </a:defRPr>
            </a:pPr>
            <a:r>
              <a:rPr sz="1425" b="0">
                <a:solidFill>
                  <a:srgbClr val="142632"/>
                </a:solidFill>
                <a:latin typeface="Times New Roman"/>
                <a:ea typeface="Times New Roman"/>
                <a:cs typeface="Times New Roman"/>
              </a:rPr>
              <a:t>g = P_g(gₐ) + P_z(z_id) + P_τ(τ)</a:t>
            </a:r>
          </a:p>
        </p:txBody>
      </p:sp>
      <p:sp>
        <p:nvSpPr>
          <p:cNvPr id="314" name="element_234">
            <a:extLst xmlns:a="http://schemas.openxmlformats.org/drawingml/2006/main">
              <a:ext uri="{FF2B5EF4-FFF2-40B4-BE49-F238E27FC236}">
                <a16:creationId xmlns:a16="http://schemas.microsoft.com/office/drawing/2014/main" id="{BCAFF9C6-5B27-48D4-944F-EA55C6FA6D1D}"/>
              </a:ext>
            </a:extLst>
          </p:cNvPr>
          <p:cNvSpPr>
            <a:spLocks xmlns:a="http://schemas.openxmlformats.org/drawingml/2006/main" noGrp="1"/>
          </p:cNvSpPr>
          <p:nvPr/>
        </p:nvSpPr>
        <p:spPr>
          <a:xfrm xmlns:a="http://schemas.openxmlformats.org/drawingml/2006/main">
            <a:off x="12172950" y="1400175"/>
            <a:ext cx="2581275" cy="419100"/>
          </a:xfrm>
          <a:prstGeom xmlns:a="http://schemas.openxmlformats.org/drawingml/2006/main" prst="roundRect">
            <a:avLst>
              <a:gd name="adj" fmla="val 13636"/>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725">
                <a:solidFill>
                  <a:srgbClr val="142632"/>
                </a:solidFill>
                <a:latin typeface="Times New Roman"/>
                <a:ea typeface="Times New Roman"/>
                <a:cs typeface="Times New Roman"/>
              </a:defRPr>
            </a:pPr>
            <a:r>
              <a:rPr sz="1725">
                <a:solidFill>
                  <a:srgbClr val="142632"/>
                </a:solidFill>
                <a:latin typeface="Times New Roman"/>
                <a:ea typeface="Times New Roman"/>
                <a:cs typeface="Times New Roman"/>
              </a:rPr>
              <a:t>Noisy residual +
context</a:t>
            </a:r>
          </a:p>
        </p:txBody>
      </p:sp>
      <p:sp>
        <p:nvSpPr>
          <p:cNvPr id="315" name="element_235">
            <a:extLst xmlns:a="http://schemas.openxmlformats.org/drawingml/2006/main">
              <a:ext uri="{FF2B5EF4-FFF2-40B4-BE49-F238E27FC236}">
                <a16:creationId xmlns:a16="http://schemas.microsoft.com/office/drawing/2014/main" id="{A2AC01C7-3FF7-4FED-A7E3-52676B3309AB}"/>
              </a:ext>
            </a:extLst>
          </p:cNvPr>
          <p:cNvSpPr>
            <a:spLocks xmlns:a="http://schemas.openxmlformats.org/drawingml/2006/main" noGrp="1"/>
          </p:cNvSpPr>
          <p:nvPr/>
        </p:nvSpPr>
        <p:spPr>
          <a:xfrm xmlns:a="http://schemas.openxmlformats.org/drawingml/2006/main">
            <a:off x="11915775" y="2038350"/>
            <a:ext cx="3038475" cy="3162300"/>
          </a:xfrm>
          <a:prstGeom xmlns:a="http://schemas.openxmlformats.org/drawingml/2006/main" prst="roundRect">
            <a:avLst>
              <a:gd name="adj" fmla="val 5643"/>
            </a:avLst>
          </a:prstGeom>
          <a:solidFill xmlns:a="http://schemas.openxmlformats.org/drawingml/2006/main">
            <a:srgbClr val="FFFEFA"/>
          </a:solidFill>
          <a:ln xmlns:a="http://schemas.openxmlformats.org/drawingml/2006/main" w="13335">
            <a:solidFill>
              <a:srgbClr val="D39243"/>
            </a:solidFill>
          </a:ln>
        </p:spPr>
      </p:sp>
      <p:sp>
        <p:nvSpPr>
          <p:cNvPr id="316" name="element_236">
            <a:extLst xmlns:a="http://schemas.openxmlformats.org/drawingml/2006/main">
              <a:ext uri="{FF2B5EF4-FFF2-40B4-BE49-F238E27FC236}">
                <a16:creationId xmlns:a16="http://schemas.microsoft.com/office/drawing/2014/main" id="{FDDD2CB7-3D15-464E-ABB4-46D4DF19CA70}"/>
              </a:ext>
            </a:extLst>
          </p:cNvPr>
          <p:cNvSpPr>
            <a:spLocks xmlns:a="http://schemas.openxmlformats.org/drawingml/2006/main" noGrp="1"/>
          </p:cNvSpPr>
          <p:nvPr/>
        </p:nvSpPr>
        <p:spPr>
          <a:xfrm xmlns:a="http://schemas.openxmlformats.org/drawingml/2006/main">
            <a:off x="12192000" y="2286000"/>
            <a:ext cx="2495550" cy="438150"/>
          </a:xfrm>
          <a:prstGeom xmlns:a="http://schemas.openxmlformats.org/drawingml/2006/main" prst="roundRect">
            <a:avLst>
              <a:gd name="adj" fmla="val 13043"/>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Self-Attention</a:t>
            </a:r>
          </a:p>
        </p:txBody>
      </p:sp>
      <p:sp>
        <p:nvSpPr>
          <p:cNvPr id="317" name="element_237">
            <a:extLst xmlns:a="http://schemas.openxmlformats.org/drawingml/2006/main">
              <a:ext uri="{FF2B5EF4-FFF2-40B4-BE49-F238E27FC236}">
                <a16:creationId xmlns:a16="http://schemas.microsoft.com/office/drawing/2014/main" id="{6D380DE0-4CA6-4E61-B321-60917FE0B2B9}"/>
              </a:ext>
            </a:extLst>
          </p:cNvPr>
          <p:cNvSpPr>
            <a:spLocks xmlns:a="http://schemas.openxmlformats.org/drawingml/2006/main" noGrp="1"/>
          </p:cNvSpPr>
          <p:nvPr/>
        </p:nvSpPr>
        <p:spPr>
          <a:xfrm xmlns:a="http://schemas.openxmlformats.org/drawingml/2006/main">
            <a:off x="12192000" y="2971800"/>
            <a:ext cx="2495550" cy="438150"/>
          </a:xfrm>
          <a:prstGeom xmlns:a="http://schemas.openxmlformats.org/drawingml/2006/main" prst="roundRect">
            <a:avLst>
              <a:gd name="adj" fmla="val 13043"/>
            </a:avLst>
          </a:prstGeom>
          <a:solidFill xmlns:a="http://schemas.openxmlformats.org/drawingml/2006/main">
            <a:srgbClr val="DDEECF"/>
          </a:solidFill>
          <a:ln xmlns:a="http://schemas.openxmlformats.org/drawingml/2006/main" w="10478">
            <a:solidFill>
              <a:srgbClr val="579849"/>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Global modulation</a:t>
            </a:r>
          </a:p>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gₐ + z_id + τ</a:t>
            </a:r>
          </a:p>
        </p:txBody>
      </p:sp>
      <p:sp>
        <p:nvSpPr>
          <p:cNvPr id="318" name="element_238">
            <a:extLst xmlns:a="http://schemas.openxmlformats.org/drawingml/2006/main">
              <a:ext uri="{FF2B5EF4-FFF2-40B4-BE49-F238E27FC236}">
                <a16:creationId xmlns:a16="http://schemas.microsoft.com/office/drawing/2014/main" id="{A5E1B4FB-C8F8-4748-B0E2-026A725FC192}"/>
              </a:ext>
            </a:extLst>
          </p:cNvPr>
          <p:cNvSpPr>
            <a:spLocks xmlns:a="http://schemas.openxmlformats.org/drawingml/2006/main" noGrp="1"/>
          </p:cNvSpPr>
          <p:nvPr/>
        </p:nvSpPr>
        <p:spPr>
          <a:xfrm xmlns:a="http://schemas.openxmlformats.org/drawingml/2006/main">
            <a:off x="13438823" y="2723198"/>
            <a:ext cx="1905" cy="1905"/>
          </a:xfrm>
          <a:prstGeom xmlns:a="http://schemas.openxmlformats.org/drawingml/2006/main" prst="rect">
            <a:avLst/>
          </a:prstGeom>
          <a:noFill xmlns:a="http://schemas.openxmlformats.org/drawingml/2006/main"/>
          <a:ln xmlns:a="http://schemas.openxmlformats.org/drawingml/2006/main" w="0">
            <a:noFill/>
          </a:ln>
        </p:spPr>
      </p:sp>
      <p:sp>
        <p:nvSpPr>
          <p:cNvPr id="319" name="element_239">
            <a:extLst xmlns:a="http://schemas.openxmlformats.org/drawingml/2006/main">
              <a:ext uri="{FF2B5EF4-FFF2-40B4-BE49-F238E27FC236}">
                <a16:creationId xmlns:a16="http://schemas.microsoft.com/office/drawing/2014/main" id="{F63EA253-3BAC-489F-B903-A11A6FE60B78}"/>
              </a:ext>
            </a:extLst>
          </p:cNvPr>
          <p:cNvSpPr>
            <a:spLocks xmlns:a="http://schemas.openxmlformats.org/drawingml/2006/main" noGrp="1"/>
          </p:cNvSpPr>
          <p:nvPr/>
        </p:nvSpPr>
        <p:spPr>
          <a:xfrm xmlns:a="http://schemas.openxmlformats.org/drawingml/2006/main">
            <a:off x="13438823" y="29708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62" name="直接箭头连接符 1014"/>
          <p:cNvCxnSpPr>
            <a:stCxn xmlns:a="http://schemas.openxmlformats.org/drawingml/2006/main" id="318" idx="2"/>
            <a:endCxn xmlns:a="http://schemas.openxmlformats.org/drawingml/2006/main" id="319" idx="0"/>
          </p:cNvCxnSpPr>
          <p:nvPr/>
        </p:nvCxnSpPr>
        <p:spPr>
          <a:xfrm xmlns:a="http://schemas.openxmlformats.org/drawingml/2006/main">
            <a:off x="13439776" y="27251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1" name="element_240">
            <a:extLst xmlns:a="http://schemas.openxmlformats.org/drawingml/2006/main">
              <a:ext uri="{FF2B5EF4-FFF2-40B4-BE49-F238E27FC236}">
                <a16:creationId xmlns:a16="http://schemas.microsoft.com/office/drawing/2014/main" id="{22D2D298-D987-43B9-A32F-E4354991BDE3}"/>
              </a:ext>
            </a:extLst>
          </p:cNvPr>
          <p:cNvSpPr>
            <a:spLocks xmlns:a="http://schemas.openxmlformats.org/drawingml/2006/main" noGrp="1"/>
          </p:cNvSpPr>
          <p:nvPr/>
        </p:nvSpPr>
        <p:spPr>
          <a:xfrm xmlns:a="http://schemas.openxmlformats.org/drawingml/2006/main">
            <a:off x="12192000" y="3657600"/>
            <a:ext cx="2495550" cy="438150"/>
          </a:xfrm>
          <a:prstGeom xmlns:a="http://schemas.openxmlformats.org/drawingml/2006/main" prst="roundRect">
            <a:avLst>
              <a:gd name="adj" fmla="val 13043"/>
            </a:avLst>
          </a:prstGeom>
          <a:solidFill xmlns:a="http://schemas.openxmlformats.org/drawingml/2006/main">
            <a:srgbClr val="FFE6B7"/>
          </a:solidFill>
          <a:ln xmlns:a="http://schemas.openxmlformats.org/drawingml/2006/main" w="10478">
            <a:solidFill>
              <a:srgbClr val="D39243"/>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Cross-Attention</a:t>
            </a:r>
          </a:p>
        </p:txBody>
      </p:sp>
      <p:sp>
        <p:nvSpPr>
          <p:cNvPr id="322" name="element_241">
            <a:extLst xmlns:a="http://schemas.openxmlformats.org/drawingml/2006/main">
              <a:ext uri="{FF2B5EF4-FFF2-40B4-BE49-F238E27FC236}">
                <a16:creationId xmlns:a16="http://schemas.microsoft.com/office/drawing/2014/main" id="{467BF3F8-6A02-4253-AA3F-CF991D284C0C}"/>
              </a:ext>
            </a:extLst>
          </p:cNvPr>
          <p:cNvSpPr>
            <a:spLocks xmlns:a="http://schemas.openxmlformats.org/drawingml/2006/main" noGrp="1"/>
          </p:cNvSpPr>
          <p:nvPr/>
        </p:nvSpPr>
        <p:spPr>
          <a:xfrm xmlns:a="http://schemas.openxmlformats.org/drawingml/2006/main">
            <a:off x="13438823" y="3408998"/>
            <a:ext cx="1905" cy="1905"/>
          </a:xfrm>
          <a:prstGeom xmlns:a="http://schemas.openxmlformats.org/drawingml/2006/main" prst="rect">
            <a:avLst/>
          </a:prstGeom>
          <a:noFill xmlns:a="http://schemas.openxmlformats.org/drawingml/2006/main"/>
          <a:ln xmlns:a="http://schemas.openxmlformats.org/drawingml/2006/main" w="0">
            <a:noFill/>
          </a:ln>
        </p:spPr>
      </p:sp>
      <p:sp>
        <p:nvSpPr>
          <p:cNvPr id="323" name="element_242">
            <a:extLst xmlns:a="http://schemas.openxmlformats.org/drawingml/2006/main">
              <a:ext uri="{FF2B5EF4-FFF2-40B4-BE49-F238E27FC236}">
                <a16:creationId xmlns:a16="http://schemas.microsoft.com/office/drawing/2014/main" id="{7F251163-77D2-4E36-BB94-3A0690AA1FF3}"/>
              </a:ext>
            </a:extLst>
          </p:cNvPr>
          <p:cNvSpPr>
            <a:spLocks xmlns:a="http://schemas.openxmlformats.org/drawingml/2006/main" noGrp="1"/>
          </p:cNvSpPr>
          <p:nvPr/>
        </p:nvSpPr>
        <p:spPr>
          <a:xfrm xmlns:a="http://schemas.openxmlformats.org/drawingml/2006/main">
            <a:off x="13438823" y="36566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66" name="直接箭头连接符 1018"/>
          <p:cNvCxnSpPr>
            <a:stCxn xmlns:a="http://schemas.openxmlformats.org/drawingml/2006/main" id="322" idx="2"/>
            <a:endCxn xmlns:a="http://schemas.openxmlformats.org/drawingml/2006/main" id="323" idx="0"/>
          </p:cNvCxnSpPr>
          <p:nvPr/>
        </p:nvCxnSpPr>
        <p:spPr>
          <a:xfrm xmlns:a="http://schemas.openxmlformats.org/drawingml/2006/main">
            <a:off x="13439776" y="34109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5" name="element_243">
            <a:extLst xmlns:a="http://schemas.openxmlformats.org/drawingml/2006/main">
              <a:ext uri="{FF2B5EF4-FFF2-40B4-BE49-F238E27FC236}">
                <a16:creationId xmlns:a16="http://schemas.microsoft.com/office/drawing/2014/main" id="{7D5F26C9-2E11-4C23-83DF-BD2354A055EF}"/>
              </a:ext>
            </a:extLst>
          </p:cNvPr>
          <p:cNvSpPr>
            <a:spLocks xmlns:a="http://schemas.openxmlformats.org/drawingml/2006/main" noGrp="1"/>
          </p:cNvSpPr>
          <p:nvPr/>
        </p:nvSpPr>
        <p:spPr>
          <a:xfrm xmlns:a="http://schemas.openxmlformats.org/drawingml/2006/main">
            <a:off x="12192000" y="4343400"/>
            <a:ext cx="2495550" cy="438150"/>
          </a:xfrm>
          <a:prstGeom xmlns:a="http://schemas.openxmlformats.org/drawingml/2006/main" prst="roundRect">
            <a:avLst>
              <a:gd name="adj" fmla="val 13043"/>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425">
                <a:solidFill>
                  <a:srgbClr val="142632"/>
                </a:solidFill>
                <a:latin typeface="Arial"/>
                <a:ea typeface="Arial"/>
                <a:cs typeface="Arial"/>
              </a:defRPr>
            </a:pPr>
            <a:r>
              <a:rPr sz="1425">
                <a:solidFill>
                  <a:srgbClr val="142632"/>
                </a:solidFill>
                <a:latin typeface="Arial"/>
                <a:ea typeface="Arial"/>
                <a:cs typeface="Arial"/>
              </a:rPr>
              <a:t>AdaLN + Feed Forward</a:t>
            </a:r>
          </a:p>
        </p:txBody>
      </p:sp>
      <p:sp>
        <p:nvSpPr>
          <p:cNvPr id="326" name="element_244">
            <a:extLst xmlns:a="http://schemas.openxmlformats.org/drawingml/2006/main">
              <a:ext uri="{FF2B5EF4-FFF2-40B4-BE49-F238E27FC236}">
                <a16:creationId xmlns:a16="http://schemas.microsoft.com/office/drawing/2014/main" id="{C666A90C-9AA9-4ABC-9AD4-6398CFA0D7B1}"/>
              </a:ext>
            </a:extLst>
          </p:cNvPr>
          <p:cNvSpPr>
            <a:spLocks xmlns:a="http://schemas.openxmlformats.org/drawingml/2006/main" noGrp="1"/>
          </p:cNvSpPr>
          <p:nvPr/>
        </p:nvSpPr>
        <p:spPr>
          <a:xfrm xmlns:a="http://schemas.openxmlformats.org/drawingml/2006/main">
            <a:off x="13438823" y="4094798"/>
            <a:ext cx="1905" cy="1905"/>
          </a:xfrm>
          <a:prstGeom xmlns:a="http://schemas.openxmlformats.org/drawingml/2006/main" prst="rect">
            <a:avLst/>
          </a:prstGeom>
          <a:noFill xmlns:a="http://schemas.openxmlformats.org/drawingml/2006/main"/>
          <a:ln xmlns:a="http://schemas.openxmlformats.org/drawingml/2006/main" w="0">
            <a:noFill/>
          </a:ln>
        </p:spPr>
      </p:sp>
      <p:sp>
        <p:nvSpPr>
          <p:cNvPr id="327" name="element_245">
            <a:extLst xmlns:a="http://schemas.openxmlformats.org/drawingml/2006/main">
              <a:ext uri="{FF2B5EF4-FFF2-40B4-BE49-F238E27FC236}">
                <a16:creationId xmlns:a16="http://schemas.microsoft.com/office/drawing/2014/main" id="{5309B32E-F343-4176-A491-6D148FB7B831}"/>
              </a:ext>
            </a:extLst>
          </p:cNvPr>
          <p:cNvSpPr>
            <a:spLocks xmlns:a="http://schemas.openxmlformats.org/drawingml/2006/main" noGrp="1"/>
          </p:cNvSpPr>
          <p:nvPr/>
        </p:nvSpPr>
        <p:spPr>
          <a:xfrm xmlns:a="http://schemas.openxmlformats.org/drawingml/2006/main">
            <a:off x="13438823" y="43424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0" name="直接箭头连接符 1022"/>
          <p:cNvCxnSpPr>
            <a:stCxn xmlns:a="http://schemas.openxmlformats.org/drawingml/2006/main" id="326" idx="2"/>
            <a:endCxn xmlns:a="http://schemas.openxmlformats.org/drawingml/2006/main" id="327" idx="0"/>
          </p:cNvCxnSpPr>
          <p:nvPr/>
        </p:nvCxnSpPr>
        <p:spPr>
          <a:xfrm xmlns:a="http://schemas.openxmlformats.org/drawingml/2006/main">
            <a:off x="13439776" y="4096703"/>
            <a:ext cx="0" cy="2457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29" name="element_246">
            <a:extLst xmlns:a="http://schemas.openxmlformats.org/drawingml/2006/main">
              <a:ext uri="{FF2B5EF4-FFF2-40B4-BE49-F238E27FC236}">
                <a16:creationId xmlns:a16="http://schemas.microsoft.com/office/drawing/2014/main" id="{0CFDC799-C019-4A56-A4E9-D0FD399F7529}"/>
              </a:ext>
            </a:extLst>
          </p:cNvPr>
          <p:cNvSpPr>
            <a:spLocks xmlns:a="http://schemas.openxmlformats.org/drawingml/2006/main" noGrp="1"/>
          </p:cNvSpPr>
          <p:nvPr/>
        </p:nvSpPr>
        <p:spPr>
          <a:xfrm xmlns:a="http://schemas.openxmlformats.org/drawingml/2006/main">
            <a:off x="13438823" y="1818323"/>
            <a:ext cx="1905" cy="1905"/>
          </a:xfrm>
          <a:prstGeom xmlns:a="http://schemas.openxmlformats.org/drawingml/2006/main" prst="rect">
            <a:avLst/>
          </a:prstGeom>
          <a:noFill xmlns:a="http://schemas.openxmlformats.org/drawingml/2006/main"/>
          <a:ln xmlns:a="http://schemas.openxmlformats.org/drawingml/2006/main" w="0">
            <a:noFill/>
          </a:ln>
        </p:spPr>
      </p:sp>
      <p:sp>
        <p:nvSpPr>
          <p:cNvPr id="330" name="element_247">
            <a:extLst xmlns:a="http://schemas.openxmlformats.org/drawingml/2006/main">
              <a:ext uri="{FF2B5EF4-FFF2-40B4-BE49-F238E27FC236}">
                <a16:creationId xmlns:a16="http://schemas.microsoft.com/office/drawing/2014/main" id="{54A0F9CA-D81F-47EA-8CA8-CA316123EB41}"/>
              </a:ext>
            </a:extLst>
          </p:cNvPr>
          <p:cNvSpPr>
            <a:spLocks xmlns:a="http://schemas.openxmlformats.org/drawingml/2006/main" noGrp="1"/>
          </p:cNvSpPr>
          <p:nvPr/>
        </p:nvSpPr>
        <p:spPr>
          <a:xfrm xmlns:a="http://schemas.openxmlformats.org/drawingml/2006/main">
            <a:off x="13438823" y="228504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3" name="直接箭头连接符 1025"/>
          <p:cNvCxnSpPr>
            <a:stCxn xmlns:a="http://schemas.openxmlformats.org/drawingml/2006/main" id="329" idx="2"/>
            <a:endCxn xmlns:a="http://schemas.openxmlformats.org/drawingml/2006/main" id="330" idx="0"/>
          </p:cNvCxnSpPr>
          <p:nvPr/>
        </p:nvCxnSpPr>
        <p:spPr>
          <a:xfrm xmlns:a="http://schemas.openxmlformats.org/drawingml/2006/main">
            <a:off x="13439776" y="1820228"/>
            <a:ext cx="0" cy="46482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32" name="element_248">
            <a:extLst xmlns:a="http://schemas.openxmlformats.org/drawingml/2006/main">
              <a:ext uri="{FF2B5EF4-FFF2-40B4-BE49-F238E27FC236}">
                <a16:creationId xmlns:a16="http://schemas.microsoft.com/office/drawing/2014/main" id="{DEADE989-5626-476C-BEE1-91C6B55BA405}"/>
              </a:ext>
            </a:extLst>
          </p:cNvPr>
          <p:cNvSpPr>
            <a:spLocks xmlns:a="http://schemas.openxmlformats.org/drawingml/2006/main" noGrp="1"/>
          </p:cNvSpPr>
          <p:nvPr/>
        </p:nvSpPr>
        <p:spPr>
          <a:xfrm xmlns:a="http://schemas.openxmlformats.org/drawingml/2006/main">
            <a:off x="11982450" y="4895850"/>
            <a:ext cx="28860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275" b="0">
                <a:solidFill>
                  <a:srgbClr val="647079"/>
                </a:solidFill>
                <a:latin typeface="Arial"/>
                <a:ea typeface="Arial"/>
                <a:cs typeface="Arial"/>
              </a:defRPr>
            </a:pPr>
            <a:r>
              <a:rPr sz="1275" b="0">
                <a:solidFill>
                  <a:srgbClr val="647079"/>
                </a:solidFill>
                <a:latin typeface="Arial"/>
                <a:ea typeface="Arial"/>
                <a:cs typeface="Arial"/>
              </a:rPr>
              <a:t>× N blocks · gated residuals</a:t>
            </a:r>
          </a:p>
        </p:txBody>
      </p:sp>
      <p:sp>
        <p:nvSpPr>
          <p:cNvPr id="333" name="element_249">
            <a:extLst xmlns:a="http://schemas.openxmlformats.org/drawingml/2006/main">
              <a:ext uri="{FF2B5EF4-FFF2-40B4-BE49-F238E27FC236}">
                <a16:creationId xmlns:a16="http://schemas.microsoft.com/office/drawing/2014/main" id="{E9E0495E-06C3-4320-9A6E-44B7FD311CCA}"/>
              </a:ext>
            </a:extLst>
          </p:cNvPr>
          <p:cNvSpPr>
            <a:spLocks xmlns:a="http://schemas.openxmlformats.org/drawingml/2006/main" noGrp="1"/>
          </p:cNvSpPr>
          <p:nvPr/>
        </p:nvSpPr>
        <p:spPr>
          <a:xfrm xmlns:a="http://schemas.openxmlformats.org/drawingml/2006/main">
            <a:off x="12144375" y="3457575"/>
            <a:ext cx="2476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buNone/>
              <a:defRPr sz="1200" b="0">
                <a:solidFill>
                  <a:srgbClr val="D39243"/>
                </a:solidFill>
                <a:latin typeface="Times New Roman"/>
                <a:ea typeface="Times New Roman"/>
                <a:cs typeface="Times New Roman"/>
              </a:defRPr>
            </a:pPr>
            <a:r>
              <a:rPr sz="1200" b="0">
                <a:solidFill>
                  <a:srgbClr val="D39243"/>
                </a:solidFill>
                <a:latin typeface="Times New Roman"/>
                <a:ea typeface="Times New Roman"/>
                <a:cs typeface="Times New Roman"/>
              </a:rPr>
              <a:t>Temporal context</a:t>
            </a:r>
          </a:p>
        </p:txBody>
      </p:sp>
      <p:sp>
        <p:nvSpPr>
          <p:cNvPr id="334" name="element_250">
            <a:extLst xmlns:a="http://schemas.openxmlformats.org/drawingml/2006/main">
              <a:ext uri="{FF2B5EF4-FFF2-40B4-BE49-F238E27FC236}">
                <a16:creationId xmlns:a16="http://schemas.microsoft.com/office/drawing/2014/main" id="{205B0B81-7E03-4232-9FEA-91610D8AEF2F}"/>
              </a:ext>
            </a:extLst>
          </p:cNvPr>
          <p:cNvSpPr>
            <a:spLocks xmlns:a="http://schemas.openxmlformats.org/drawingml/2006/main" noGrp="1"/>
          </p:cNvSpPr>
          <p:nvPr/>
        </p:nvSpPr>
        <p:spPr>
          <a:xfrm xmlns:a="http://schemas.openxmlformats.org/drawingml/2006/main">
            <a:off x="12192000" y="5457825"/>
            <a:ext cx="2495550" cy="419100"/>
          </a:xfrm>
          <a:prstGeom xmlns:a="http://schemas.openxmlformats.org/drawingml/2006/main" prst="roundRect">
            <a:avLst>
              <a:gd name="adj" fmla="val 13636"/>
            </a:avLst>
          </a:prstGeom>
          <a:solidFill xmlns:a="http://schemas.openxmlformats.org/drawingml/2006/main">
            <a:srgbClr val="D0EFED"/>
          </a:solidFill>
          <a:ln xmlns:a="http://schemas.openxmlformats.org/drawingml/2006/main" w="10478">
            <a:solidFill>
              <a:srgbClr val="4C9998"/>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00">
                <a:solidFill>
                  <a:srgbClr val="142632"/>
                </a:solidFill>
                <a:latin typeface="Arial"/>
                <a:ea typeface="Arial"/>
                <a:cs typeface="Arial"/>
              </a:defRPr>
            </a:pPr>
            <a:r>
              <a:rPr sz="1500">
                <a:solidFill>
                  <a:srgbClr val="142632"/>
                </a:solidFill>
                <a:latin typeface="Arial"/>
                <a:ea typeface="Arial"/>
                <a:cs typeface="Arial"/>
              </a:rPr>
              <a:t>Output AdaLN + Linear</a:t>
            </a:r>
          </a:p>
        </p:txBody>
      </p:sp>
      <p:sp>
        <p:nvSpPr>
          <p:cNvPr id="335" name="element_251">
            <a:extLst xmlns:a="http://schemas.openxmlformats.org/drawingml/2006/main">
              <a:ext uri="{FF2B5EF4-FFF2-40B4-BE49-F238E27FC236}">
                <a16:creationId xmlns:a16="http://schemas.microsoft.com/office/drawing/2014/main" id="{17474703-B6F9-473D-9AD3-9DEB0E7AFF50}"/>
              </a:ext>
            </a:extLst>
          </p:cNvPr>
          <p:cNvSpPr>
            <a:spLocks xmlns:a="http://schemas.openxmlformats.org/drawingml/2006/main" noGrp="1"/>
          </p:cNvSpPr>
          <p:nvPr/>
        </p:nvSpPr>
        <p:spPr>
          <a:xfrm xmlns:a="http://schemas.openxmlformats.org/drawingml/2006/main">
            <a:off x="13438823" y="4780598"/>
            <a:ext cx="1905" cy="1905"/>
          </a:xfrm>
          <a:prstGeom xmlns:a="http://schemas.openxmlformats.org/drawingml/2006/main" prst="rect">
            <a:avLst/>
          </a:prstGeom>
          <a:noFill xmlns:a="http://schemas.openxmlformats.org/drawingml/2006/main"/>
          <a:ln xmlns:a="http://schemas.openxmlformats.org/drawingml/2006/main" w="0">
            <a:noFill/>
          </a:ln>
        </p:spPr>
      </p:sp>
      <p:sp>
        <p:nvSpPr>
          <p:cNvPr id="336" name="element_252">
            <a:extLst xmlns:a="http://schemas.openxmlformats.org/drawingml/2006/main">
              <a:ext uri="{FF2B5EF4-FFF2-40B4-BE49-F238E27FC236}">
                <a16:creationId xmlns:a16="http://schemas.microsoft.com/office/drawing/2014/main" id="{11663FED-7183-4FEF-8885-9D6C0C0C0A69}"/>
              </a:ext>
            </a:extLst>
          </p:cNvPr>
          <p:cNvSpPr>
            <a:spLocks xmlns:a="http://schemas.openxmlformats.org/drawingml/2006/main" noGrp="1"/>
          </p:cNvSpPr>
          <p:nvPr/>
        </p:nvSpPr>
        <p:spPr>
          <a:xfrm xmlns:a="http://schemas.openxmlformats.org/drawingml/2006/main">
            <a:off x="13438823" y="54568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79" name="直接箭头连接符 1031"/>
          <p:cNvCxnSpPr>
            <a:stCxn xmlns:a="http://schemas.openxmlformats.org/drawingml/2006/main" id="335" idx="2"/>
            <a:endCxn xmlns:a="http://schemas.openxmlformats.org/drawingml/2006/main" id="336" idx="0"/>
          </p:cNvCxnSpPr>
          <p:nvPr/>
        </p:nvCxnSpPr>
        <p:spPr>
          <a:xfrm xmlns:a="http://schemas.openxmlformats.org/drawingml/2006/main">
            <a:off x="13439776" y="4782503"/>
            <a:ext cx="0" cy="674370"/>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38" name="element_253">
            <a:extLst xmlns:a="http://schemas.openxmlformats.org/drawingml/2006/main">
              <a:ext uri="{FF2B5EF4-FFF2-40B4-BE49-F238E27FC236}">
                <a16:creationId xmlns:a16="http://schemas.microsoft.com/office/drawing/2014/main" id="{B64D85A6-CDFE-497F-BC36-C2AA127E38DC}"/>
              </a:ext>
            </a:extLst>
          </p:cNvPr>
          <p:cNvSpPr>
            <a:spLocks xmlns:a="http://schemas.openxmlformats.org/drawingml/2006/main" noGrp="1"/>
          </p:cNvSpPr>
          <p:nvPr/>
        </p:nvSpPr>
        <p:spPr>
          <a:xfrm xmlns:a="http://schemas.openxmlformats.org/drawingml/2006/main">
            <a:off x="12611100" y="5924550"/>
            <a:ext cx="1657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725" b="0">
                <a:solidFill>
                  <a:srgbClr val="142632"/>
                </a:solidFill>
                <a:latin typeface="Times New Roman"/>
                <a:ea typeface="Times New Roman"/>
                <a:cs typeface="Times New Roman"/>
              </a:defRPr>
            </a:pPr>
            <a:r>
              <a:rPr sz="1725" b="0">
                <a:solidFill>
                  <a:srgbClr val="142632"/>
                </a:solidFill>
                <a:latin typeface="Times New Roman"/>
                <a:ea typeface="Times New Roman"/>
                <a:cs typeface="Times New Roman"/>
              </a:rPr>
              <a:t>Velocity field</a:t>
            </a:r>
          </a:p>
        </p:txBody>
      </p:sp>
      <p:sp>
        <p:nvSpPr>
          <p:cNvPr id="339" name="element_254">
            <a:extLst xmlns:a="http://schemas.openxmlformats.org/drawingml/2006/main">
              <a:ext uri="{FF2B5EF4-FFF2-40B4-BE49-F238E27FC236}">
                <a16:creationId xmlns:a16="http://schemas.microsoft.com/office/drawing/2014/main" id="{6420932D-3B72-4A86-AD0A-6811AFCD8A4A}"/>
              </a:ext>
            </a:extLst>
          </p:cNvPr>
          <p:cNvSpPr>
            <a:spLocks xmlns:a="http://schemas.openxmlformats.org/drawingml/2006/main" noGrp="1"/>
          </p:cNvSpPr>
          <p:nvPr/>
        </p:nvSpPr>
        <p:spPr>
          <a:xfrm xmlns:a="http://schemas.openxmlformats.org/drawingml/2006/main">
            <a:off x="12192000" y="6305550"/>
            <a:ext cx="2495550" cy="466725"/>
          </a:xfrm>
          <a:prstGeom xmlns:a="http://schemas.openxmlformats.org/drawingml/2006/main" prst="roundRect">
            <a:avLst>
              <a:gd name="adj" fmla="val 12245"/>
            </a:avLst>
          </a:prstGeom>
          <a:solidFill xmlns:a="http://schemas.openxmlformats.org/drawingml/2006/main">
            <a:srgbClr val="E6DEEE"/>
          </a:solidFill>
          <a:ln xmlns:a="http://schemas.openxmlformats.org/drawingml/2006/main" w="10478">
            <a:solidFill>
              <a:srgbClr val="8F7DAB"/>
            </a:solidFill>
          </a:ln>
        </p:spPr>
        <p:txBody>
          <a:bodyPr xmlns:a="http://schemas.openxmlformats.org/drawingml/2006/main" wrap="none" lIns="28575" tIns="19050" rIns="28575" bIns="19050" anchor="ctr">
            <a:noAutofit/>
          </a:bodyPr>
          <a:lstStyle xmlns:a="http://schemas.openxmlformats.org/drawingml/2006/main"/>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Flow integration</a:t>
            </a:r>
          </a:p>
          <a:p xmlns:a="http://schemas.openxmlformats.org/drawingml/2006/main">
            <a:pPr algn="ctr">
              <a:buNone/>
              <a:defRPr sz="1575">
                <a:solidFill>
                  <a:srgbClr val="142632"/>
                </a:solidFill>
                <a:latin typeface="Arial"/>
                <a:ea typeface="Arial"/>
                <a:cs typeface="Arial"/>
              </a:defRPr>
            </a:pPr>
            <a:r>
              <a:rPr sz="1575">
                <a:solidFill>
                  <a:srgbClr val="142632"/>
                </a:solidFill>
                <a:latin typeface="Arial"/>
                <a:ea typeface="Arial"/>
                <a:cs typeface="Arial"/>
              </a:rPr>
              <a:t>ε → r̂</a:t>
            </a:r>
          </a:p>
        </p:txBody>
      </p:sp>
      <p:sp>
        <p:nvSpPr>
          <p:cNvPr id="340" name="element_255">
            <a:extLst xmlns:a="http://schemas.openxmlformats.org/drawingml/2006/main">
              <a:ext uri="{FF2B5EF4-FFF2-40B4-BE49-F238E27FC236}">
                <a16:creationId xmlns:a16="http://schemas.microsoft.com/office/drawing/2014/main" id="{67B6D2D3-2AD0-47AA-8370-6589C5FE4C58}"/>
              </a:ext>
            </a:extLst>
          </p:cNvPr>
          <p:cNvSpPr>
            <a:spLocks xmlns:a="http://schemas.openxmlformats.org/drawingml/2006/main" noGrp="1"/>
          </p:cNvSpPr>
          <p:nvPr/>
        </p:nvSpPr>
        <p:spPr>
          <a:xfrm xmlns:a="http://schemas.openxmlformats.org/drawingml/2006/main">
            <a:off x="13438823" y="6171248"/>
            <a:ext cx="1905" cy="1905"/>
          </a:xfrm>
          <a:prstGeom xmlns:a="http://schemas.openxmlformats.org/drawingml/2006/main" prst="rect">
            <a:avLst/>
          </a:prstGeom>
          <a:noFill xmlns:a="http://schemas.openxmlformats.org/drawingml/2006/main"/>
          <a:ln xmlns:a="http://schemas.openxmlformats.org/drawingml/2006/main" w="0">
            <a:noFill/>
          </a:ln>
        </p:spPr>
      </p:sp>
      <p:sp>
        <p:nvSpPr>
          <p:cNvPr id="341" name="element_256">
            <a:extLst xmlns:a="http://schemas.openxmlformats.org/drawingml/2006/main">
              <a:ext uri="{FF2B5EF4-FFF2-40B4-BE49-F238E27FC236}">
                <a16:creationId xmlns:a16="http://schemas.microsoft.com/office/drawing/2014/main" id="{FC13E444-6DB9-421D-9C52-2DCC018AA906}"/>
              </a:ext>
            </a:extLst>
          </p:cNvPr>
          <p:cNvSpPr>
            <a:spLocks xmlns:a="http://schemas.openxmlformats.org/drawingml/2006/main" noGrp="1"/>
          </p:cNvSpPr>
          <p:nvPr/>
        </p:nvSpPr>
        <p:spPr>
          <a:xfrm xmlns:a="http://schemas.openxmlformats.org/drawingml/2006/main">
            <a:off x="13438823" y="6304598"/>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84" name="直接箭头连接符 1036"/>
          <p:cNvCxnSpPr>
            <a:stCxn xmlns:a="http://schemas.openxmlformats.org/drawingml/2006/main" id="340" idx="2"/>
            <a:endCxn xmlns:a="http://schemas.openxmlformats.org/drawingml/2006/main" id="341" idx="0"/>
          </p:cNvCxnSpPr>
          <p:nvPr/>
        </p:nvCxnSpPr>
        <p:spPr>
          <a:xfrm xmlns:a="http://schemas.openxmlformats.org/drawingml/2006/main">
            <a:off x="13439776" y="6173153"/>
            <a:ext cx="0" cy="131445"/>
          </a:xfrm>
          <a:prstGeom xmlns:a="http://schemas.openxmlformats.org/drawingml/2006/main" prst="straightConnector1">
            <a:avLst/>
          </a:prstGeom>
          <a:ln xmlns:a="http://schemas.openxmlformats.org/drawingml/2006/main" w="16193">
            <a:solidFill>
              <a:srgbClr val="29323A"/>
            </a:solidFill>
            <a:prstDash val="solid"/>
            <a:tailEnd type="triangle" w="sm" len="sm"/>
          </a:ln>
        </p:spPr>
      </p:cxnSp>
      <p:sp>
        <p:nvSpPr>
          <p:cNvPr id="343" name="element_257">
            <a:extLst xmlns:a="http://schemas.openxmlformats.org/drawingml/2006/main">
              <a:ext uri="{FF2B5EF4-FFF2-40B4-BE49-F238E27FC236}">
                <a16:creationId xmlns:a16="http://schemas.microsoft.com/office/drawing/2014/main" id="{711F1D79-3A77-4ADA-ABDA-CE6203516086}"/>
              </a:ext>
            </a:extLst>
          </p:cNvPr>
          <p:cNvSpPr>
            <a:spLocks xmlns:a="http://schemas.openxmlformats.org/drawingml/2006/main" noGrp="1"/>
          </p:cNvSpPr>
          <p:nvPr/>
        </p:nvSpPr>
        <p:spPr>
          <a:xfrm xmlns:a="http://schemas.openxmlformats.org/drawingml/2006/main">
            <a:off x="12030075" y="6858000"/>
            <a:ext cx="2809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575" b="0">
                <a:solidFill>
                  <a:srgbClr val="142632"/>
                </a:solidFill>
                <a:latin typeface="Times New Roman"/>
                <a:ea typeface="Times New Roman"/>
                <a:cs typeface="Times New Roman"/>
              </a:defRPr>
            </a:pPr>
            <a:r>
              <a:rPr sz="1575" b="0">
                <a:solidFill>
                  <a:srgbClr val="142632"/>
                </a:solidFill>
                <a:latin typeface="Times New Roman"/>
                <a:ea typeface="Times New Roman"/>
                <a:cs typeface="Times New Roman"/>
              </a:rPr>
              <a:t>Residual facial
motion</a:t>
            </a:r>
          </a:p>
        </p:txBody>
      </p:sp>
      <p:sp>
        <p:nvSpPr>
          <p:cNvPr id="344" name="element_258">
            <a:extLst xmlns:a="http://schemas.openxmlformats.org/drawingml/2006/main">
              <a:ext uri="{FF2B5EF4-FFF2-40B4-BE49-F238E27FC236}">
                <a16:creationId xmlns:a16="http://schemas.microsoft.com/office/drawing/2014/main" id="{EF87D042-E9D1-4496-8B2A-E0F66C5E6752}"/>
              </a:ext>
            </a:extLst>
          </p:cNvPr>
          <p:cNvSpPr>
            <a:spLocks xmlns:a="http://schemas.openxmlformats.org/drawingml/2006/main" noGrp="1"/>
          </p:cNvSpPr>
          <p:nvPr/>
        </p:nvSpPr>
        <p:spPr>
          <a:xfrm xmlns:a="http://schemas.openxmlformats.org/drawingml/2006/main">
            <a:off x="12030075" y="7515225"/>
            <a:ext cx="2809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650" b="0">
                <a:solidFill>
                  <a:srgbClr val="8F7DAB"/>
                </a:solidFill>
                <a:latin typeface="Times New Roman"/>
                <a:ea typeface="Times New Roman"/>
                <a:cs typeface="Times New Roman"/>
              </a:defRPr>
            </a:pPr>
            <a:r>
              <a:rPr sz="1650" b="0">
                <a:solidFill>
                  <a:srgbClr val="8F7DAB"/>
                </a:solidFill>
                <a:latin typeface="Times New Roman"/>
                <a:ea typeface="Times New Roman"/>
                <a:cs typeface="Times New Roman"/>
              </a:rPr>
              <a:t>Mouth protection</a:t>
            </a:r>
          </a:p>
        </p:txBody>
      </p:sp>
      <p:sp>
        <p:nvSpPr>
          <p:cNvPr id="345" name="element_259">
            <a:extLst xmlns:a="http://schemas.openxmlformats.org/drawingml/2006/main">
              <a:ext uri="{FF2B5EF4-FFF2-40B4-BE49-F238E27FC236}">
                <a16:creationId xmlns:a16="http://schemas.microsoft.com/office/drawing/2014/main" id="{C21FEB27-7A6D-4281-BE70-82F10EAA1EC8}"/>
              </a:ext>
            </a:extLst>
          </p:cNvPr>
          <p:cNvSpPr>
            <a:spLocks xmlns:a="http://schemas.openxmlformats.org/drawingml/2006/main" noGrp="1"/>
          </p:cNvSpPr>
          <p:nvPr/>
        </p:nvSpPr>
        <p:spPr>
          <a:xfrm xmlns:a="http://schemas.openxmlformats.org/drawingml/2006/main">
            <a:off x="284798" y="8009573"/>
            <a:ext cx="1905" cy="1905"/>
          </a:xfrm>
          <a:prstGeom xmlns:a="http://schemas.openxmlformats.org/drawingml/2006/main" prst="rect">
            <a:avLst/>
          </a:prstGeom>
          <a:noFill xmlns:a="http://schemas.openxmlformats.org/drawingml/2006/main"/>
          <a:ln xmlns:a="http://schemas.openxmlformats.org/drawingml/2006/main" w="0">
            <a:noFill/>
          </a:ln>
        </p:spPr>
      </p:sp>
      <p:sp>
        <p:nvSpPr>
          <p:cNvPr id="346" name="element_260">
            <a:extLst xmlns:a="http://schemas.openxmlformats.org/drawingml/2006/main">
              <a:ext uri="{FF2B5EF4-FFF2-40B4-BE49-F238E27FC236}">
                <a16:creationId xmlns:a16="http://schemas.microsoft.com/office/drawing/2014/main" id="{C880FC05-A6ED-495A-831E-49A3C7E9CD31}"/>
              </a:ext>
            </a:extLst>
          </p:cNvPr>
          <p:cNvSpPr>
            <a:spLocks xmlns:a="http://schemas.openxmlformats.org/drawingml/2006/main" noGrp="1"/>
          </p:cNvSpPr>
          <p:nvPr/>
        </p:nvSpPr>
        <p:spPr>
          <a:xfrm xmlns:a="http://schemas.openxmlformats.org/drawingml/2006/main">
            <a:off x="14953298" y="8009573"/>
            <a:ext cx="1905" cy="1905"/>
          </a:xfrm>
          <a:prstGeom xmlns:a="http://schemas.openxmlformats.org/drawingml/2006/main" prst="rect">
            <a:avLst/>
          </a:prstGeom>
          <a:noFill xmlns:a="http://schemas.openxmlformats.org/drawingml/2006/main"/>
          <a:ln xmlns:a="http://schemas.openxmlformats.org/drawingml/2006/main" w="0">
            <a:noFill/>
          </a:ln>
        </p:spPr>
      </p:sp>
      <p:cxnSp>
        <p:nvCxnSpPr>
          <p:cNvPr id="1389" name="直接箭头连接符 1041"/>
          <p:cNvCxnSpPr>
            <a:stCxn xmlns:a="http://schemas.openxmlformats.org/drawingml/2006/main" id="345" idx="3"/>
            <a:endCxn xmlns:a="http://schemas.openxmlformats.org/drawingml/2006/main" id="346" idx="1"/>
          </p:cNvCxnSpPr>
          <p:nvPr/>
        </p:nvCxnSpPr>
        <p:spPr>
          <a:xfrm xmlns:a="http://schemas.openxmlformats.org/drawingml/2006/main">
            <a:off x="286703" y="8010526"/>
            <a:ext cx="14666595" cy="0"/>
          </a:xfrm>
          <a:prstGeom xmlns:a="http://schemas.openxmlformats.org/drawingml/2006/main" prst="straightConnector1">
            <a:avLst/>
          </a:prstGeom>
          <a:ln xmlns:a="http://schemas.openxmlformats.org/drawingml/2006/main" w="16193">
            <a:solidFill>
              <a:srgbClr val="A8B1B9"/>
            </a:solidFill>
            <a:prstDash val="solid"/>
          </a:ln>
        </p:spPr>
      </p:cxnSp>
      <p:sp>
        <p:nvSpPr>
          <p:cNvPr id="348" name="element_261">
            <a:extLst xmlns:a="http://schemas.openxmlformats.org/drawingml/2006/main">
              <a:ext uri="{FF2B5EF4-FFF2-40B4-BE49-F238E27FC236}">
                <a16:creationId xmlns:a16="http://schemas.microsoft.com/office/drawing/2014/main" id="{B4775433-E87F-47D0-B966-E7AAA26CB517}"/>
              </a:ext>
            </a:extLst>
          </p:cNvPr>
          <p:cNvSpPr>
            <a:spLocks xmlns:a="http://schemas.openxmlformats.org/drawingml/2006/main" noGrp="1"/>
          </p:cNvSpPr>
          <p:nvPr/>
        </p:nvSpPr>
        <p:spPr>
          <a:xfrm xmlns:a="http://schemas.openxmlformats.org/drawingml/2006/main">
            <a:off x="285750" y="8124825"/>
            <a:ext cx="1466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buNone/>
              <a:defRPr sz="1650" b="0">
                <a:solidFill>
                  <a:srgbClr val="142632"/>
                </a:solidFill>
                <a:latin typeface="Arial"/>
                <a:ea typeface="Arial"/>
                <a:cs typeface="Arial"/>
              </a:defRPr>
            </a:pPr>
            <a:r>
              <a:rPr sz="1650" b="0">
                <a:solidFill>
                  <a:srgbClr val="142632"/>
                </a:solidFill>
                <a:latin typeface="Arial"/>
                <a:ea typeface="Arial"/>
                <a:cs typeface="Arial"/>
              </a:rPr>
              <a:t>Figure 1. KineTalk separates articulation, personalized motion, and emotion, then synthesizes residual facial motion with a conditional flow decoder.</a:t>
            </a:r>
          </a:p>
        </p:txBody>
      </p:sp>
    </p:spTree>
    <p:extLst>
      <p:ext uri="{BB962C8B-B14F-4D97-AF65-F5344CB8AC3E}">
        <p14:creationId xmlns:p14="http://schemas.microsoft.com/office/powerpoint/2010/main" val="1993483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2026-09-23T11:36:26.4490000Z</dcterms:created>
  <dcterms:modified xsi:type="dcterms:W3CDTF">2026-09-23T11:36:26.4490000Z</dcterms:modified>
</coreProperties>
</file>