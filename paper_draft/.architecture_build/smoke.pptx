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b4a37c66744f86" /><Relationship Type="http://schemas.openxmlformats.org/officeDocument/2006/relationships/extended-properties" Target="/docProps/app.xml" Id="Ra2e26232bf3146cf" /><Relationship Type="http://schemas.openxmlformats.org/officeDocument/2006/relationships/officeDocument" Target="/ppt/presentation.xml" Id="R7651edf9502a41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46f1e5a51c4450"/>
  </p:sldMasterIdLst>
  <p:notesMasterIdLst>
    <p:notesMasterId xmlns:r="http://schemas.openxmlformats.org/officeDocument/2006/relationships" r:id="Re42b716b403b46fe"/>
  </p:notesMasterIdLst>
  <p:sldIdLst>
    <p:sldId xmlns:r="http://schemas.openxmlformats.org/officeDocument/2006/relationships" id="256" r:id="R4e4337973a3c4e3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73c19df2844d0e" /><Relationship Type="http://schemas.openxmlformats.org/officeDocument/2006/relationships/slideMaster" Target="/ppt/slideMasters/slideMaster1.xml" Id="R9b46f1e5a51c4450" /><Relationship Type="http://schemas.openxmlformats.org/officeDocument/2006/relationships/notesMaster" Target="/ppt/notesMasters/notesMaster1.xml" Id="Re42b716b403b46fe" /><Relationship Type="http://schemas.openxmlformats.org/officeDocument/2006/relationships/presProps" Target="/ppt/presProps.xml" Id="R8c659bd4a41e4974" /><Relationship Type="http://schemas.openxmlformats.org/officeDocument/2006/relationships/tableStyles" Target="/ppt/tableStyles.xml" Id="R4b103ca398df46b1" /><Relationship Type="http://schemas.openxmlformats.org/officeDocument/2006/relationships/slide" Target="/ppt/slides/slide1.xml" Id="R4e4337973a3c4e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7c728933ca42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ce30abcdad4056" /><Relationship Type="http://schemas.openxmlformats.org/officeDocument/2006/relationships/notesMaster" Target="/ppt/notesMasters/notesMaster1.xml" Id="Rc752efd8f52546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711b46ad4f40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46fbb15e3d4995" /><Relationship Type="http://schemas.openxmlformats.org/officeDocument/2006/relationships/slideLayout" Target="/ppt/slideLayouts/slideLayout1.xml" Id="Rd30d720ce97647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0d720ce97647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9f6ea15764ca4" /><Relationship Type="http://schemas.openxmlformats.org/officeDocument/2006/relationships/notesSlide" Target="/ppt/notesSlides/notesSlide1.xml" Id="R4477d4c2d84e40d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3DD99-AE59-4327-8A73-9375E72E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190500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5F2F8"/>
          </a:solidFill>
          <a:ln xmlns:a="http://schemas.openxmlformats.org/drawingml/2006/main" w="14288">
            <a:solidFill>
              <a:srgbClr val="3B7AA0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latin typeface="Microsoft YaHei"/>
                <a:ea typeface="Microsoft YaHei"/>
                <a:cs typeface="Microsoft YaHei"/>
              </a:defRPr>
            </a:pPr>
            <a:r>
              <a:rPr sz="1875">
                <a:latin typeface="Microsoft YaHei"/>
                <a:ea typeface="Microsoft YaHei"/>
                <a:cs typeface="Microsoft YaHei"/>
              </a:rPr>
              <a:t>Audio encoder</a:t>
            </a:r>
          </a:p>
          <a:p xmlns:a="http://schemas.openxmlformats.org/drawingml/2006/main">
            <a:pPr algn="ctr">
              <a:defRPr sz="1875">
                <a:latin typeface="Microsoft YaHei"/>
                <a:ea typeface="Microsoft YaHei"/>
                <a:cs typeface="Microsoft YaHei"/>
              </a:defRPr>
            </a:pPr>
            <a:r>
              <a:rPr sz="1875">
                <a:latin typeface="Microsoft YaHei"/>
                <a:ea typeface="Microsoft YaHei"/>
                <a:cs typeface="Microsoft YaHei"/>
              </a:rPr>
              <a:t>语音编码器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1E13A-14A0-4663-A6A6-CCFD2CA8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952500"/>
            <a:ext cx="1905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A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latin typeface="Arial"/>
                <a:ea typeface="Arial"/>
                <a:cs typeface="Arial"/>
              </a:defRPr>
            </a:pPr>
            <a:r>
              <a:rPr sz="1800">
                <a:latin typeface="Arial"/>
                <a:ea typeface="Arial"/>
                <a:cs typeface="Arial"/>
              </a:rPr>
              <a:t>Conditional generator</a:t>
            </a:r>
          </a:p>
        </p:txBody>
      </p:sp>
      <p:cxnSp>
        <p:nvCxnSpPr>
          <p:cNvPr id="6" name="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2857500" y="14287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495C"/>
            </a:solidFill>
            <a:head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1385969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2026-09-21T17:25:45.9840000Z</dcterms:created>
  <dcterms:modified xsi:type="dcterms:W3CDTF">2026-09-21T17:25:45.9840000Z</dcterms:modified>
</coreProperties>
</file>