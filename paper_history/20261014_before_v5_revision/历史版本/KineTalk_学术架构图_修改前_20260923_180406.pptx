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Single-page paper-style architecture adapted directly from the original editable PPTX. The motion teacher receives true motion residuals M-B0(C)-b_id during training and produces global affect logits p_m. The audio affect student receives audio only and predicts g_a plus the temporal acoustic condition u_a. Training uses emotion/intensity supervision plus stop-gradient global-vector MSE; no framewise eyebrow target is imposed. The conditional residual flow receives h0, u_a, g_a, z_id, and random noise. Global affect controls semantic direction, temporal acoustic features provide timing context, and the stochastic flow samples the one-to-many non-mouth residual trajectory. Stage5, state_a, local framewise matching, upper9 takeover, and optional activity-envelope branches are removed. ARKit52 boxes are left empty for real photos. References: MEDTalk https://arxiv.org/abs/2507.06071; SubtleTalk https://arxiv.org/abs/2608.06408.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9" name="element_1"/>
          <p:cNvSpPr>
            <a:spLocks noGrp="1"/>
          </p:cNvSpPr>
          <p:nvPr/>
        </p:nvSpPr>
        <p:spPr>
          <a:xfrm>
            <a:off x="285750" y="142875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10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(a) KineTalk overview</a:t>
            </a:r>
            <a:endParaRPr sz="2100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" name="element_2"/>
          <p:cNvSpPr>
            <a:spLocks noGrp="1"/>
          </p:cNvSpPr>
          <p:nvPr/>
        </p:nvSpPr>
        <p:spPr>
          <a:xfrm>
            <a:off x="11667173" y="332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" name="element_3"/>
          <p:cNvSpPr>
            <a:spLocks noGrp="1"/>
          </p:cNvSpPr>
          <p:nvPr/>
        </p:nvSpPr>
        <p:spPr>
          <a:xfrm>
            <a:off x="11667173" y="77142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99" name="直接箭头连接符 698"/>
          <p:cNvCxnSpPr>
            <a:stCxn id="2" idx="2"/>
            <a:endCxn id="3" idx="0"/>
          </p:cNvCxnSpPr>
          <p:nvPr/>
        </p:nvCxnSpPr>
        <p:spPr>
          <a:xfrm>
            <a:off x="11668126" y="334328"/>
            <a:ext cx="0" cy="7379970"/>
          </a:xfrm>
          <a:prstGeom prst="straightConnector1">
            <a:avLst/>
          </a:prstGeom>
          <a:ln w="16193">
            <a:solidFill>
              <a:srgbClr val="647079"/>
            </a:solidFill>
            <a:prstDash val="dash"/>
          </a:ln>
        </p:spPr>
      </p:cxnSp>
      <p:sp>
        <p:nvSpPr>
          <p:cNvPr id="5" name="element_4"/>
          <p:cNvSpPr>
            <a:spLocks noGrp="1"/>
          </p:cNvSpPr>
          <p:nvPr/>
        </p:nvSpPr>
        <p:spPr>
          <a:xfrm>
            <a:off x="11906250" y="142875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95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950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(b) Expression generator</a:t>
            </a:r>
            <a:endParaRPr sz="1950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element_5"/>
          <p:cNvSpPr>
            <a:spLocks noGrp="1"/>
          </p:cNvSpPr>
          <p:nvPr/>
        </p:nvSpPr>
        <p:spPr>
          <a:xfrm>
            <a:off x="2038350" y="657225"/>
            <a:ext cx="5495925" cy="1162050"/>
          </a:xfrm>
          <a:prstGeom prst="roundRect">
            <a:avLst>
              <a:gd name="adj" fmla="val 16393"/>
            </a:avLst>
          </a:prstGeom>
          <a:solidFill>
            <a:srgbClr val="F1F8FC"/>
          </a:solidFill>
          <a:ln w="10478">
            <a:solidFill>
              <a:srgbClr val="A8CADD"/>
            </a:solidFill>
          </a:ln>
        </p:spPr>
      </p:sp>
      <p:sp>
        <p:nvSpPr>
          <p:cNvPr id="7" name="element_6"/>
          <p:cNvSpPr>
            <a:spLocks noGrp="1"/>
          </p:cNvSpPr>
          <p:nvPr/>
        </p:nvSpPr>
        <p:spPr>
          <a:xfrm>
            <a:off x="285750" y="923925"/>
            <a:ext cx="1343025" cy="742950"/>
          </a:xfrm>
          <a:prstGeom prst="roundRect">
            <a:avLst>
              <a:gd name="adj" fmla="val 3846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8" name="element_7"/>
          <p:cNvSpPr>
            <a:spLocks noGrp="1"/>
          </p:cNvSpPr>
          <p:nvPr/>
        </p:nvSpPr>
        <p:spPr>
          <a:xfrm>
            <a:off x="314325" y="952500"/>
            <a:ext cx="1285875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 speech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encoder_8"/>
          <p:cNvSpPr>
            <a:spLocks noGrp="1"/>
          </p:cNvSpPr>
          <p:nvPr/>
        </p:nvSpPr>
        <p:spPr>
          <a:xfrm>
            <a:off x="2247900" y="857250"/>
            <a:ext cx="1066800" cy="609600"/>
          </a:xfrm>
          <a:custGeom>
            <a:avLst/>
            <a:gdLst/>
            <a:ahLst/>
            <a:cxnLst/>
            <a:pathLst>
              <a:path w="1066800" h="609600">
                <a:moveTo>
                  <a:pt x="0" y="0"/>
                </a:moveTo>
                <a:lnTo>
                  <a:pt x="1066800" y="97536"/>
                </a:lnTo>
                <a:lnTo>
                  <a:pt x="1066800" y="512064"/>
                </a:lnTo>
                <a:lnTo>
                  <a:pt x="0" y="609600"/>
                </a:lnTo>
                <a:close/>
              </a:path>
            </a:pathLst>
          </a:custGeom>
          <a:solidFill>
            <a:srgbClr val="D5ECFA"/>
          </a:solidFill>
          <a:ln w="11430">
            <a:solidFill>
              <a:srgbClr val="328FC1"/>
            </a:solidFill>
          </a:ln>
        </p:spPr>
      </p:sp>
      <p:sp>
        <p:nvSpPr>
          <p:cNvPr id="10" name="element_9"/>
          <p:cNvSpPr>
            <a:spLocks noGrp="1"/>
          </p:cNvSpPr>
          <p:nvPr/>
        </p:nvSpPr>
        <p:spPr>
          <a:xfrm>
            <a:off x="2314575" y="952500"/>
            <a:ext cx="9239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Speech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ncoder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element_10"/>
          <p:cNvSpPr>
            <a:spLocks noGrp="1"/>
          </p:cNvSpPr>
          <p:nvPr/>
        </p:nvSpPr>
        <p:spPr>
          <a:xfrm>
            <a:off x="3705225" y="876300"/>
            <a:ext cx="1571625" cy="581025"/>
          </a:xfrm>
          <a:prstGeom prst="roundRect">
            <a:avLst>
              <a:gd name="adj" fmla="val 9836"/>
            </a:avLst>
          </a:prstGeom>
          <a:solidFill>
            <a:srgbClr val="D5ECFA"/>
          </a:solidFill>
          <a:ln w="10478">
            <a:solidFill>
              <a:srgbClr val="328FC1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B₀ mapping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(frozen)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element_11"/>
          <p:cNvSpPr>
            <a:spLocks noGrp="1"/>
          </p:cNvSpPr>
          <p:nvPr/>
        </p:nvSpPr>
        <p:spPr>
          <a:xfrm>
            <a:off x="1627823" y="12849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" name="element_12"/>
          <p:cNvSpPr>
            <a:spLocks noGrp="1"/>
          </p:cNvSpPr>
          <p:nvPr/>
        </p:nvSpPr>
        <p:spPr>
          <a:xfrm>
            <a:off x="2246948" y="12849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09" name="直接箭头连接符 708"/>
          <p:cNvCxnSpPr>
            <a:stCxn id="12" idx="3"/>
            <a:endCxn id="13" idx="1"/>
          </p:cNvCxnSpPr>
          <p:nvPr/>
        </p:nvCxnSpPr>
        <p:spPr>
          <a:xfrm>
            <a:off x="1629728" y="1285876"/>
            <a:ext cx="61722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" name="element_13"/>
          <p:cNvSpPr>
            <a:spLocks noGrp="1"/>
          </p:cNvSpPr>
          <p:nvPr/>
        </p:nvSpPr>
        <p:spPr>
          <a:xfrm>
            <a:off x="3313748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" name="element_14"/>
          <p:cNvSpPr>
            <a:spLocks noGrp="1"/>
          </p:cNvSpPr>
          <p:nvPr/>
        </p:nvSpPr>
        <p:spPr>
          <a:xfrm>
            <a:off x="3704273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2" name="直接箭头连接符 711"/>
          <p:cNvCxnSpPr>
            <a:stCxn id="15" idx="3"/>
            <a:endCxn id="16" idx="1"/>
          </p:cNvCxnSpPr>
          <p:nvPr/>
        </p:nvCxnSpPr>
        <p:spPr>
          <a:xfrm>
            <a:off x="3315653" y="1152526"/>
            <a:ext cx="38862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8" name="encoder_15"/>
          <p:cNvSpPr>
            <a:spLocks noGrp="1"/>
          </p:cNvSpPr>
          <p:nvPr/>
        </p:nvSpPr>
        <p:spPr>
          <a:xfrm>
            <a:off x="5800725" y="809625"/>
            <a:ext cx="371475" cy="85725"/>
          </a:xfrm>
          <a:custGeom>
            <a:avLst/>
            <a:gdLst/>
            <a:ahLst/>
            <a:cxnLst/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>
            <a:srgbClr val="D5ECFA"/>
          </a:solidFill>
          <a:ln w="11430">
            <a:solidFill>
              <a:srgbClr val="328FC1"/>
            </a:solidFill>
          </a:ln>
        </p:spPr>
      </p:sp>
      <p:sp>
        <p:nvSpPr>
          <p:cNvPr id="19" name="encoder_16"/>
          <p:cNvSpPr>
            <a:spLocks noGrp="1"/>
          </p:cNvSpPr>
          <p:nvPr/>
        </p:nvSpPr>
        <p:spPr>
          <a:xfrm>
            <a:off x="6086475" y="809625"/>
            <a:ext cx="85725" cy="561975"/>
          </a:xfrm>
          <a:custGeom>
            <a:avLst/>
            <a:gdLst/>
            <a:ahLst/>
            <a:cxnLst/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>
            <a:srgbClr val="D5ECFA"/>
          </a:solidFill>
          <a:ln w="11430">
            <a:solidFill>
              <a:srgbClr val="328FC1"/>
            </a:solidFill>
          </a:ln>
        </p:spPr>
      </p:sp>
      <p:sp>
        <p:nvSpPr>
          <p:cNvPr id="20" name="element_17"/>
          <p:cNvSpPr>
            <a:spLocks noGrp="1"/>
          </p:cNvSpPr>
          <p:nvPr/>
        </p:nvSpPr>
        <p:spPr>
          <a:xfrm>
            <a:off x="5800725" y="895350"/>
            <a:ext cx="285750" cy="476250"/>
          </a:xfrm>
          <a:prstGeom prst="rect">
            <a:avLst/>
          </a:prstGeom>
          <a:solidFill>
            <a:srgbClr val="D5ECFA"/>
          </a:solidFill>
          <a:ln w="10478">
            <a:solidFill>
              <a:srgbClr val="328FC1"/>
            </a:solidFill>
          </a:ln>
        </p:spPr>
      </p:sp>
      <p:sp>
        <p:nvSpPr>
          <p:cNvPr id="21" name="element_18"/>
          <p:cNvSpPr>
            <a:spLocks noGrp="1"/>
          </p:cNvSpPr>
          <p:nvPr/>
        </p:nvSpPr>
        <p:spPr>
          <a:xfrm>
            <a:off x="5895023" y="8943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" name="element_19"/>
          <p:cNvSpPr>
            <a:spLocks noGrp="1"/>
          </p:cNvSpPr>
          <p:nvPr/>
        </p:nvSpPr>
        <p:spPr>
          <a:xfrm>
            <a:off x="5895023" y="1370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8" name="直接箭头连接符 717"/>
          <p:cNvCxnSpPr>
            <a:stCxn id="21" idx="2"/>
            <a:endCxn id="22" idx="0"/>
          </p:cNvCxnSpPr>
          <p:nvPr/>
        </p:nvCxnSpPr>
        <p:spPr>
          <a:xfrm>
            <a:off x="5895976" y="896303"/>
            <a:ext cx="0" cy="4743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24" name="element_20"/>
          <p:cNvSpPr>
            <a:spLocks noGrp="1"/>
          </p:cNvSpPr>
          <p:nvPr/>
        </p:nvSpPr>
        <p:spPr>
          <a:xfrm>
            <a:off x="5990273" y="8943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element_21"/>
          <p:cNvSpPr>
            <a:spLocks noGrp="1"/>
          </p:cNvSpPr>
          <p:nvPr/>
        </p:nvSpPr>
        <p:spPr>
          <a:xfrm>
            <a:off x="5990273" y="1370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21" name="直接箭头连接符 720"/>
          <p:cNvCxnSpPr>
            <a:stCxn id="24" idx="2"/>
            <a:endCxn id="25" idx="0"/>
          </p:cNvCxnSpPr>
          <p:nvPr/>
        </p:nvCxnSpPr>
        <p:spPr>
          <a:xfrm>
            <a:off x="5991226" y="896303"/>
            <a:ext cx="0" cy="4743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27" name="element_22"/>
          <p:cNvSpPr>
            <a:spLocks noGrp="1"/>
          </p:cNvSpPr>
          <p:nvPr/>
        </p:nvSpPr>
        <p:spPr>
          <a:xfrm>
            <a:off x="5799773" y="9896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" name="element_23"/>
          <p:cNvSpPr>
            <a:spLocks noGrp="1"/>
          </p:cNvSpPr>
          <p:nvPr/>
        </p:nvSpPr>
        <p:spPr>
          <a:xfrm>
            <a:off x="6085523" y="989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24" name="直接箭头连接符 723"/>
          <p:cNvCxnSpPr>
            <a:stCxn id="27" idx="3"/>
            <a:endCxn id="28" idx="1"/>
          </p:cNvCxnSpPr>
          <p:nvPr/>
        </p:nvCxnSpPr>
        <p:spPr>
          <a:xfrm>
            <a:off x="5801678" y="99060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0" name="element_24"/>
          <p:cNvSpPr>
            <a:spLocks noGrp="1"/>
          </p:cNvSpPr>
          <p:nvPr/>
        </p:nvSpPr>
        <p:spPr>
          <a:xfrm>
            <a:off x="5799773" y="10848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" name="element_25"/>
          <p:cNvSpPr>
            <a:spLocks noGrp="1"/>
          </p:cNvSpPr>
          <p:nvPr/>
        </p:nvSpPr>
        <p:spPr>
          <a:xfrm>
            <a:off x="6085523" y="10848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27" name="直接箭头连接符 726"/>
          <p:cNvCxnSpPr>
            <a:stCxn id="30" idx="3"/>
            <a:endCxn id="31" idx="1"/>
          </p:cNvCxnSpPr>
          <p:nvPr/>
        </p:nvCxnSpPr>
        <p:spPr>
          <a:xfrm>
            <a:off x="5801678" y="108585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3" name="element_26"/>
          <p:cNvSpPr>
            <a:spLocks noGrp="1"/>
          </p:cNvSpPr>
          <p:nvPr/>
        </p:nvSpPr>
        <p:spPr>
          <a:xfrm>
            <a:off x="5799773" y="11801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" name="element_27"/>
          <p:cNvSpPr>
            <a:spLocks noGrp="1"/>
          </p:cNvSpPr>
          <p:nvPr/>
        </p:nvSpPr>
        <p:spPr>
          <a:xfrm>
            <a:off x="6085523" y="11801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30" name="直接箭头连接符 729"/>
          <p:cNvCxnSpPr>
            <a:stCxn id="33" idx="3"/>
            <a:endCxn id="34" idx="1"/>
          </p:cNvCxnSpPr>
          <p:nvPr/>
        </p:nvCxnSpPr>
        <p:spPr>
          <a:xfrm>
            <a:off x="5801678" y="118110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6" name="element_28"/>
          <p:cNvSpPr>
            <a:spLocks noGrp="1"/>
          </p:cNvSpPr>
          <p:nvPr/>
        </p:nvSpPr>
        <p:spPr>
          <a:xfrm>
            <a:off x="5799773" y="12753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element_29"/>
          <p:cNvSpPr>
            <a:spLocks noGrp="1"/>
          </p:cNvSpPr>
          <p:nvPr/>
        </p:nvSpPr>
        <p:spPr>
          <a:xfrm>
            <a:off x="6085523" y="12753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33" name="直接箭头连接符 732"/>
          <p:cNvCxnSpPr>
            <a:stCxn id="36" idx="3"/>
            <a:endCxn id="37" idx="1"/>
          </p:cNvCxnSpPr>
          <p:nvPr/>
        </p:nvCxnSpPr>
        <p:spPr>
          <a:xfrm>
            <a:off x="5801678" y="1276351"/>
            <a:ext cx="28384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39" name="element_30"/>
          <p:cNvSpPr>
            <a:spLocks noGrp="1"/>
          </p:cNvSpPr>
          <p:nvPr/>
        </p:nvSpPr>
        <p:spPr>
          <a:xfrm>
            <a:off x="5275898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0" name="element_31"/>
          <p:cNvSpPr>
            <a:spLocks noGrp="1"/>
          </p:cNvSpPr>
          <p:nvPr/>
        </p:nvSpPr>
        <p:spPr>
          <a:xfrm>
            <a:off x="5799773" y="1151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36" name="直接箭头连接符 735"/>
          <p:cNvCxnSpPr>
            <a:stCxn id="39" idx="3"/>
            <a:endCxn id="40" idx="1"/>
          </p:cNvCxnSpPr>
          <p:nvPr/>
        </p:nvCxnSpPr>
        <p:spPr>
          <a:xfrm>
            <a:off x="5277803" y="1152526"/>
            <a:ext cx="52197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42" name="element_32"/>
          <p:cNvSpPr>
            <a:spLocks noGrp="1"/>
          </p:cNvSpPr>
          <p:nvPr/>
        </p:nvSpPr>
        <p:spPr>
          <a:xfrm>
            <a:off x="6238875" y="1151890"/>
            <a:ext cx="876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h₀</a:t>
            </a:r>
            <a:endParaRPr sz="1800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3" name="element_33"/>
          <p:cNvSpPr>
            <a:spLocks noGrp="1"/>
          </p:cNvSpPr>
          <p:nvPr/>
        </p:nvSpPr>
        <p:spPr>
          <a:xfrm>
            <a:off x="2133600" y="1533525"/>
            <a:ext cx="52006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 content and articulation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4" name="element_34"/>
          <p:cNvSpPr>
            <a:spLocks noGrp="1"/>
          </p:cNvSpPr>
          <p:nvPr/>
        </p:nvSpPr>
        <p:spPr>
          <a:xfrm>
            <a:off x="4475798" y="875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5" name="element_35"/>
          <p:cNvSpPr>
            <a:spLocks noGrp="1"/>
          </p:cNvSpPr>
          <p:nvPr/>
        </p:nvSpPr>
        <p:spPr>
          <a:xfrm>
            <a:off x="44757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41" name="直接箭头连接符 740"/>
          <p:cNvCxnSpPr>
            <a:stCxn id="44" idx="0"/>
            <a:endCxn id="45" idx="2"/>
          </p:cNvCxnSpPr>
          <p:nvPr/>
        </p:nvCxnSpPr>
        <p:spPr>
          <a:xfrm flipV="1">
            <a:off x="4476751" y="591503"/>
            <a:ext cx="0" cy="2838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47" name="element_36"/>
          <p:cNvSpPr>
            <a:spLocks noGrp="1"/>
          </p:cNvSpPr>
          <p:nvPr/>
        </p:nvSpPr>
        <p:spPr>
          <a:xfrm>
            <a:off x="44757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8" name="element_37"/>
          <p:cNvSpPr>
            <a:spLocks noGrp="1"/>
          </p:cNvSpPr>
          <p:nvPr/>
        </p:nvSpPr>
        <p:spPr>
          <a:xfrm>
            <a:off x="107622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44" name="直接箭头连接符 743"/>
          <p:cNvCxnSpPr>
            <a:stCxn id="47" idx="3"/>
            <a:endCxn id="48" idx="1"/>
          </p:cNvCxnSpPr>
          <p:nvPr/>
        </p:nvCxnSpPr>
        <p:spPr>
          <a:xfrm>
            <a:off x="4477703" y="590551"/>
            <a:ext cx="6284595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50" name="element_38"/>
          <p:cNvSpPr>
            <a:spLocks noGrp="1"/>
          </p:cNvSpPr>
          <p:nvPr/>
        </p:nvSpPr>
        <p:spPr>
          <a:xfrm>
            <a:off x="10762298" y="589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1" name="element_39"/>
          <p:cNvSpPr>
            <a:spLocks noGrp="1"/>
          </p:cNvSpPr>
          <p:nvPr/>
        </p:nvSpPr>
        <p:spPr>
          <a:xfrm>
            <a:off x="10762298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47" name="直接箭头连接符 746"/>
          <p:cNvCxnSpPr>
            <a:stCxn id="50" idx="2"/>
            <a:endCxn id="51" idx="0"/>
          </p:cNvCxnSpPr>
          <p:nvPr/>
        </p:nvCxnSpPr>
        <p:spPr>
          <a:xfrm>
            <a:off x="10763251" y="591503"/>
            <a:ext cx="0" cy="47034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53" name="element_40"/>
          <p:cNvSpPr>
            <a:spLocks noGrp="1"/>
          </p:cNvSpPr>
          <p:nvPr/>
        </p:nvSpPr>
        <p:spPr>
          <a:xfrm>
            <a:off x="10762298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4" name="element_41"/>
          <p:cNvSpPr>
            <a:spLocks noGrp="1"/>
          </p:cNvSpPr>
          <p:nvPr/>
        </p:nvSpPr>
        <p:spPr>
          <a:xfrm>
            <a:off x="10543223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0" name="直接箭头连接符 749"/>
          <p:cNvCxnSpPr>
            <a:stCxn id="53" idx="1"/>
            <a:endCxn id="54" idx="3"/>
          </p:cNvCxnSpPr>
          <p:nvPr/>
        </p:nvCxnSpPr>
        <p:spPr>
          <a:xfrm flipH="1">
            <a:off x="10545128" y="5295901"/>
            <a:ext cx="217170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56" name="element_42"/>
          <p:cNvSpPr>
            <a:spLocks noGrp="1"/>
          </p:cNvSpPr>
          <p:nvPr/>
        </p:nvSpPr>
        <p:spPr>
          <a:xfrm>
            <a:off x="7715250" y="325755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328F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328FC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B₀(C)</a:t>
            </a:r>
            <a:endParaRPr sz="1725" b="0">
              <a:solidFill>
                <a:srgbClr val="328FC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element_43"/>
          <p:cNvSpPr>
            <a:spLocks noGrp="1"/>
          </p:cNvSpPr>
          <p:nvPr/>
        </p:nvSpPr>
        <p:spPr>
          <a:xfrm>
            <a:off x="2038350" y="2133600"/>
            <a:ext cx="5495925" cy="1743075"/>
          </a:xfrm>
          <a:prstGeom prst="roundRect">
            <a:avLst>
              <a:gd name="adj" fmla="val 10929"/>
            </a:avLst>
          </a:prstGeom>
          <a:solidFill>
            <a:srgbClr val="FFF8DE"/>
          </a:solidFill>
          <a:ln w="10478">
            <a:solidFill>
              <a:srgbClr val="D8C996"/>
            </a:solidFill>
          </a:ln>
        </p:spPr>
      </p:sp>
      <p:sp>
        <p:nvSpPr>
          <p:cNvPr id="58" name="encoder_44"/>
          <p:cNvSpPr>
            <a:spLocks noGrp="1"/>
          </p:cNvSpPr>
          <p:nvPr/>
        </p:nvSpPr>
        <p:spPr>
          <a:xfrm>
            <a:off x="2247900" y="2524125"/>
            <a:ext cx="1066800" cy="857250"/>
          </a:xfrm>
          <a:custGeom>
            <a:avLst/>
            <a:gdLst/>
            <a:ahLst/>
            <a:cxnLst/>
            <a:pathLst>
              <a:path w="1066800" h="857250">
                <a:moveTo>
                  <a:pt x="0" y="0"/>
                </a:moveTo>
                <a:lnTo>
                  <a:pt x="1066800" y="137160"/>
                </a:lnTo>
                <a:lnTo>
                  <a:pt x="1066800" y="720090"/>
                </a:lnTo>
                <a:lnTo>
                  <a:pt x="0" y="8572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59" name="element_45"/>
          <p:cNvSpPr>
            <a:spLocks noGrp="1"/>
          </p:cNvSpPr>
          <p:nvPr/>
        </p:nvSpPr>
        <p:spPr>
          <a:xfrm>
            <a:off x="2314575" y="2619375"/>
            <a:ext cx="923925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Encoder</a:t>
            </a:r>
            <a:endParaRPr sz="140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element_46"/>
          <p:cNvSpPr>
            <a:spLocks noGrp="1"/>
          </p:cNvSpPr>
          <p:nvPr/>
        </p:nvSpPr>
        <p:spPr>
          <a:xfrm>
            <a:off x="3705225" y="2457450"/>
            <a:ext cx="1428750" cy="523875"/>
          </a:xfrm>
          <a:prstGeom prst="roundRect">
            <a:avLst>
              <a:gd name="adj" fmla="val 10909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</a:t>
            </a:r>
            <a:r>
              <a:rPr lang="en-US"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ffect</a:t>
            </a:r>
            <a:endParaRPr sz="14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rojection</a:t>
            </a:r>
            <a:endParaRPr sz="14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element_47"/>
          <p:cNvSpPr>
            <a:spLocks noGrp="1"/>
          </p:cNvSpPr>
          <p:nvPr/>
        </p:nvSpPr>
        <p:spPr>
          <a:xfrm>
            <a:off x="3705225" y="3209925"/>
            <a:ext cx="1428750" cy="457200"/>
          </a:xfrm>
          <a:prstGeom prst="roundRect">
            <a:avLst>
              <a:gd name="adj" fmla="val 12500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Temporal</a:t>
            </a:r>
            <a:endParaRPr sz="14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projection</a:t>
            </a:r>
            <a:endParaRPr sz="14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element_48"/>
          <p:cNvSpPr>
            <a:spLocks noGrp="1"/>
          </p:cNvSpPr>
          <p:nvPr/>
        </p:nvSpPr>
        <p:spPr>
          <a:xfrm>
            <a:off x="1808798" y="12849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3" name="element_49"/>
          <p:cNvSpPr>
            <a:spLocks noGrp="1"/>
          </p:cNvSpPr>
          <p:nvPr/>
        </p:nvSpPr>
        <p:spPr>
          <a:xfrm>
            <a:off x="180879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9" name="直接箭头连接符 758"/>
          <p:cNvCxnSpPr>
            <a:stCxn id="62" idx="2"/>
            <a:endCxn id="63" idx="0"/>
          </p:cNvCxnSpPr>
          <p:nvPr/>
        </p:nvCxnSpPr>
        <p:spPr>
          <a:xfrm>
            <a:off x="1809751" y="1286828"/>
            <a:ext cx="0" cy="16649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65" name="element_50"/>
          <p:cNvSpPr>
            <a:spLocks noGrp="1"/>
          </p:cNvSpPr>
          <p:nvPr/>
        </p:nvSpPr>
        <p:spPr>
          <a:xfrm>
            <a:off x="180879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6" name="element_51"/>
          <p:cNvSpPr>
            <a:spLocks noGrp="1"/>
          </p:cNvSpPr>
          <p:nvPr/>
        </p:nvSpPr>
        <p:spPr>
          <a:xfrm>
            <a:off x="224694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62" name="直接箭头连接符 761"/>
          <p:cNvCxnSpPr>
            <a:stCxn id="65" idx="3"/>
            <a:endCxn id="66" idx="1"/>
          </p:cNvCxnSpPr>
          <p:nvPr/>
        </p:nvCxnSpPr>
        <p:spPr>
          <a:xfrm>
            <a:off x="1810703" y="2952751"/>
            <a:ext cx="4362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68" name="element_52"/>
          <p:cNvSpPr>
            <a:spLocks noGrp="1"/>
          </p:cNvSpPr>
          <p:nvPr/>
        </p:nvSpPr>
        <p:spPr>
          <a:xfrm>
            <a:off x="3313748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9" name="element_53"/>
          <p:cNvSpPr>
            <a:spLocks noGrp="1"/>
          </p:cNvSpPr>
          <p:nvPr/>
        </p:nvSpPr>
        <p:spPr>
          <a:xfrm>
            <a:off x="3494723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65" name="直接箭头连接符 764"/>
          <p:cNvCxnSpPr>
            <a:stCxn id="68" idx="3"/>
            <a:endCxn id="69" idx="1"/>
          </p:cNvCxnSpPr>
          <p:nvPr/>
        </p:nvCxnSpPr>
        <p:spPr>
          <a:xfrm>
            <a:off x="3315653" y="2952751"/>
            <a:ext cx="17907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71" name="element_54"/>
          <p:cNvSpPr>
            <a:spLocks noGrp="1"/>
          </p:cNvSpPr>
          <p:nvPr/>
        </p:nvSpPr>
        <p:spPr>
          <a:xfrm>
            <a:off x="3494723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2" name="element_55"/>
          <p:cNvSpPr>
            <a:spLocks noGrp="1"/>
          </p:cNvSpPr>
          <p:nvPr/>
        </p:nvSpPr>
        <p:spPr>
          <a:xfrm>
            <a:off x="349472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68" name="直接箭头连接符 767"/>
          <p:cNvCxnSpPr>
            <a:stCxn id="71" idx="0"/>
            <a:endCxn id="72" idx="2"/>
          </p:cNvCxnSpPr>
          <p:nvPr/>
        </p:nvCxnSpPr>
        <p:spPr>
          <a:xfrm flipV="1">
            <a:off x="3495676" y="2715578"/>
            <a:ext cx="0" cy="23622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74" name="element_56"/>
          <p:cNvSpPr>
            <a:spLocks noGrp="1"/>
          </p:cNvSpPr>
          <p:nvPr/>
        </p:nvSpPr>
        <p:spPr>
          <a:xfrm>
            <a:off x="349472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5" name="element_57"/>
          <p:cNvSpPr>
            <a:spLocks noGrp="1"/>
          </p:cNvSpPr>
          <p:nvPr/>
        </p:nvSpPr>
        <p:spPr>
          <a:xfrm>
            <a:off x="370427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71" name="直接箭头连接符 770"/>
          <p:cNvCxnSpPr>
            <a:stCxn id="74" idx="3"/>
            <a:endCxn id="75" idx="1"/>
          </p:cNvCxnSpPr>
          <p:nvPr/>
        </p:nvCxnSpPr>
        <p:spPr>
          <a:xfrm>
            <a:off x="3496628" y="2714626"/>
            <a:ext cx="2076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77" name="element_58"/>
          <p:cNvSpPr>
            <a:spLocks noGrp="1"/>
          </p:cNvSpPr>
          <p:nvPr/>
        </p:nvSpPr>
        <p:spPr>
          <a:xfrm>
            <a:off x="3494723" y="2951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78" name="element_59"/>
          <p:cNvSpPr>
            <a:spLocks noGrp="1"/>
          </p:cNvSpPr>
          <p:nvPr/>
        </p:nvSpPr>
        <p:spPr>
          <a:xfrm>
            <a:off x="34947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74" name="直接箭头连接符 773"/>
          <p:cNvCxnSpPr>
            <a:stCxn id="77" idx="2"/>
            <a:endCxn id="78" idx="0"/>
          </p:cNvCxnSpPr>
          <p:nvPr/>
        </p:nvCxnSpPr>
        <p:spPr>
          <a:xfrm>
            <a:off x="3495676" y="2953703"/>
            <a:ext cx="0" cy="4838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80" name="element_60"/>
          <p:cNvSpPr>
            <a:spLocks noGrp="1"/>
          </p:cNvSpPr>
          <p:nvPr/>
        </p:nvSpPr>
        <p:spPr>
          <a:xfrm>
            <a:off x="34947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1" name="element_61"/>
          <p:cNvSpPr>
            <a:spLocks noGrp="1"/>
          </p:cNvSpPr>
          <p:nvPr/>
        </p:nvSpPr>
        <p:spPr>
          <a:xfrm>
            <a:off x="370427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77" name="直接箭头连接符 776"/>
          <p:cNvCxnSpPr>
            <a:stCxn id="80" idx="3"/>
            <a:endCxn id="81" idx="1"/>
          </p:cNvCxnSpPr>
          <p:nvPr/>
        </p:nvCxnSpPr>
        <p:spPr>
          <a:xfrm>
            <a:off x="3496628" y="3438526"/>
            <a:ext cx="2076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83" name="encoder_62"/>
          <p:cNvSpPr>
            <a:spLocks noGrp="1"/>
          </p:cNvSpPr>
          <p:nvPr/>
        </p:nvSpPr>
        <p:spPr>
          <a:xfrm>
            <a:off x="5610225" y="2419350"/>
            <a:ext cx="400050" cy="85725"/>
          </a:xfrm>
          <a:custGeom>
            <a:avLst/>
            <a:gdLst/>
            <a:ahLst/>
            <a:cxnLst/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84" name="encoder_63"/>
          <p:cNvSpPr>
            <a:spLocks noGrp="1"/>
          </p:cNvSpPr>
          <p:nvPr/>
        </p:nvSpPr>
        <p:spPr>
          <a:xfrm>
            <a:off x="5924550" y="2419350"/>
            <a:ext cx="85725" cy="400050"/>
          </a:xfrm>
          <a:custGeom>
            <a:avLst/>
            <a:gdLst/>
            <a:ahLst/>
            <a:cxnLst/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85" name="element_64"/>
          <p:cNvSpPr>
            <a:spLocks noGrp="1"/>
          </p:cNvSpPr>
          <p:nvPr/>
        </p:nvSpPr>
        <p:spPr>
          <a:xfrm>
            <a:off x="5610225" y="2505075"/>
            <a:ext cx="314325" cy="314325"/>
          </a:xfrm>
          <a:prstGeom prst="rect">
            <a:avLst/>
          </a:prstGeom>
          <a:solidFill>
            <a:srgbClr val="FFE6B7"/>
          </a:solidFill>
          <a:ln w="10478">
            <a:solidFill>
              <a:srgbClr val="D39243"/>
            </a:solidFill>
          </a:ln>
        </p:spPr>
      </p:sp>
      <p:sp>
        <p:nvSpPr>
          <p:cNvPr id="86" name="element_65"/>
          <p:cNvSpPr>
            <a:spLocks noGrp="1"/>
          </p:cNvSpPr>
          <p:nvPr/>
        </p:nvSpPr>
        <p:spPr>
          <a:xfrm>
            <a:off x="5714048" y="25041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87" name="element_66"/>
          <p:cNvSpPr>
            <a:spLocks noGrp="1"/>
          </p:cNvSpPr>
          <p:nvPr/>
        </p:nvSpPr>
        <p:spPr>
          <a:xfrm>
            <a:off x="5714048" y="2818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83" name="直接箭头连接符 782"/>
          <p:cNvCxnSpPr>
            <a:stCxn id="86" idx="2"/>
            <a:endCxn id="87" idx="0"/>
          </p:cNvCxnSpPr>
          <p:nvPr/>
        </p:nvCxnSpPr>
        <p:spPr>
          <a:xfrm>
            <a:off x="5715001" y="2506028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89" name="element_67"/>
          <p:cNvSpPr>
            <a:spLocks noGrp="1"/>
          </p:cNvSpPr>
          <p:nvPr/>
        </p:nvSpPr>
        <p:spPr>
          <a:xfrm>
            <a:off x="5818823" y="25041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0" name="element_68"/>
          <p:cNvSpPr>
            <a:spLocks noGrp="1"/>
          </p:cNvSpPr>
          <p:nvPr/>
        </p:nvSpPr>
        <p:spPr>
          <a:xfrm>
            <a:off x="5818823" y="2818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86" name="直接箭头连接符 785"/>
          <p:cNvCxnSpPr>
            <a:stCxn id="89" idx="2"/>
            <a:endCxn id="90" idx="0"/>
          </p:cNvCxnSpPr>
          <p:nvPr/>
        </p:nvCxnSpPr>
        <p:spPr>
          <a:xfrm>
            <a:off x="5819776" y="2506028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92" name="element_69"/>
          <p:cNvSpPr>
            <a:spLocks noGrp="1"/>
          </p:cNvSpPr>
          <p:nvPr/>
        </p:nvSpPr>
        <p:spPr>
          <a:xfrm>
            <a:off x="5609273" y="26088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3" name="element_70"/>
          <p:cNvSpPr>
            <a:spLocks noGrp="1"/>
          </p:cNvSpPr>
          <p:nvPr/>
        </p:nvSpPr>
        <p:spPr>
          <a:xfrm>
            <a:off x="5923598" y="26088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89" name="直接箭头连接符 788"/>
          <p:cNvCxnSpPr>
            <a:stCxn id="92" idx="3"/>
            <a:endCxn id="93" idx="1"/>
          </p:cNvCxnSpPr>
          <p:nvPr/>
        </p:nvCxnSpPr>
        <p:spPr>
          <a:xfrm>
            <a:off x="5611178" y="2609851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95" name="element_71"/>
          <p:cNvSpPr>
            <a:spLocks noGrp="1"/>
          </p:cNvSpPr>
          <p:nvPr/>
        </p:nvSpPr>
        <p:spPr>
          <a:xfrm>
            <a:off x="560927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6" name="element_72"/>
          <p:cNvSpPr>
            <a:spLocks noGrp="1"/>
          </p:cNvSpPr>
          <p:nvPr/>
        </p:nvSpPr>
        <p:spPr>
          <a:xfrm>
            <a:off x="5923598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2" name="直接箭头连接符 791"/>
          <p:cNvCxnSpPr>
            <a:stCxn id="95" idx="3"/>
            <a:endCxn id="96" idx="1"/>
          </p:cNvCxnSpPr>
          <p:nvPr/>
        </p:nvCxnSpPr>
        <p:spPr>
          <a:xfrm>
            <a:off x="5611178" y="2714626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98" name="element_73"/>
          <p:cNvSpPr>
            <a:spLocks noGrp="1"/>
          </p:cNvSpPr>
          <p:nvPr/>
        </p:nvSpPr>
        <p:spPr>
          <a:xfrm>
            <a:off x="513302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99" name="element_74"/>
          <p:cNvSpPr>
            <a:spLocks noGrp="1"/>
          </p:cNvSpPr>
          <p:nvPr/>
        </p:nvSpPr>
        <p:spPr>
          <a:xfrm>
            <a:off x="5609273" y="27136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5" name="直接箭头连接符 794"/>
          <p:cNvCxnSpPr>
            <a:stCxn id="98" idx="3"/>
            <a:endCxn id="99" idx="1"/>
          </p:cNvCxnSpPr>
          <p:nvPr/>
        </p:nvCxnSpPr>
        <p:spPr>
          <a:xfrm>
            <a:off x="5134928" y="2714626"/>
            <a:ext cx="47434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1" name="element_75"/>
          <p:cNvSpPr>
            <a:spLocks noGrp="1"/>
          </p:cNvSpPr>
          <p:nvPr/>
        </p:nvSpPr>
        <p:spPr>
          <a:xfrm>
            <a:off x="6076950" y="2619375"/>
            <a:ext cx="12287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gₐ [B,64]</a:t>
            </a:r>
            <a:endParaRPr sz="187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2" name="element_76"/>
          <p:cNvSpPr>
            <a:spLocks noGrp="1"/>
          </p:cNvSpPr>
          <p:nvPr/>
        </p:nvSpPr>
        <p:spPr>
          <a:xfrm>
            <a:off x="5629275" y="3219450"/>
            <a:ext cx="152400" cy="371475"/>
          </a:xfrm>
          <a:prstGeom prst="rect">
            <a:avLst/>
          </a:prstGeom>
          <a:solidFill>
            <a:srgbClr val="D0EFED"/>
          </a:solidFill>
          <a:ln w="10478">
            <a:solidFill>
              <a:srgbClr val="4C9998"/>
            </a:solidFill>
          </a:ln>
        </p:spPr>
      </p:sp>
      <p:sp>
        <p:nvSpPr>
          <p:cNvPr id="103" name="element_77"/>
          <p:cNvSpPr>
            <a:spLocks noGrp="1"/>
          </p:cNvSpPr>
          <p:nvPr/>
        </p:nvSpPr>
        <p:spPr>
          <a:xfrm>
            <a:off x="5724525" y="3295650"/>
            <a:ext cx="152400" cy="371475"/>
          </a:xfrm>
          <a:prstGeom prst="rect">
            <a:avLst/>
          </a:prstGeom>
          <a:solidFill>
            <a:srgbClr val="D0EFED"/>
          </a:solidFill>
          <a:ln w="10478">
            <a:solidFill>
              <a:srgbClr val="4C9998"/>
            </a:solidFill>
          </a:ln>
        </p:spPr>
      </p:sp>
      <p:sp>
        <p:nvSpPr>
          <p:cNvPr id="104" name="element_78"/>
          <p:cNvSpPr>
            <a:spLocks noGrp="1"/>
          </p:cNvSpPr>
          <p:nvPr/>
        </p:nvSpPr>
        <p:spPr>
          <a:xfrm>
            <a:off x="5819775" y="3371850"/>
            <a:ext cx="152400" cy="371475"/>
          </a:xfrm>
          <a:prstGeom prst="rect">
            <a:avLst/>
          </a:prstGeom>
          <a:solidFill>
            <a:srgbClr val="D0EFED"/>
          </a:solidFill>
          <a:ln w="10478">
            <a:solidFill>
              <a:srgbClr val="4C9998"/>
            </a:solidFill>
          </a:ln>
        </p:spPr>
      </p:sp>
      <p:sp>
        <p:nvSpPr>
          <p:cNvPr id="105" name="element_79"/>
          <p:cNvSpPr>
            <a:spLocks noGrp="1"/>
          </p:cNvSpPr>
          <p:nvPr/>
        </p:nvSpPr>
        <p:spPr>
          <a:xfrm>
            <a:off x="51330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6" name="element_80"/>
          <p:cNvSpPr>
            <a:spLocks noGrp="1"/>
          </p:cNvSpPr>
          <p:nvPr/>
        </p:nvSpPr>
        <p:spPr>
          <a:xfrm>
            <a:off x="5628323" y="343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02" name="直接箭头连接符 801"/>
          <p:cNvCxnSpPr>
            <a:stCxn id="105" idx="3"/>
            <a:endCxn id="106" idx="1"/>
          </p:cNvCxnSpPr>
          <p:nvPr/>
        </p:nvCxnSpPr>
        <p:spPr>
          <a:xfrm>
            <a:off x="5134928" y="3438526"/>
            <a:ext cx="4933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8" name="element_81"/>
          <p:cNvSpPr>
            <a:spLocks noGrp="1"/>
          </p:cNvSpPr>
          <p:nvPr/>
        </p:nvSpPr>
        <p:spPr>
          <a:xfrm>
            <a:off x="6115050" y="3448050"/>
            <a:ext cx="1095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uₐ [B,T,64]</a:t>
            </a:r>
            <a:endParaRPr sz="187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9" name="element_82"/>
          <p:cNvSpPr>
            <a:spLocks noGrp="1"/>
          </p:cNvSpPr>
          <p:nvPr/>
        </p:nvSpPr>
        <p:spPr>
          <a:xfrm>
            <a:off x="2371725" y="2200275"/>
            <a:ext cx="47434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 </a:t>
            </a:r>
            <a:r>
              <a:rPr lang="en-US"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Emotion</a:t>
            </a: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student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0" name="element_83"/>
          <p:cNvSpPr>
            <a:spLocks noGrp="1"/>
          </p:cNvSpPr>
          <p:nvPr/>
        </p:nvSpPr>
        <p:spPr>
          <a:xfrm>
            <a:off x="2038350" y="4219575"/>
            <a:ext cx="5495925" cy="1752600"/>
          </a:xfrm>
          <a:prstGeom prst="roundRect">
            <a:avLst>
              <a:gd name="adj" fmla="val 10870"/>
            </a:avLst>
          </a:prstGeom>
          <a:solidFill>
            <a:srgbClr val="EDF5E9"/>
          </a:solidFill>
          <a:ln w="10478">
            <a:solidFill>
              <a:srgbClr val="B7C9AA"/>
            </a:solidFill>
          </a:ln>
        </p:spPr>
      </p:sp>
      <p:sp>
        <p:nvSpPr>
          <p:cNvPr id="111" name="element_84"/>
          <p:cNvSpPr>
            <a:spLocks noGrp="1"/>
          </p:cNvSpPr>
          <p:nvPr/>
        </p:nvSpPr>
        <p:spPr>
          <a:xfrm>
            <a:off x="285750" y="4295775"/>
            <a:ext cx="1352550" cy="1028700"/>
          </a:xfrm>
          <a:prstGeom prst="roundRect">
            <a:avLst>
              <a:gd name="adj" fmla="val 277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112" name="element_85"/>
          <p:cNvSpPr>
            <a:spLocks noGrp="1"/>
          </p:cNvSpPr>
          <p:nvPr/>
        </p:nvSpPr>
        <p:spPr>
          <a:xfrm>
            <a:off x="314325" y="4324350"/>
            <a:ext cx="12954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Neutral reference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 + motion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{Aᵣ, Mᵣ}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3" name="element_86"/>
          <p:cNvSpPr>
            <a:spLocks noGrp="1"/>
          </p:cNvSpPr>
          <p:nvPr/>
        </p:nvSpPr>
        <p:spPr>
          <a:xfrm>
            <a:off x="2247900" y="4552950"/>
            <a:ext cx="1266825" cy="847725"/>
          </a:xfrm>
          <a:prstGeom prst="roundRect">
            <a:avLst>
              <a:gd name="adj" fmla="val 6742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65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Mᵣ − B₀(Cᵣ)</a:t>
            </a:r>
            <a:endParaRPr sz="165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4" name="encoder_87"/>
          <p:cNvSpPr>
            <a:spLocks noGrp="1"/>
          </p:cNvSpPr>
          <p:nvPr/>
        </p:nvSpPr>
        <p:spPr>
          <a:xfrm>
            <a:off x="3819525" y="4552950"/>
            <a:ext cx="1095375" cy="847725"/>
          </a:xfrm>
          <a:custGeom>
            <a:avLst/>
            <a:gdLst/>
            <a:ahLst/>
            <a:cxnLst/>
            <a:pathLst>
              <a:path w="1095375" h="847725">
                <a:moveTo>
                  <a:pt x="0" y="0"/>
                </a:moveTo>
                <a:lnTo>
                  <a:pt x="1095375" y="135636"/>
                </a:lnTo>
                <a:lnTo>
                  <a:pt x="1095375" y="712089"/>
                </a:lnTo>
                <a:lnTo>
                  <a:pt x="0" y="847725"/>
                </a:lnTo>
                <a:close/>
              </a:path>
            </a:pathLst>
          </a:custGeom>
          <a:solidFill>
            <a:srgbClr val="DDEECF"/>
          </a:solidFill>
          <a:ln w="11430">
            <a:solidFill>
              <a:srgbClr val="579849"/>
            </a:solidFill>
          </a:ln>
        </p:spPr>
      </p:sp>
      <p:sp>
        <p:nvSpPr>
          <p:cNvPr id="115" name="element_88"/>
          <p:cNvSpPr>
            <a:spLocks noGrp="1"/>
          </p:cNvSpPr>
          <p:nvPr/>
        </p:nvSpPr>
        <p:spPr>
          <a:xfrm>
            <a:off x="3886200" y="4648200"/>
            <a:ext cx="952500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Indentity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en-US"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ncoder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6" name="element_89"/>
          <p:cNvSpPr>
            <a:spLocks noGrp="1"/>
          </p:cNvSpPr>
          <p:nvPr/>
        </p:nvSpPr>
        <p:spPr>
          <a:xfrm>
            <a:off x="5248275" y="4686300"/>
            <a:ext cx="790575" cy="581025"/>
          </a:xfrm>
          <a:prstGeom prst="roundRect">
            <a:avLst>
              <a:gd name="adj" fmla="val 9836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Statistics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7" name="encoder_90"/>
          <p:cNvSpPr>
            <a:spLocks noGrp="1"/>
          </p:cNvSpPr>
          <p:nvPr/>
        </p:nvSpPr>
        <p:spPr>
          <a:xfrm>
            <a:off x="6457950" y="4600575"/>
            <a:ext cx="371475" cy="85725"/>
          </a:xfrm>
          <a:custGeom>
            <a:avLst/>
            <a:gdLst/>
            <a:ahLst/>
            <a:cxnLst/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>
            <a:srgbClr val="DDEECF"/>
          </a:solidFill>
          <a:ln w="11430">
            <a:solidFill>
              <a:srgbClr val="579849"/>
            </a:solidFill>
          </a:ln>
        </p:spPr>
      </p:sp>
      <p:sp>
        <p:nvSpPr>
          <p:cNvPr id="118" name="encoder_91"/>
          <p:cNvSpPr>
            <a:spLocks noGrp="1"/>
          </p:cNvSpPr>
          <p:nvPr/>
        </p:nvSpPr>
        <p:spPr>
          <a:xfrm>
            <a:off x="6743700" y="4600575"/>
            <a:ext cx="85725" cy="561975"/>
          </a:xfrm>
          <a:custGeom>
            <a:avLst/>
            <a:gdLst/>
            <a:ahLst/>
            <a:cxnLst/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>
            <a:srgbClr val="DDEECF"/>
          </a:solidFill>
          <a:ln w="11430">
            <a:solidFill>
              <a:srgbClr val="579849"/>
            </a:solidFill>
          </a:ln>
        </p:spPr>
      </p:sp>
      <p:sp>
        <p:nvSpPr>
          <p:cNvPr id="119" name="element_92"/>
          <p:cNvSpPr>
            <a:spLocks noGrp="1"/>
          </p:cNvSpPr>
          <p:nvPr/>
        </p:nvSpPr>
        <p:spPr>
          <a:xfrm>
            <a:off x="6457950" y="4686300"/>
            <a:ext cx="285750" cy="476250"/>
          </a:xfrm>
          <a:prstGeom prst="rect">
            <a:avLst/>
          </a:prstGeom>
          <a:solidFill>
            <a:srgbClr val="DDEECF"/>
          </a:solidFill>
          <a:ln w="10478">
            <a:solidFill>
              <a:srgbClr val="579849"/>
            </a:solidFill>
          </a:ln>
        </p:spPr>
      </p:sp>
      <p:sp>
        <p:nvSpPr>
          <p:cNvPr id="120" name="element_93"/>
          <p:cNvSpPr>
            <a:spLocks noGrp="1"/>
          </p:cNvSpPr>
          <p:nvPr/>
        </p:nvSpPr>
        <p:spPr>
          <a:xfrm>
            <a:off x="6552248" y="4685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1" name="element_94"/>
          <p:cNvSpPr>
            <a:spLocks noGrp="1"/>
          </p:cNvSpPr>
          <p:nvPr/>
        </p:nvSpPr>
        <p:spPr>
          <a:xfrm>
            <a:off x="6552248" y="5161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17" name="直接箭头连接符 816"/>
          <p:cNvCxnSpPr>
            <a:stCxn id="120" idx="2"/>
            <a:endCxn id="121" idx="0"/>
          </p:cNvCxnSpPr>
          <p:nvPr/>
        </p:nvCxnSpPr>
        <p:spPr>
          <a:xfrm>
            <a:off x="6553201" y="4687253"/>
            <a:ext cx="0" cy="474345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23" name="element_95"/>
          <p:cNvSpPr>
            <a:spLocks noGrp="1"/>
          </p:cNvSpPr>
          <p:nvPr/>
        </p:nvSpPr>
        <p:spPr>
          <a:xfrm>
            <a:off x="6647498" y="4685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4" name="element_96"/>
          <p:cNvSpPr>
            <a:spLocks noGrp="1"/>
          </p:cNvSpPr>
          <p:nvPr/>
        </p:nvSpPr>
        <p:spPr>
          <a:xfrm>
            <a:off x="6647498" y="5161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0" name="直接箭头连接符 819"/>
          <p:cNvCxnSpPr>
            <a:stCxn id="123" idx="2"/>
            <a:endCxn id="124" idx="0"/>
          </p:cNvCxnSpPr>
          <p:nvPr/>
        </p:nvCxnSpPr>
        <p:spPr>
          <a:xfrm>
            <a:off x="6648451" y="4687253"/>
            <a:ext cx="0" cy="474345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26" name="element_97"/>
          <p:cNvSpPr>
            <a:spLocks noGrp="1"/>
          </p:cNvSpPr>
          <p:nvPr/>
        </p:nvSpPr>
        <p:spPr>
          <a:xfrm>
            <a:off x="6456998" y="4780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27" name="element_98"/>
          <p:cNvSpPr>
            <a:spLocks noGrp="1"/>
          </p:cNvSpPr>
          <p:nvPr/>
        </p:nvSpPr>
        <p:spPr>
          <a:xfrm>
            <a:off x="6742748" y="4780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3" name="直接箭头连接符 822"/>
          <p:cNvCxnSpPr>
            <a:stCxn id="126" idx="3"/>
            <a:endCxn id="127" idx="1"/>
          </p:cNvCxnSpPr>
          <p:nvPr/>
        </p:nvCxnSpPr>
        <p:spPr>
          <a:xfrm>
            <a:off x="6458903" y="478155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29" name="element_99"/>
          <p:cNvSpPr>
            <a:spLocks noGrp="1"/>
          </p:cNvSpPr>
          <p:nvPr/>
        </p:nvSpPr>
        <p:spPr>
          <a:xfrm>
            <a:off x="6456998" y="48758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0" name="element_100"/>
          <p:cNvSpPr>
            <a:spLocks noGrp="1"/>
          </p:cNvSpPr>
          <p:nvPr/>
        </p:nvSpPr>
        <p:spPr>
          <a:xfrm>
            <a:off x="6742748" y="48758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6" name="直接箭头连接符 825"/>
          <p:cNvCxnSpPr>
            <a:stCxn id="129" idx="3"/>
            <a:endCxn id="130" idx="1"/>
          </p:cNvCxnSpPr>
          <p:nvPr/>
        </p:nvCxnSpPr>
        <p:spPr>
          <a:xfrm>
            <a:off x="6458903" y="487680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32" name="element_101"/>
          <p:cNvSpPr>
            <a:spLocks noGrp="1"/>
          </p:cNvSpPr>
          <p:nvPr/>
        </p:nvSpPr>
        <p:spPr>
          <a:xfrm>
            <a:off x="645699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3" name="element_102"/>
          <p:cNvSpPr>
            <a:spLocks noGrp="1"/>
          </p:cNvSpPr>
          <p:nvPr/>
        </p:nvSpPr>
        <p:spPr>
          <a:xfrm>
            <a:off x="674274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29" name="直接箭头连接符 828"/>
          <p:cNvCxnSpPr>
            <a:stCxn id="132" idx="3"/>
            <a:endCxn id="133" idx="1"/>
          </p:cNvCxnSpPr>
          <p:nvPr/>
        </p:nvCxnSpPr>
        <p:spPr>
          <a:xfrm>
            <a:off x="6458903" y="497205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35" name="element_103"/>
          <p:cNvSpPr>
            <a:spLocks noGrp="1"/>
          </p:cNvSpPr>
          <p:nvPr/>
        </p:nvSpPr>
        <p:spPr>
          <a:xfrm>
            <a:off x="6456998" y="5066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36" name="element_104"/>
          <p:cNvSpPr>
            <a:spLocks noGrp="1"/>
          </p:cNvSpPr>
          <p:nvPr/>
        </p:nvSpPr>
        <p:spPr>
          <a:xfrm>
            <a:off x="6742748" y="50663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2" name="直接箭头连接符 831"/>
          <p:cNvCxnSpPr>
            <a:stCxn id="135" idx="3"/>
            <a:endCxn id="136" idx="1"/>
          </p:cNvCxnSpPr>
          <p:nvPr/>
        </p:nvCxnSpPr>
        <p:spPr>
          <a:xfrm>
            <a:off x="6458903" y="5067301"/>
            <a:ext cx="28384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38" name="element_105"/>
          <p:cNvSpPr>
            <a:spLocks noGrp="1"/>
          </p:cNvSpPr>
          <p:nvPr/>
        </p:nvSpPr>
        <p:spPr>
          <a:xfrm>
            <a:off x="6191250" y="5267325"/>
            <a:ext cx="10191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95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95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z_id</a:t>
            </a:r>
            <a:endParaRPr sz="1950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9" name="element_106"/>
          <p:cNvSpPr>
            <a:spLocks noGrp="1"/>
          </p:cNvSpPr>
          <p:nvPr/>
        </p:nvSpPr>
        <p:spPr>
          <a:xfrm>
            <a:off x="1637348" y="4856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0" name="element_107"/>
          <p:cNvSpPr>
            <a:spLocks noGrp="1"/>
          </p:cNvSpPr>
          <p:nvPr/>
        </p:nvSpPr>
        <p:spPr>
          <a:xfrm>
            <a:off x="2246948" y="4856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6" name="直接箭头连接符 835"/>
          <p:cNvCxnSpPr>
            <a:stCxn id="139" idx="3"/>
            <a:endCxn id="140" idx="1"/>
          </p:cNvCxnSpPr>
          <p:nvPr/>
        </p:nvCxnSpPr>
        <p:spPr>
          <a:xfrm>
            <a:off x="1639253" y="4857751"/>
            <a:ext cx="6076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2" name="element_108"/>
          <p:cNvSpPr>
            <a:spLocks noGrp="1"/>
          </p:cNvSpPr>
          <p:nvPr/>
        </p:nvSpPr>
        <p:spPr>
          <a:xfrm>
            <a:off x="3513773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3" name="element_109"/>
          <p:cNvSpPr>
            <a:spLocks noGrp="1"/>
          </p:cNvSpPr>
          <p:nvPr/>
        </p:nvSpPr>
        <p:spPr>
          <a:xfrm>
            <a:off x="3818573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9" name="直接箭头连接符 838"/>
          <p:cNvCxnSpPr>
            <a:stCxn id="142" idx="3"/>
            <a:endCxn id="143" idx="1"/>
          </p:cNvCxnSpPr>
          <p:nvPr/>
        </p:nvCxnSpPr>
        <p:spPr>
          <a:xfrm>
            <a:off x="3515678" y="4972051"/>
            <a:ext cx="3028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5" name="element_110"/>
          <p:cNvSpPr>
            <a:spLocks noGrp="1"/>
          </p:cNvSpPr>
          <p:nvPr/>
        </p:nvSpPr>
        <p:spPr>
          <a:xfrm>
            <a:off x="491394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6" name="element_111"/>
          <p:cNvSpPr>
            <a:spLocks noGrp="1"/>
          </p:cNvSpPr>
          <p:nvPr/>
        </p:nvSpPr>
        <p:spPr>
          <a:xfrm>
            <a:off x="5247323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42" name="直接箭头连接符 841"/>
          <p:cNvCxnSpPr>
            <a:stCxn id="145" idx="3"/>
            <a:endCxn id="146" idx="1"/>
          </p:cNvCxnSpPr>
          <p:nvPr/>
        </p:nvCxnSpPr>
        <p:spPr>
          <a:xfrm>
            <a:off x="4915853" y="4972051"/>
            <a:ext cx="33147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8" name="element_112"/>
          <p:cNvSpPr>
            <a:spLocks noGrp="1"/>
          </p:cNvSpPr>
          <p:nvPr/>
        </p:nvSpPr>
        <p:spPr>
          <a:xfrm>
            <a:off x="603789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9" name="element_113"/>
          <p:cNvSpPr>
            <a:spLocks noGrp="1"/>
          </p:cNvSpPr>
          <p:nvPr/>
        </p:nvSpPr>
        <p:spPr>
          <a:xfrm>
            <a:off x="6456998" y="4971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45" name="直接箭头连接符 844"/>
          <p:cNvCxnSpPr>
            <a:stCxn id="148" idx="3"/>
            <a:endCxn id="149" idx="1"/>
          </p:cNvCxnSpPr>
          <p:nvPr/>
        </p:nvCxnSpPr>
        <p:spPr>
          <a:xfrm>
            <a:off x="6039803" y="4972051"/>
            <a:ext cx="4171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1" name="element_114"/>
          <p:cNvSpPr>
            <a:spLocks noGrp="1"/>
          </p:cNvSpPr>
          <p:nvPr/>
        </p:nvSpPr>
        <p:spPr>
          <a:xfrm>
            <a:off x="2200275" y="5667375"/>
            <a:ext cx="5181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Neutral reference identity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2" name="encoder_115"/>
          <p:cNvSpPr>
            <a:spLocks noGrp="1"/>
          </p:cNvSpPr>
          <p:nvPr/>
        </p:nvSpPr>
        <p:spPr>
          <a:xfrm>
            <a:off x="8782050" y="2143125"/>
            <a:ext cx="1466850" cy="1724025"/>
          </a:xfrm>
          <a:custGeom>
            <a:avLst/>
            <a:gdLst/>
            <a:ahLst/>
            <a:cxnLst/>
            <a:pathLst>
              <a:path w="1466850" h="1724025">
                <a:moveTo>
                  <a:pt x="0" y="0"/>
                </a:moveTo>
                <a:lnTo>
                  <a:pt x="1466850" y="275844"/>
                </a:lnTo>
                <a:lnTo>
                  <a:pt x="1466850" y="1448181"/>
                </a:lnTo>
                <a:lnTo>
                  <a:pt x="0" y="1724025"/>
                </a:lnTo>
                <a:close/>
              </a:path>
            </a:pathLst>
          </a:custGeom>
          <a:solidFill>
            <a:srgbClr val="E6DEEE"/>
          </a:solidFill>
          <a:ln w="11430">
            <a:solidFill>
              <a:srgbClr val="8F7DAB"/>
            </a:solidFill>
          </a:ln>
        </p:spPr>
      </p:sp>
      <p:sp>
        <p:nvSpPr>
          <p:cNvPr id="153" name="element_116"/>
          <p:cNvSpPr>
            <a:spLocks noGrp="1"/>
          </p:cNvSpPr>
          <p:nvPr/>
        </p:nvSpPr>
        <p:spPr>
          <a:xfrm>
            <a:off x="8848725" y="2238375"/>
            <a:ext cx="1323975" cy="1533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Residual flow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decoder Fθ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element_117"/>
          <p:cNvSpPr>
            <a:spLocks noGrp="1"/>
          </p:cNvSpPr>
          <p:nvPr/>
        </p:nvSpPr>
        <p:spPr>
          <a:xfrm>
            <a:off x="6171248" y="11229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5" name="element_118"/>
          <p:cNvSpPr>
            <a:spLocks noGrp="1"/>
          </p:cNvSpPr>
          <p:nvPr/>
        </p:nvSpPr>
        <p:spPr>
          <a:xfrm>
            <a:off x="7971473" y="11229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51" name="直接箭头连接符 850"/>
          <p:cNvCxnSpPr>
            <a:stCxn id="154" idx="3"/>
            <a:endCxn id="155" idx="1"/>
          </p:cNvCxnSpPr>
          <p:nvPr/>
        </p:nvCxnSpPr>
        <p:spPr>
          <a:xfrm>
            <a:off x="6173153" y="1123951"/>
            <a:ext cx="1798320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157" name="element_119"/>
          <p:cNvSpPr>
            <a:spLocks noGrp="1"/>
          </p:cNvSpPr>
          <p:nvPr/>
        </p:nvSpPr>
        <p:spPr>
          <a:xfrm>
            <a:off x="7971473" y="11229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58" name="element_120"/>
          <p:cNvSpPr>
            <a:spLocks noGrp="1"/>
          </p:cNvSpPr>
          <p:nvPr/>
        </p:nvSpPr>
        <p:spPr>
          <a:xfrm>
            <a:off x="7971473" y="23231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54" name="直接箭头连接符 853"/>
          <p:cNvCxnSpPr>
            <a:stCxn id="157" idx="2"/>
            <a:endCxn id="158" idx="0"/>
          </p:cNvCxnSpPr>
          <p:nvPr/>
        </p:nvCxnSpPr>
        <p:spPr>
          <a:xfrm>
            <a:off x="7972426" y="1124903"/>
            <a:ext cx="0" cy="1198245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</a:ln>
        </p:spPr>
      </p:cxnSp>
      <p:sp>
        <p:nvSpPr>
          <p:cNvPr id="160" name="element_121"/>
          <p:cNvSpPr>
            <a:spLocks noGrp="1"/>
          </p:cNvSpPr>
          <p:nvPr/>
        </p:nvSpPr>
        <p:spPr>
          <a:xfrm>
            <a:off x="7971473" y="23231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1" name="element_122"/>
          <p:cNvSpPr>
            <a:spLocks noGrp="1"/>
          </p:cNvSpPr>
          <p:nvPr/>
        </p:nvSpPr>
        <p:spPr>
          <a:xfrm>
            <a:off x="8781098" y="23231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57" name="直接箭头连接符 856"/>
          <p:cNvCxnSpPr>
            <a:stCxn id="160" idx="3"/>
            <a:endCxn id="161" idx="1"/>
          </p:cNvCxnSpPr>
          <p:nvPr/>
        </p:nvCxnSpPr>
        <p:spPr>
          <a:xfrm>
            <a:off x="7973378" y="2324101"/>
            <a:ext cx="807720" cy="0"/>
          </a:xfrm>
          <a:prstGeom prst="straightConnector1">
            <a:avLst/>
          </a:prstGeom>
          <a:ln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163" name="element_123"/>
          <p:cNvSpPr>
            <a:spLocks noGrp="1"/>
          </p:cNvSpPr>
          <p:nvPr/>
        </p:nvSpPr>
        <p:spPr>
          <a:xfrm>
            <a:off x="5980748" y="26565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4" name="element_124"/>
          <p:cNvSpPr>
            <a:spLocks noGrp="1"/>
          </p:cNvSpPr>
          <p:nvPr/>
        </p:nvSpPr>
        <p:spPr>
          <a:xfrm>
            <a:off x="8200073" y="26565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0" name="直接箭头连接符 859"/>
          <p:cNvCxnSpPr>
            <a:endCxn id="164" idx="1"/>
          </p:cNvCxnSpPr>
          <p:nvPr/>
        </p:nvCxnSpPr>
        <p:spPr>
          <a:xfrm>
            <a:off x="6141403" y="2657476"/>
            <a:ext cx="205867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166" name="element_125"/>
          <p:cNvSpPr>
            <a:spLocks noGrp="1"/>
          </p:cNvSpPr>
          <p:nvPr/>
        </p:nvSpPr>
        <p:spPr>
          <a:xfrm>
            <a:off x="8200073" y="26565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67" name="element_126"/>
          <p:cNvSpPr>
            <a:spLocks noGrp="1"/>
          </p:cNvSpPr>
          <p:nvPr/>
        </p:nvSpPr>
        <p:spPr>
          <a:xfrm>
            <a:off x="8200073" y="2789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3" name="直接箭头连接符 862"/>
          <p:cNvCxnSpPr>
            <a:stCxn id="166" idx="2"/>
            <a:endCxn id="167" idx="0"/>
          </p:cNvCxnSpPr>
          <p:nvPr/>
        </p:nvCxnSpPr>
        <p:spPr>
          <a:xfrm>
            <a:off x="8201026" y="2658428"/>
            <a:ext cx="0" cy="131445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169" name="element_127"/>
          <p:cNvSpPr>
            <a:spLocks noGrp="1"/>
          </p:cNvSpPr>
          <p:nvPr/>
        </p:nvSpPr>
        <p:spPr>
          <a:xfrm>
            <a:off x="8200073" y="2789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0" name="element_128"/>
          <p:cNvSpPr>
            <a:spLocks noGrp="1"/>
          </p:cNvSpPr>
          <p:nvPr/>
        </p:nvSpPr>
        <p:spPr>
          <a:xfrm>
            <a:off x="8781098" y="2789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6" name="直接箭头连接符 865"/>
          <p:cNvCxnSpPr>
            <a:stCxn id="169" idx="3"/>
            <a:endCxn id="170" idx="1"/>
          </p:cNvCxnSpPr>
          <p:nvPr/>
        </p:nvCxnSpPr>
        <p:spPr>
          <a:xfrm>
            <a:off x="8201978" y="2790826"/>
            <a:ext cx="5791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172" name="element_129"/>
          <p:cNvSpPr>
            <a:spLocks noGrp="1"/>
          </p:cNvSpPr>
          <p:nvPr/>
        </p:nvSpPr>
        <p:spPr>
          <a:xfrm>
            <a:off x="6056948" y="34280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3" name="element_130"/>
          <p:cNvSpPr>
            <a:spLocks noGrp="1"/>
          </p:cNvSpPr>
          <p:nvPr/>
        </p:nvSpPr>
        <p:spPr>
          <a:xfrm>
            <a:off x="8466773" y="34280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69" name="直接箭头连接符 868"/>
          <p:cNvCxnSpPr/>
          <p:nvPr/>
        </p:nvCxnSpPr>
        <p:spPr>
          <a:xfrm>
            <a:off x="6058853" y="3429001"/>
            <a:ext cx="2407920" cy="0"/>
          </a:xfrm>
          <a:prstGeom prst="straightConnector1">
            <a:avLst/>
          </a:prstGeom>
          <a:ln w="16193">
            <a:solidFill>
              <a:srgbClr val="4C9998"/>
            </a:solidFill>
            <a:prstDash val="solid"/>
          </a:ln>
        </p:spPr>
      </p:cxnSp>
      <p:sp>
        <p:nvSpPr>
          <p:cNvPr id="175" name="element_131"/>
          <p:cNvSpPr>
            <a:spLocks noGrp="1"/>
          </p:cNvSpPr>
          <p:nvPr/>
        </p:nvSpPr>
        <p:spPr>
          <a:xfrm>
            <a:off x="8466773" y="34280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6" name="element_132"/>
          <p:cNvSpPr>
            <a:spLocks noGrp="1"/>
          </p:cNvSpPr>
          <p:nvPr/>
        </p:nvSpPr>
        <p:spPr>
          <a:xfrm>
            <a:off x="8466773" y="32375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2" name="直接箭头连接符 871"/>
          <p:cNvCxnSpPr>
            <a:stCxn id="175" idx="0"/>
            <a:endCxn id="176" idx="2"/>
          </p:cNvCxnSpPr>
          <p:nvPr/>
        </p:nvCxnSpPr>
        <p:spPr>
          <a:xfrm flipV="1">
            <a:off x="8467726" y="3239453"/>
            <a:ext cx="0" cy="188595"/>
          </a:xfrm>
          <a:prstGeom prst="straightConnector1">
            <a:avLst/>
          </a:prstGeom>
          <a:ln w="16193">
            <a:solidFill>
              <a:srgbClr val="4C9998"/>
            </a:solidFill>
            <a:prstDash val="solid"/>
          </a:ln>
        </p:spPr>
      </p:cxnSp>
      <p:sp>
        <p:nvSpPr>
          <p:cNvPr id="178" name="element_133"/>
          <p:cNvSpPr>
            <a:spLocks noGrp="1"/>
          </p:cNvSpPr>
          <p:nvPr/>
        </p:nvSpPr>
        <p:spPr>
          <a:xfrm>
            <a:off x="8466773" y="32375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9" name="element_134"/>
          <p:cNvSpPr>
            <a:spLocks noGrp="1"/>
          </p:cNvSpPr>
          <p:nvPr/>
        </p:nvSpPr>
        <p:spPr>
          <a:xfrm>
            <a:off x="8781098" y="32375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5" name="直接箭头连接符 874"/>
          <p:cNvCxnSpPr>
            <a:stCxn id="178" idx="3"/>
            <a:endCxn id="179" idx="1"/>
          </p:cNvCxnSpPr>
          <p:nvPr/>
        </p:nvCxnSpPr>
        <p:spPr>
          <a:xfrm>
            <a:off x="8468678" y="3238501"/>
            <a:ext cx="312420" cy="0"/>
          </a:xfrm>
          <a:prstGeom prst="straightConnector1">
            <a:avLst/>
          </a:prstGeom>
          <a:ln w="16193">
            <a:solidFill>
              <a:srgbClr val="4C9998"/>
            </a:solidFill>
            <a:prstDash val="solid"/>
            <a:tailEnd type="triangle" w="sm" len="sm"/>
          </a:ln>
        </p:spPr>
      </p:cxnSp>
      <p:sp>
        <p:nvSpPr>
          <p:cNvPr id="181" name="element_135"/>
          <p:cNvSpPr>
            <a:spLocks noGrp="1"/>
          </p:cNvSpPr>
          <p:nvPr/>
        </p:nvSpPr>
        <p:spPr>
          <a:xfrm>
            <a:off x="6828473" y="4904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2" name="element_136"/>
          <p:cNvSpPr>
            <a:spLocks noGrp="1"/>
          </p:cNvSpPr>
          <p:nvPr/>
        </p:nvSpPr>
        <p:spPr>
          <a:xfrm>
            <a:off x="7971473" y="49044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8" name="直接箭头连接符 877"/>
          <p:cNvCxnSpPr>
            <a:stCxn id="181" idx="3"/>
            <a:endCxn id="182" idx="1"/>
          </p:cNvCxnSpPr>
          <p:nvPr/>
        </p:nvCxnSpPr>
        <p:spPr>
          <a:xfrm>
            <a:off x="6830378" y="4905376"/>
            <a:ext cx="114109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84" name="element_137"/>
          <p:cNvSpPr>
            <a:spLocks noGrp="1"/>
          </p:cNvSpPr>
          <p:nvPr/>
        </p:nvSpPr>
        <p:spPr>
          <a:xfrm>
            <a:off x="7971473" y="4904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5" name="element_138"/>
          <p:cNvSpPr>
            <a:spLocks noGrp="1"/>
          </p:cNvSpPr>
          <p:nvPr/>
        </p:nvSpPr>
        <p:spPr>
          <a:xfrm>
            <a:off x="7971473" y="36947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81" name="直接箭头连接符 880"/>
          <p:cNvCxnSpPr>
            <a:stCxn id="184" idx="0"/>
            <a:endCxn id="185" idx="2"/>
          </p:cNvCxnSpPr>
          <p:nvPr/>
        </p:nvCxnSpPr>
        <p:spPr>
          <a:xfrm flipV="1">
            <a:off x="7972426" y="3696653"/>
            <a:ext cx="0" cy="120777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187" name="element_139"/>
          <p:cNvSpPr>
            <a:spLocks noGrp="1"/>
          </p:cNvSpPr>
          <p:nvPr/>
        </p:nvSpPr>
        <p:spPr>
          <a:xfrm>
            <a:off x="7971473" y="36947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8" name="element_140"/>
          <p:cNvSpPr>
            <a:spLocks noGrp="1"/>
          </p:cNvSpPr>
          <p:nvPr/>
        </p:nvSpPr>
        <p:spPr>
          <a:xfrm>
            <a:off x="8781098" y="36947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84" name="直接箭头连接符 883"/>
          <p:cNvCxnSpPr>
            <a:stCxn id="187" idx="3"/>
            <a:endCxn id="188" idx="1"/>
          </p:cNvCxnSpPr>
          <p:nvPr/>
        </p:nvCxnSpPr>
        <p:spPr>
          <a:xfrm>
            <a:off x="7973378" y="3695701"/>
            <a:ext cx="807720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90" name="element_141"/>
          <p:cNvSpPr>
            <a:spLocks noGrp="1"/>
          </p:cNvSpPr>
          <p:nvPr/>
        </p:nvSpPr>
        <p:spPr>
          <a:xfrm>
            <a:off x="8467725" y="1524000"/>
            <a:ext cx="21050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00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ε ∼ N(0,I)</a:t>
            </a:r>
            <a:endParaRPr sz="1800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1" name="element_142"/>
          <p:cNvSpPr>
            <a:spLocks noGrp="1"/>
          </p:cNvSpPr>
          <p:nvPr/>
        </p:nvSpPr>
        <p:spPr>
          <a:xfrm>
            <a:off x="9514523" y="18564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2" name="element_143"/>
          <p:cNvSpPr>
            <a:spLocks noGrp="1"/>
          </p:cNvSpPr>
          <p:nvPr/>
        </p:nvSpPr>
        <p:spPr>
          <a:xfrm>
            <a:off x="9514523" y="21421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88" name="直接箭头连接符 887"/>
          <p:cNvCxnSpPr>
            <a:stCxn id="191" idx="2"/>
            <a:endCxn id="192" idx="0"/>
          </p:cNvCxnSpPr>
          <p:nvPr/>
        </p:nvCxnSpPr>
        <p:spPr>
          <a:xfrm>
            <a:off x="9515476" y="1858328"/>
            <a:ext cx="0" cy="2838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94" name="encoder_144"/>
          <p:cNvSpPr>
            <a:spLocks noGrp="1"/>
          </p:cNvSpPr>
          <p:nvPr/>
        </p:nvSpPr>
        <p:spPr>
          <a:xfrm>
            <a:off x="9334500" y="4210050"/>
            <a:ext cx="371475" cy="85725"/>
          </a:xfrm>
          <a:custGeom>
            <a:avLst/>
            <a:gdLst/>
            <a:ahLst/>
            <a:cxnLst/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>
            <a:srgbClr val="E6DEEE"/>
          </a:solidFill>
          <a:ln w="11430">
            <a:solidFill>
              <a:srgbClr val="8F7DAB"/>
            </a:solidFill>
          </a:ln>
        </p:spPr>
      </p:sp>
      <p:sp>
        <p:nvSpPr>
          <p:cNvPr id="195" name="encoder_145"/>
          <p:cNvSpPr>
            <a:spLocks noGrp="1"/>
          </p:cNvSpPr>
          <p:nvPr/>
        </p:nvSpPr>
        <p:spPr>
          <a:xfrm>
            <a:off x="9620250" y="4210050"/>
            <a:ext cx="85725" cy="561975"/>
          </a:xfrm>
          <a:custGeom>
            <a:avLst/>
            <a:gdLst/>
            <a:ahLst/>
            <a:cxnLst/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>
            <a:srgbClr val="E6DEEE"/>
          </a:solidFill>
          <a:ln w="11430">
            <a:solidFill>
              <a:srgbClr val="8F7DAB"/>
            </a:solidFill>
          </a:ln>
        </p:spPr>
      </p:sp>
      <p:sp>
        <p:nvSpPr>
          <p:cNvPr id="196" name="element_146"/>
          <p:cNvSpPr>
            <a:spLocks noGrp="1"/>
          </p:cNvSpPr>
          <p:nvPr/>
        </p:nvSpPr>
        <p:spPr>
          <a:xfrm>
            <a:off x="9334500" y="4295775"/>
            <a:ext cx="285750" cy="476250"/>
          </a:xfrm>
          <a:prstGeom prst="rect">
            <a:avLst/>
          </a:prstGeom>
          <a:solidFill>
            <a:srgbClr val="E6DEEE"/>
          </a:solidFill>
          <a:ln w="10478">
            <a:solidFill>
              <a:srgbClr val="8F7DAB"/>
            </a:solidFill>
          </a:ln>
        </p:spPr>
      </p:sp>
      <p:sp>
        <p:nvSpPr>
          <p:cNvPr id="197" name="element_147"/>
          <p:cNvSpPr>
            <a:spLocks noGrp="1"/>
          </p:cNvSpPr>
          <p:nvPr/>
        </p:nvSpPr>
        <p:spPr>
          <a:xfrm>
            <a:off x="9428798" y="4294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98" name="element_148"/>
          <p:cNvSpPr>
            <a:spLocks noGrp="1"/>
          </p:cNvSpPr>
          <p:nvPr/>
        </p:nvSpPr>
        <p:spPr>
          <a:xfrm>
            <a:off x="9428798" y="47710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94" name="直接箭头连接符 893"/>
          <p:cNvCxnSpPr>
            <a:stCxn id="197" idx="2"/>
            <a:endCxn id="198" idx="0"/>
          </p:cNvCxnSpPr>
          <p:nvPr/>
        </p:nvCxnSpPr>
        <p:spPr>
          <a:xfrm>
            <a:off x="9429751" y="4296728"/>
            <a:ext cx="0" cy="47434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0" name="element_149"/>
          <p:cNvSpPr>
            <a:spLocks noGrp="1"/>
          </p:cNvSpPr>
          <p:nvPr/>
        </p:nvSpPr>
        <p:spPr>
          <a:xfrm>
            <a:off x="9524048" y="4294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1" name="element_150"/>
          <p:cNvSpPr>
            <a:spLocks noGrp="1"/>
          </p:cNvSpPr>
          <p:nvPr/>
        </p:nvSpPr>
        <p:spPr>
          <a:xfrm>
            <a:off x="9524048" y="47710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97" name="直接箭头连接符 896"/>
          <p:cNvCxnSpPr>
            <a:stCxn id="200" idx="2"/>
            <a:endCxn id="201" idx="0"/>
          </p:cNvCxnSpPr>
          <p:nvPr/>
        </p:nvCxnSpPr>
        <p:spPr>
          <a:xfrm>
            <a:off x="9525001" y="4296728"/>
            <a:ext cx="0" cy="47434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3" name="element_151"/>
          <p:cNvSpPr>
            <a:spLocks noGrp="1"/>
          </p:cNvSpPr>
          <p:nvPr/>
        </p:nvSpPr>
        <p:spPr>
          <a:xfrm>
            <a:off x="9333548" y="43900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4" name="element_152"/>
          <p:cNvSpPr>
            <a:spLocks noGrp="1"/>
          </p:cNvSpPr>
          <p:nvPr/>
        </p:nvSpPr>
        <p:spPr>
          <a:xfrm>
            <a:off x="9619298" y="43900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0" name="直接箭头连接符 899"/>
          <p:cNvCxnSpPr>
            <a:stCxn id="203" idx="3"/>
            <a:endCxn id="204" idx="1"/>
          </p:cNvCxnSpPr>
          <p:nvPr/>
        </p:nvCxnSpPr>
        <p:spPr>
          <a:xfrm>
            <a:off x="9335453" y="439102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6" name="element_153"/>
          <p:cNvSpPr>
            <a:spLocks noGrp="1"/>
          </p:cNvSpPr>
          <p:nvPr/>
        </p:nvSpPr>
        <p:spPr>
          <a:xfrm>
            <a:off x="9333548" y="4485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7" name="element_154"/>
          <p:cNvSpPr>
            <a:spLocks noGrp="1"/>
          </p:cNvSpPr>
          <p:nvPr/>
        </p:nvSpPr>
        <p:spPr>
          <a:xfrm>
            <a:off x="9619298" y="4485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3" name="直接箭头连接符 902"/>
          <p:cNvCxnSpPr>
            <a:stCxn id="206" idx="3"/>
            <a:endCxn id="207" idx="1"/>
          </p:cNvCxnSpPr>
          <p:nvPr/>
        </p:nvCxnSpPr>
        <p:spPr>
          <a:xfrm>
            <a:off x="9335453" y="448627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09" name="element_155"/>
          <p:cNvSpPr>
            <a:spLocks noGrp="1"/>
          </p:cNvSpPr>
          <p:nvPr/>
        </p:nvSpPr>
        <p:spPr>
          <a:xfrm>
            <a:off x="9333548" y="4580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0" name="element_156"/>
          <p:cNvSpPr>
            <a:spLocks noGrp="1"/>
          </p:cNvSpPr>
          <p:nvPr/>
        </p:nvSpPr>
        <p:spPr>
          <a:xfrm>
            <a:off x="9619298" y="4580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6" name="直接箭头连接符 905"/>
          <p:cNvCxnSpPr>
            <a:stCxn id="209" idx="3"/>
            <a:endCxn id="210" idx="1"/>
          </p:cNvCxnSpPr>
          <p:nvPr/>
        </p:nvCxnSpPr>
        <p:spPr>
          <a:xfrm>
            <a:off x="9335453" y="458152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12" name="element_157"/>
          <p:cNvSpPr>
            <a:spLocks noGrp="1"/>
          </p:cNvSpPr>
          <p:nvPr/>
        </p:nvSpPr>
        <p:spPr>
          <a:xfrm>
            <a:off x="9333548" y="4675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3" name="element_158"/>
          <p:cNvSpPr>
            <a:spLocks noGrp="1"/>
          </p:cNvSpPr>
          <p:nvPr/>
        </p:nvSpPr>
        <p:spPr>
          <a:xfrm>
            <a:off x="9619298" y="46758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09" name="直接箭头连接符 908"/>
          <p:cNvCxnSpPr>
            <a:stCxn id="212" idx="3"/>
            <a:endCxn id="213" idx="1"/>
          </p:cNvCxnSpPr>
          <p:nvPr/>
        </p:nvCxnSpPr>
        <p:spPr>
          <a:xfrm>
            <a:off x="9335453" y="4676776"/>
            <a:ext cx="283845" cy="0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</a:ln>
        </p:spPr>
      </p:cxnSp>
      <p:sp>
        <p:nvSpPr>
          <p:cNvPr id="215" name="element_159"/>
          <p:cNvSpPr>
            <a:spLocks noGrp="1"/>
          </p:cNvSpPr>
          <p:nvPr/>
        </p:nvSpPr>
        <p:spPr>
          <a:xfrm>
            <a:off x="9514523" y="38661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6" name="element_160"/>
          <p:cNvSpPr>
            <a:spLocks noGrp="1"/>
          </p:cNvSpPr>
          <p:nvPr/>
        </p:nvSpPr>
        <p:spPr>
          <a:xfrm>
            <a:off x="9514523" y="42090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12" name="直接箭头连接符 911"/>
          <p:cNvCxnSpPr>
            <a:stCxn id="215" idx="2"/>
            <a:endCxn id="216" idx="0"/>
          </p:cNvCxnSpPr>
          <p:nvPr/>
        </p:nvCxnSpPr>
        <p:spPr>
          <a:xfrm>
            <a:off x="9515476" y="3868103"/>
            <a:ext cx="0" cy="34099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18" name="element_161"/>
          <p:cNvSpPr>
            <a:spLocks noGrp="1"/>
          </p:cNvSpPr>
          <p:nvPr/>
        </p:nvSpPr>
        <p:spPr>
          <a:xfrm>
            <a:off x="9810750" y="4324350"/>
            <a:ext cx="6667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r̂ [T,52]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9" name="element_162"/>
          <p:cNvSpPr>
            <a:spLocks noGrp="1"/>
          </p:cNvSpPr>
          <p:nvPr/>
        </p:nvSpPr>
        <p:spPr>
          <a:xfrm>
            <a:off x="8782050" y="5038725"/>
            <a:ext cx="1076325" cy="523875"/>
          </a:xfrm>
          <a:prstGeom prst="roundRect">
            <a:avLst>
              <a:gd name="adj" fmla="val 10909"/>
            </a:avLst>
          </a:prstGeom>
          <a:solidFill>
            <a:srgbClr val="E6DEEE"/>
          </a:solidFill>
          <a:ln w="10478">
            <a:solidFill>
              <a:srgbClr val="8F7DAB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Non-mouth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mask S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0" name="element_163"/>
          <p:cNvSpPr>
            <a:spLocks noGrp="1"/>
          </p:cNvSpPr>
          <p:nvPr/>
        </p:nvSpPr>
        <p:spPr>
          <a:xfrm>
            <a:off x="9514523" y="47710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1" name="element_164"/>
          <p:cNvSpPr>
            <a:spLocks noGrp="1"/>
          </p:cNvSpPr>
          <p:nvPr/>
        </p:nvSpPr>
        <p:spPr>
          <a:xfrm>
            <a:off x="9514523" y="50377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17" name="直接箭头连接符 916"/>
          <p:cNvCxnSpPr>
            <a:stCxn id="220" idx="2"/>
            <a:endCxn id="221" idx="0"/>
          </p:cNvCxnSpPr>
          <p:nvPr/>
        </p:nvCxnSpPr>
        <p:spPr>
          <a:xfrm>
            <a:off x="9515476" y="4772978"/>
            <a:ext cx="0" cy="264795"/>
          </a:xfrm>
          <a:prstGeom prst="straightConnector1">
            <a:avLst/>
          </a:prstGeom>
          <a:ln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23" name="operator_165"/>
          <p:cNvSpPr>
            <a:spLocks noGrp="1"/>
          </p:cNvSpPr>
          <p:nvPr/>
        </p:nvSpPr>
        <p:spPr>
          <a:xfrm>
            <a:off x="10248900" y="5153025"/>
            <a:ext cx="295275" cy="295275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9323A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725"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endParaRPr sz="1725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4" name="element_166"/>
          <p:cNvSpPr>
            <a:spLocks noGrp="1"/>
          </p:cNvSpPr>
          <p:nvPr/>
        </p:nvSpPr>
        <p:spPr>
          <a:xfrm>
            <a:off x="9857423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5" name="element_167"/>
          <p:cNvSpPr>
            <a:spLocks noGrp="1"/>
          </p:cNvSpPr>
          <p:nvPr/>
        </p:nvSpPr>
        <p:spPr>
          <a:xfrm>
            <a:off x="10247948" y="52949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21" name="直接箭头连接符 920"/>
          <p:cNvCxnSpPr>
            <a:stCxn id="224" idx="3"/>
            <a:endCxn id="225" idx="1"/>
          </p:cNvCxnSpPr>
          <p:nvPr/>
        </p:nvCxnSpPr>
        <p:spPr>
          <a:xfrm>
            <a:off x="9859328" y="5295901"/>
            <a:ext cx="388620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27" name="element_168"/>
          <p:cNvSpPr>
            <a:spLocks noGrp="1"/>
          </p:cNvSpPr>
          <p:nvPr/>
        </p:nvSpPr>
        <p:spPr>
          <a:xfrm>
            <a:off x="7934325" y="5591175"/>
            <a:ext cx="1914525" cy="504825"/>
          </a:xfrm>
          <a:prstGeom prst="roundRect">
            <a:avLst>
              <a:gd name="adj" fmla="val 11321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Identity offset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b_id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8" name="element_169"/>
          <p:cNvSpPr>
            <a:spLocks noGrp="1"/>
          </p:cNvSpPr>
          <p:nvPr/>
        </p:nvSpPr>
        <p:spPr>
          <a:xfrm>
            <a:off x="6828473" y="5056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29" name="element_170"/>
          <p:cNvSpPr>
            <a:spLocks noGrp="1"/>
          </p:cNvSpPr>
          <p:nvPr/>
        </p:nvSpPr>
        <p:spPr>
          <a:xfrm>
            <a:off x="7704773" y="50568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25" name="直接箭头连接符 924"/>
          <p:cNvCxnSpPr>
            <a:stCxn id="228" idx="3"/>
            <a:endCxn id="229" idx="1"/>
          </p:cNvCxnSpPr>
          <p:nvPr/>
        </p:nvCxnSpPr>
        <p:spPr>
          <a:xfrm>
            <a:off x="6830378" y="5057776"/>
            <a:ext cx="87439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231" name="element_171"/>
          <p:cNvSpPr>
            <a:spLocks noGrp="1"/>
          </p:cNvSpPr>
          <p:nvPr/>
        </p:nvSpPr>
        <p:spPr>
          <a:xfrm>
            <a:off x="7704773" y="50568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2" name="element_172"/>
          <p:cNvSpPr>
            <a:spLocks noGrp="1"/>
          </p:cNvSpPr>
          <p:nvPr/>
        </p:nvSpPr>
        <p:spPr>
          <a:xfrm>
            <a:off x="770477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28" name="直接箭头连接符 927"/>
          <p:cNvCxnSpPr>
            <a:stCxn id="231" idx="2"/>
            <a:endCxn id="232" idx="0"/>
          </p:cNvCxnSpPr>
          <p:nvPr/>
        </p:nvCxnSpPr>
        <p:spPr>
          <a:xfrm>
            <a:off x="7705726" y="5058728"/>
            <a:ext cx="0" cy="779145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234" name="element_173"/>
          <p:cNvSpPr>
            <a:spLocks noGrp="1"/>
          </p:cNvSpPr>
          <p:nvPr/>
        </p:nvSpPr>
        <p:spPr>
          <a:xfrm>
            <a:off x="770477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5" name="element_174"/>
          <p:cNvSpPr>
            <a:spLocks noGrp="1"/>
          </p:cNvSpPr>
          <p:nvPr/>
        </p:nvSpPr>
        <p:spPr>
          <a:xfrm>
            <a:off x="793337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31" name="直接箭头连接符 930"/>
          <p:cNvCxnSpPr>
            <a:stCxn id="234" idx="3"/>
            <a:endCxn id="235" idx="1"/>
          </p:cNvCxnSpPr>
          <p:nvPr/>
        </p:nvCxnSpPr>
        <p:spPr>
          <a:xfrm>
            <a:off x="7706678" y="5838826"/>
            <a:ext cx="226695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37" name="element_175"/>
          <p:cNvSpPr>
            <a:spLocks noGrp="1"/>
          </p:cNvSpPr>
          <p:nvPr/>
        </p:nvSpPr>
        <p:spPr>
          <a:xfrm>
            <a:off x="9847898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8" name="element_176"/>
          <p:cNvSpPr>
            <a:spLocks noGrp="1"/>
          </p:cNvSpPr>
          <p:nvPr/>
        </p:nvSpPr>
        <p:spPr>
          <a:xfrm>
            <a:off x="1039082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34" name="直接箭头连接符 933"/>
          <p:cNvCxnSpPr>
            <a:stCxn id="237" idx="3"/>
            <a:endCxn id="238" idx="1"/>
          </p:cNvCxnSpPr>
          <p:nvPr/>
        </p:nvCxnSpPr>
        <p:spPr>
          <a:xfrm>
            <a:off x="9849803" y="5838826"/>
            <a:ext cx="541020" cy="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</a:ln>
        </p:spPr>
      </p:cxnSp>
      <p:sp>
        <p:nvSpPr>
          <p:cNvPr id="240" name="element_177"/>
          <p:cNvSpPr>
            <a:spLocks noGrp="1"/>
          </p:cNvSpPr>
          <p:nvPr/>
        </p:nvSpPr>
        <p:spPr>
          <a:xfrm>
            <a:off x="10390823" y="58378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1" name="element_178"/>
          <p:cNvSpPr>
            <a:spLocks noGrp="1"/>
          </p:cNvSpPr>
          <p:nvPr/>
        </p:nvSpPr>
        <p:spPr>
          <a:xfrm>
            <a:off x="103908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37" name="直接箭头连接符 936"/>
          <p:cNvCxnSpPr>
            <a:stCxn id="240" idx="0"/>
            <a:endCxn id="241" idx="2"/>
          </p:cNvCxnSpPr>
          <p:nvPr/>
        </p:nvCxnSpPr>
        <p:spPr>
          <a:xfrm flipV="1">
            <a:off x="10391776" y="5449253"/>
            <a:ext cx="0" cy="388620"/>
          </a:xfrm>
          <a:prstGeom prst="straightConnector1">
            <a:avLst/>
          </a:prstGeom>
          <a:ln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43" name="element_179"/>
          <p:cNvSpPr>
            <a:spLocks noGrp="1"/>
          </p:cNvSpPr>
          <p:nvPr/>
        </p:nvSpPr>
        <p:spPr>
          <a:xfrm>
            <a:off x="7924800" y="6134100"/>
            <a:ext cx="193357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</a:t>
            </a:r>
            <a:endParaRPr sz="1275" b="0">
              <a:solidFill>
                <a:srgbClr val="57984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57984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calibration</a:t>
            </a:r>
            <a:endParaRPr sz="1275" b="0">
              <a:solidFill>
                <a:srgbClr val="57984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4" name="element_180"/>
          <p:cNvSpPr>
            <a:spLocks noGrp="1"/>
          </p:cNvSpPr>
          <p:nvPr/>
        </p:nvSpPr>
        <p:spPr>
          <a:xfrm>
            <a:off x="103908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5" name="element_181"/>
          <p:cNvSpPr>
            <a:spLocks noGrp="1"/>
          </p:cNvSpPr>
          <p:nvPr/>
        </p:nvSpPr>
        <p:spPr>
          <a:xfrm>
            <a:off x="113814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1" name="直接箭头连接符 940"/>
          <p:cNvCxnSpPr>
            <a:stCxn id="244" idx="3"/>
            <a:endCxn id="245" idx="1"/>
          </p:cNvCxnSpPr>
          <p:nvPr/>
        </p:nvCxnSpPr>
        <p:spPr>
          <a:xfrm>
            <a:off x="10392728" y="5448301"/>
            <a:ext cx="9886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247" name="element_182"/>
          <p:cNvSpPr>
            <a:spLocks noGrp="1"/>
          </p:cNvSpPr>
          <p:nvPr/>
        </p:nvSpPr>
        <p:spPr>
          <a:xfrm>
            <a:off x="11381423" y="54473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48" name="element_183"/>
          <p:cNvSpPr>
            <a:spLocks noGrp="1"/>
          </p:cNvSpPr>
          <p:nvPr/>
        </p:nvSpPr>
        <p:spPr>
          <a:xfrm>
            <a:off x="11381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4" name="直接箭头连接符 943"/>
          <p:cNvCxnSpPr>
            <a:stCxn id="247" idx="2"/>
            <a:endCxn id="248" idx="0"/>
          </p:cNvCxnSpPr>
          <p:nvPr/>
        </p:nvCxnSpPr>
        <p:spPr>
          <a:xfrm>
            <a:off x="11382376" y="5449253"/>
            <a:ext cx="0" cy="96012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250" name="element_184"/>
          <p:cNvSpPr>
            <a:spLocks noGrp="1"/>
          </p:cNvSpPr>
          <p:nvPr/>
        </p:nvSpPr>
        <p:spPr>
          <a:xfrm>
            <a:off x="11381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1" name="element_185"/>
          <p:cNvSpPr>
            <a:spLocks noGrp="1"/>
          </p:cNvSpPr>
          <p:nvPr/>
        </p:nvSpPr>
        <p:spPr>
          <a:xfrm>
            <a:off x="10238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47" name="直接箭头连接符 946"/>
          <p:cNvCxnSpPr>
            <a:stCxn id="250" idx="1"/>
            <a:endCxn id="251" idx="3"/>
          </p:cNvCxnSpPr>
          <p:nvPr/>
        </p:nvCxnSpPr>
        <p:spPr>
          <a:xfrm flipH="1">
            <a:off x="10240328" y="6410326"/>
            <a:ext cx="1141095" cy="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</a:ln>
        </p:spPr>
      </p:cxnSp>
      <p:sp>
        <p:nvSpPr>
          <p:cNvPr id="253" name="element_186"/>
          <p:cNvSpPr>
            <a:spLocks noGrp="1"/>
          </p:cNvSpPr>
          <p:nvPr/>
        </p:nvSpPr>
        <p:spPr>
          <a:xfrm>
            <a:off x="10238423" y="64093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4" name="element_187"/>
          <p:cNvSpPr>
            <a:spLocks noGrp="1"/>
          </p:cNvSpPr>
          <p:nvPr/>
        </p:nvSpPr>
        <p:spPr>
          <a:xfrm>
            <a:off x="10238423" y="6628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50" name="直接箭头连接符 949"/>
          <p:cNvCxnSpPr>
            <a:stCxn id="253" idx="2"/>
            <a:endCxn id="254" idx="0"/>
          </p:cNvCxnSpPr>
          <p:nvPr/>
        </p:nvCxnSpPr>
        <p:spPr>
          <a:xfrm>
            <a:off x="10239376" y="6411278"/>
            <a:ext cx="0" cy="2171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56" name="element_188"/>
          <p:cNvSpPr>
            <a:spLocks noGrp="1"/>
          </p:cNvSpPr>
          <p:nvPr/>
        </p:nvSpPr>
        <p:spPr>
          <a:xfrm>
            <a:off x="8658225" y="6677025"/>
            <a:ext cx="828675" cy="933450"/>
          </a:xfrm>
          <a:prstGeom prst="roundRect">
            <a:avLst>
              <a:gd name="adj" fmla="val 344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257" name="element_189"/>
          <p:cNvSpPr>
            <a:spLocks noGrp="1"/>
          </p:cNvSpPr>
          <p:nvPr/>
        </p:nvSpPr>
        <p:spPr>
          <a:xfrm>
            <a:off x="8686800" y="6705600"/>
            <a:ext cx="7715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1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(insert photo)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8" name="element_190"/>
          <p:cNvSpPr>
            <a:spLocks noGrp="1"/>
          </p:cNvSpPr>
          <p:nvPr/>
        </p:nvSpPr>
        <p:spPr>
          <a:xfrm>
            <a:off x="9610725" y="6677025"/>
            <a:ext cx="828675" cy="933450"/>
          </a:xfrm>
          <a:prstGeom prst="roundRect">
            <a:avLst>
              <a:gd name="adj" fmla="val 344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259" name="element_191"/>
          <p:cNvSpPr>
            <a:spLocks noGrp="1"/>
          </p:cNvSpPr>
          <p:nvPr/>
        </p:nvSpPr>
        <p:spPr>
          <a:xfrm>
            <a:off x="9639300" y="6705600"/>
            <a:ext cx="7715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2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(insert photo)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0" name="element_192"/>
          <p:cNvSpPr>
            <a:spLocks noGrp="1"/>
          </p:cNvSpPr>
          <p:nvPr/>
        </p:nvSpPr>
        <p:spPr>
          <a:xfrm>
            <a:off x="10563225" y="6677025"/>
            <a:ext cx="828675" cy="933450"/>
          </a:xfrm>
          <a:prstGeom prst="roundRect">
            <a:avLst>
              <a:gd name="adj" fmla="val 3448"/>
            </a:avLst>
          </a:prstGeom>
          <a:solidFill>
            <a:srgbClr val="FCFCFC"/>
          </a:solidFill>
          <a:ln w="10478">
            <a:solidFill>
              <a:srgbClr val="A7ADB3"/>
            </a:solidFill>
            <a:prstDash val="dash"/>
          </a:ln>
        </p:spPr>
      </p:sp>
      <p:sp>
        <p:nvSpPr>
          <p:cNvPr id="261" name="element_193"/>
          <p:cNvSpPr>
            <a:spLocks noGrp="1"/>
          </p:cNvSpPr>
          <p:nvPr/>
        </p:nvSpPr>
        <p:spPr>
          <a:xfrm>
            <a:off x="10591800" y="6705600"/>
            <a:ext cx="771525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 3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(insert photo)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2" name="element_194"/>
          <p:cNvSpPr>
            <a:spLocks noGrp="1"/>
          </p:cNvSpPr>
          <p:nvPr/>
        </p:nvSpPr>
        <p:spPr>
          <a:xfrm>
            <a:off x="8629650" y="7639050"/>
            <a:ext cx="27432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ARKit52 facial sequence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3" name="element_195"/>
          <p:cNvSpPr>
            <a:spLocks noGrp="1"/>
          </p:cNvSpPr>
          <p:nvPr/>
        </p:nvSpPr>
        <p:spPr>
          <a:xfrm>
            <a:off x="285750" y="6381750"/>
            <a:ext cx="7239000" cy="142875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 w="10478">
            <a:solidFill>
              <a:srgbClr val="D9BA84"/>
            </a:solidFill>
            <a:prstDash val="dash"/>
          </a:ln>
        </p:spPr>
      </p:sp>
      <p:sp>
        <p:nvSpPr>
          <p:cNvPr id="264" name="element_196"/>
          <p:cNvSpPr>
            <a:spLocks noGrp="1"/>
          </p:cNvSpPr>
          <p:nvPr/>
        </p:nvSpPr>
        <p:spPr>
          <a:xfrm>
            <a:off x="438150" y="6419850"/>
            <a:ext cx="68770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affect distillation (training only)</a:t>
            </a:r>
            <a:endParaRPr sz="1575" b="1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5" name="element_197"/>
          <p:cNvSpPr>
            <a:spLocks noGrp="1"/>
          </p:cNvSpPr>
          <p:nvPr/>
        </p:nvSpPr>
        <p:spPr>
          <a:xfrm>
            <a:off x="466725" y="6886575"/>
            <a:ext cx="1809750" cy="533400"/>
          </a:xfrm>
          <a:prstGeom prst="roundRect">
            <a:avLst>
              <a:gd name="adj" fmla="val 10714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r* = M − b₀(C) − b_id</a:t>
            </a:r>
            <a:endParaRPr sz="1575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6" name="encoder_198"/>
          <p:cNvSpPr>
            <a:spLocks noGrp="1"/>
          </p:cNvSpPr>
          <p:nvPr/>
        </p:nvSpPr>
        <p:spPr>
          <a:xfrm>
            <a:off x="2571750" y="6800850"/>
            <a:ext cx="1266825" cy="723900"/>
          </a:xfrm>
          <a:custGeom>
            <a:avLst/>
            <a:gdLst/>
            <a:ahLst/>
            <a:cxnLst/>
            <a:pathLst>
              <a:path w="1266825" h="723900">
                <a:moveTo>
                  <a:pt x="0" y="0"/>
                </a:moveTo>
                <a:lnTo>
                  <a:pt x="1266825" y="115824"/>
                </a:lnTo>
                <a:lnTo>
                  <a:pt x="1266825" y="608076"/>
                </a:lnTo>
                <a:lnTo>
                  <a:pt x="0" y="72390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67" name="element_199"/>
          <p:cNvSpPr>
            <a:spLocks noGrp="1"/>
          </p:cNvSpPr>
          <p:nvPr/>
        </p:nvSpPr>
        <p:spPr>
          <a:xfrm>
            <a:off x="2638425" y="6896100"/>
            <a:ext cx="112395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Motion teacher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8" name="encoder_200"/>
          <p:cNvSpPr>
            <a:spLocks noGrp="1"/>
          </p:cNvSpPr>
          <p:nvPr/>
        </p:nvSpPr>
        <p:spPr>
          <a:xfrm>
            <a:off x="4191000" y="6848475"/>
            <a:ext cx="400050" cy="85725"/>
          </a:xfrm>
          <a:custGeom>
            <a:avLst/>
            <a:gdLst/>
            <a:ahLst/>
            <a:cxnLst/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69" name="encoder_201"/>
          <p:cNvSpPr>
            <a:spLocks noGrp="1"/>
          </p:cNvSpPr>
          <p:nvPr/>
        </p:nvSpPr>
        <p:spPr>
          <a:xfrm>
            <a:off x="4505325" y="6848475"/>
            <a:ext cx="85725" cy="400050"/>
          </a:xfrm>
          <a:custGeom>
            <a:avLst/>
            <a:gdLst/>
            <a:ahLst/>
            <a:cxnLst/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70" name="element_202"/>
          <p:cNvSpPr>
            <a:spLocks noGrp="1"/>
          </p:cNvSpPr>
          <p:nvPr/>
        </p:nvSpPr>
        <p:spPr>
          <a:xfrm>
            <a:off x="4191000" y="6934200"/>
            <a:ext cx="314325" cy="314325"/>
          </a:xfrm>
          <a:prstGeom prst="rect">
            <a:avLst/>
          </a:prstGeom>
          <a:solidFill>
            <a:srgbClr val="FFE6B7"/>
          </a:solidFill>
          <a:ln w="10478">
            <a:solidFill>
              <a:srgbClr val="D39243"/>
            </a:solidFill>
          </a:ln>
        </p:spPr>
      </p:sp>
      <p:sp>
        <p:nvSpPr>
          <p:cNvPr id="271" name="element_203"/>
          <p:cNvSpPr>
            <a:spLocks noGrp="1"/>
          </p:cNvSpPr>
          <p:nvPr/>
        </p:nvSpPr>
        <p:spPr>
          <a:xfrm>
            <a:off x="4294823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2" name="element_204"/>
          <p:cNvSpPr>
            <a:spLocks noGrp="1"/>
          </p:cNvSpPr>
          <p:nvPr/>
        </p:nvSpPr>
        <p:spPr>
          <a:xfrm>
            <a:off x="4294823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68" name="直接箭头连接符 967"/>
          <p:cNvCxnSpPr>
            <a:stCxn id="271" idx="2"/>
            <a:endCxn id="272" idx="0"/>
          </p:cNvCxnSpPr>
          <p:nvPr/>
        </p:nvCxnSpPr>
        <p:spPr>
          <a:xfrm>
            <a:off x="4295776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74" name="element_205"/>
          <p:cNvSpPr>
            <a:spLocks noGrp="1"/>
          </p:cNvSpPr>
          <p:nvPr/>
        </p:nvSpPr>
        <p:spPr>
          <a:xfrm>
            <a:off x="4399598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5" name="element_206"/>
          <p:cNvSpPr>
            <a:spLocks noGrp="1"/>
          </p:cNvSpPr>
          <p:nvPr/>
        </p:nvSpPr>
        <p:spPr>
          <a:xfrm>
            <a:off x="4399598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71" name="直接箭头连接符 970"/>
          <p:cNvCxnSpPr>
            <a:stCxn id="274" idx="2"/>
            <a:endCxn id="275" idx="0"/>
          </p:cNvCxnSpPr>
          <p:nvPr/>
        </p:nvCxnSpPr>
        <p:spPr>
          <a:xfrm>
            <a:off x="4400551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77" name="element_207"/>
          <p:cNvSpPr>
            <a:spLocks noGrp="1"/>
          </p:cNvSpPr>
          <p:nvPr/>
        </p:nvSpPr>
        <p:spPr>
          <a:xfrm>
            <a:off x="4190048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78" name="element_208"/>
          <p:cNvSpPr>
            <a:spLocks noGrp="1"/>
          </p:cNvSpPr>
          <p:nvPr/>
        </p:nvSpPr>
        <p:spPr>
          <a:xfrm>
            <a:off x="4504373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74" name="直接箭头连接符 973"/>
          <p:cNvCxnSpPr>
            <a:stCxn id="277" idx="3"/>
            <a:endCxn id="278" idx="1"/>
          </p:cNvCxnSpPr>
          <p:nvPr/>
        </p:nvCxnSpPr>
        <p:spPr>
          <a:xfrm>
            <a:off x="4191953" y="7038976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80" name="element_209"/>
          <p:cNvSpPr>
            <a:spLocks noGrp="1"/>
          </p:cNvSpPr>
          <p:nvPr/>
        </p:nvSpPr>
        <p:spPr>
          <a:xfrm>
            <a:off x="4190048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1" name="element_210"/>
          <p:cNvSpPr>
            <a:spLocks noGrp="1"/>
          </p:cNvSpPr>
          <p:nvPr/>
        </p:nvSpPr>
        <p:spPr>
          <a:xfrm>
            <a:off x="4504373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77" name="直接箭头连接符 976"/>
          <p:cNvCxnSpPr>
            <a:stCxn id="280" idx="3"/>
            <a:endCxn id="281" idx="1"/>
          </p:cNvCxnSpPr>
          <p:nvPr/>
        </p:nvCxnSpPr>
        <p:spPr>
          <a:xfrm>
            <a:off x="4191953" y="7143751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83" name="element_211"/>
          <p:cNvSpPr>
            <a:spLocks noGrp="1"/>
          </p:cNvSpPr>
          <p:nvPr/>
        </p:nvSpPr>
        <p:spPr>
          <a:xfrm>
            <a:off x="4086225" y="7429500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g_m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4" name="element_212"/>
          <p:cNvSpPr>
            <a:spLocks noGrp="1"/>
          </p:cNvSpPr>
          <p:nvPr/>
        </p:nvSpPr>
        <p:spPr>
          <a:xfrm>
            <a:off x="5010150" y="6943725"/>
            <a:ext cx="1162050" cy="447675"/>
          </a:xfrm>
          <a:prstGeom prst="roundRect">
            <a:avLst>
              <a:gd name="adj" fmla="val 12766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MSE(gₐ, sg(gₘ))</a:t>
            </a:r>
            <a:endParaRPr sz="1575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  <a:def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(global semantics)</a:t>
            </a:r>
            <a:endParaRPr sz="1575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5" name="encoder_213"/>
          <p:cNvSpPr>
            <a:spLocks noGrp="1"/>
          </p:cNvSpPr>
          <p:nvPr/>
        </p:nvSpPr>
        <p:spPr>
          <a:xfrm>
            <a:off x="6696075" y="6848475"/>
            <a:ext cx="400050" cy="85725"/>
          </a:xfrm>
          <a:custGeom>
            <a:avLst/>
            <a:gdLst/>
            <a:ahLst/>
            <a:cxnLst/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86" name="encoder_214"/>
          <p:cNvSpPr>
            <a:spLocks noGrp="1"/>
          </p:cNvSpPr>
          <p:nvPr/>
        </p:nvSpPr>
        <p:spPr>
          <a:xfrm>
            <a:off x="7010400" y="6848475"/>
            <a:ext cx="85725" cy="400050"/>
          </a:xfrm>
          <a:custGeom>
            <a:avLst/>
            <a:gdLst/>
            <a:ahLst/>
            <a:cxnLst/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>
            <a:srgbClr val="FFE6B7"/>
          </a:solidFill>
          <a:ln w="11430">
            <a:solidFill>
              <a:srgbClr val="D39243"/>
            </a:solidFill>
          </a:ln>
        </p:spPr>
      </p:sp>
      <p:sp>
        <p:nvSpPr>
          <p:cNvPr id="287" name="element_215"/>
          <p:cNvSpPr>
            <a:spLocks noGrp="1"/>
          </p:cNvSpPr>
          <p:nvPr/>
        </p:nvSpPr>
        <p:spPr>
          <a:xfrm>
            <a:off x="6696075" y="6934200"/>
            <a:ext cx="314325" cy="314325"/>
          </a:xfrm>
          <a:prstGeom prst="rect">
            <a:avLst/>
          </a:prstGeom>
          <a:solidFill>
            <a:srgbClr val="FFE6B7"/>
          </a:solidFill>
          <a:ln w="10478">
            <a:solidFill>
              <a:srgbClr val="D39243"/>
            </a:solidFill>
          </a:ln>
        </p:spPr>
      </p:sp>
      <p:sp>
        <p:nvSpPr>
          <p:cNvPr id="288" name="element_216"/>
          <p:cNvSpPr>
            <a:spLocks noGrp="1"/>
          </p:cNvSpPr>
          <p:nvPr/>
        </p:nvSpPr>
        <p:spPr>
          <a:xfrm>
            <a:off x="6799898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9" name="element_217"/>
          <p:cNvSpPr>
            <a:spLocks noGrp="1"/>
          </p:cNvSpPr>
          <p:nvPr/>
        </p:nvSpPr>
        <p:spPr>
          <a:xfrm>
            <a:off x="6799898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85" name="直接箭头连接符 984"/>
          <p:cNvCxnSpPr>
            <a:stCxn id="288" idx="2"/>
            <a:endCxn id="289" idx="0"/>
          </p:cNvCxnSpPr>
          <p:nvPr/>
        </p:nvCxnSpPr>
        <p:spPr>
          <a:xfrm>
            <a:off x="6800851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91" name="element_218"/>
          <p:cNvSpPr>
            <a:spLocks noGrp="1"/>
          </p:cNvSpPr>
          <p:nvPr/>
        </p:nvSpPr>
        <p:spPr>
          <a:xfrm>
            <a:off x="6904673" y="6933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2" name="element_219"/>
          <p:cNvSpPr>
            <a:spLocks noGrp="1"/>
          </p:cNvSpPr>
          <p:nvPr/>
        </p:nvSpPr>
        <p:spPr>
          <a:xfrm>
            <a:off x="6904673" y="7247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88" name="直接箭头连接符 987"/>
          <p:cNvCxnSpPr>
            <a:stCxn id="291" idx="2"/>
            <a:endCxn id="292" idx="0"/>
          </p:cNvCxnSpPr>
          <p:nvPr/>
        </p:nvCxnSpPr>
        <p:spPr>
          <a:xfrm>
            <a:off x="6905626" y="6935153"/>
            <a:ext cx="0" cy="31242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94" name="element_220"/>
          <p:cNvSpPr>
            <a:spLocks noGrp="1"/>
          </p:cNvSpPr>
          <p:nvPr/>
        </p:nvSpPr>
        <p:spPr>
          <a:xfrm>
            <a:off x="6695123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5" name="element_221"/>
          <p:cNvSpPr>
            <a:spLocks noGrp="1"/>
          </p:cNvSpPr>
          <p:nvPr/>
        </p:nvSpPr>
        <p:spPr>
          <a:xfrm>
            <a:off x="7009448" y="70380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1" name="直接箭头连接符 990"/>
          <p:cNvCxnSpPr>
            <a:stCxn id="294" idx="3"/>
            <a:endCxn id="295" idx="1"/>
          </p:cNvCxnSpPr>
          <p:nvPr/>
        </p:nvCxnSpPr>
        <p:spPr>
          <a:xfrm>
            <a:off x="6697028" y="7038976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297" name="element_222"/>
          <p:cNvSpPr>
            <a:spLocks noGrp="1"/>
          </p:cNvSpPr>
          <p:nvPr/>
        </p:nvSpPr>
        <p:spPr>
          <a:xfrm>
            <a:off x="6695123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8" name="element_223"/>
          <p:cNvSpPr>
            <a:spLocks noGrp="1"/>
          </p:cNvSpPr>
          <p:nvPr/>
        </p:nvSpPr>
        <p:spPr>
          <a:xfrm>
            <a:off x="7009448" y="71427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4" name="直接箭头连接符 993"/>
          <p:cNvCxnSpPr>
            <a:stCxn id="297" idx="3"/>
            <a:endCxn id="298" idx="1"/>
          </p:cNvCxnSpPr>
          <p:nvPr/>
        </p:nvCxnSpPr>
        <p:spPr>
          <a:xfrm>
            <a:off x="6697028" y="7143751"/>
            <a:ext cx="312420" cy="0"/>
          </a:xfrm>
          <a:prstGeom prst="straightConnector1">
            <a:avLst/>
          </a:prstGeom>
          <a:ln w="16193">
            <a:solidFill>
              <a:srgbClr val="D39243"/>
            </a:solidFill>
            <a:prstDash val="solid"/>
          </a:ln>
        </p:spPr>
      </p:cxnSp>
      <p:sp>
        <p:nvSpPr>
          <p:cNvPr id="300" name="element_224"/>
          <p:cNvSpPr>
            <a:spLocks noGrp="1"/>
          </p:cNvSpPr>
          <p:nvPr/>
        </p:nvSpPr>
        <p:spPr>
          <a:xfrm>
            <a:off x="6600825" y="7429500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gₐ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1" name="element_225"/>
          <p:cNvSpPr>
            <a:spLocks noGrp="1"/>
          </p:cNvSpPr>
          <p:nvPr/>
        </p:nvSpPr>
        <p:spPr>
          <a:xfrm>
            <a:off x="22755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2" name="element_226"/>
          <p:cNvSpPr>
            <a:spLocks noGrp="1"/>
          </p:cNvSpPr>
          <p:nvPr/>
        </p:nvSpPr>
        <p:spPr>
          <a:xfrm>
            <a:off x="257079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998" name="直接箭头连接符 997"/>
          <p:cNvCxnSpPr>
            <a:stCxn id="301" idx="3"/>
            <a:endCxn id="302" idx="1"/>
          </p:cNvCxnSpPr>
          <p:nvPr/>
        </p:nvCxnSpPr>
        <p:spPr>
          <a:xfrm>
            <a:off x="2277428" y="7153276"/>
            <a:ext cx="29337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4" name="element_227"/>
          <p:cNvSpPr>
            <a:spLocks noGrp="1"/>
          </p:cNvSpPr>
          <p:nvPr/>
        </p:nvSpPr>
        <p:spPr>
          <a:xfrm>
            <a:off x="38376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5" name="element_228"/>
          <p:cNvSpPr>
            <a:spLocks noGrp="1"/>
          </p:cNvSpPr>
          <p:nvPr/>
        </p:nvSpPr>
        <p:spPr>
          <a:xfrm>
            <a:off x="419004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01" name="直接箭头连接符 1000"/>
          <p:cNvCxnSpPr>
            <a:stCxn id="304" idx="3"/>
            <a:endCxn id="305" idx="1"/>
          </p:cNvCxnSpPr>
          <p:nvPr/>
        </p:nvCxnSpPr>
        <p:spPr>
          <a:xfrm>
            <a:off x="3839528" y="7153276"/>
            <a:ext cx="35052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7" name="element_229"/>
          <p:cNvSpPr>
            <a:spLocks noGrp="1"/>
          </p:cNvSpPr>
          <p:nvPr/>
        </p:nvSpPr>
        <p:spPr>
          <a:xfrm>
            <a:off x="45615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08" name="element_230"/>
          <p:cNvSpPr>
            <a:spLocks noGrp="1"/>
          </p:cNvSpPr>
          <p:nvPr/>
        </p:nvSpPr>
        <p:spPr>
          <a:xfrm>
            <a:off x="500919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04" name="直接箭头连接符 1003"/>
          <p:cNvCxnSpPr>
            <a:stCxn id="307" idx="3"/>
            <a:endCxn id="308" idx="1"/>
          </p:cNvCxnSpPr>
          <p:nvPr/>
        </p:nvCxnSpPr>
        <p:spPr>
          <a:xfrm>
            <a:off x="4563428" y="7153276"/>
            <a:ext cx="44577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0" name="element_231"/>
          <p:cNvSpPr>
            <a:spLocks noGrp="1"/>
          </p:cNvSpPr>
          <p:nvPr/>
        </p:nvSpPr>
        <p:spPr>
          <a:xfrm>
            <a:off x="6695123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1" name="element_232"/>
          <p:cNvSpPr>
            <a:spLocks noGrp="1"/>
          </p:cNvSpPr>
          <p:nvPr/>
        </p:nvSpPr>
        <p:spPr>
          <a:xfrm>
            <a:off x="6171248" y="715232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07" name="直接箭头连接符 1006"/>
          <p:cNvCxnSpPr>
            <a:stCxn id="310" idx="1"/>
            <a:endCxn id="311" idx="3"/>
          </p:cNvCxnSpPr>
          <p:nvPr/>
        </p:nvCxnSpPr>
        <p:spPr>
          <a:xfrm flipH="1">
            <a:off x="6173153" y="7153276"/>
            <a:ext cx="521970" cy="0"/>
          </a:xfrm>
          <a:prstGeom prst="straightConnector1">
            <a:avLst/>
          </a:prstGeom>
          <a:ln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3" name="element_233"/>
          <p:cNvSpPr>
            <a:spLocks noGrp="1"/>
          </p:cNvSpPr>
          <p:nvPr/>
        </p:nvSpPr>
        <p:spPr>
          <a:xfrm>
            <a:off x="11972925" y="628650"/>
            <a:ext cx="2981325" cy="561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4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Hctx = Pₕ(h₀) + Pᵤ(uₐ)</a:t>
            </a:r>
            <a:endParaRPr sz="14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buNone/>
              <a:defRPr sz="14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 = P_g(gₐ) + P_z(z_id) + P_τ(τ)</a:t>
            </a:r>
            <a:endParaRPr sz="14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4" name="element_234"/>
          <p:cNvSpPr>
            <a:spLocks noGrp="1"/>
          </p:cNvSpPr>
          <p:nvPr/>
        </p:nvSpPr>
        <p:spPr>
          <a:xfrm>
            <a:off x="12172950" y="1400175"/>
            <a:ext cx="2581275" cy="419100"/>
          </a:xfrm>
          <a:prstGeom prst="roundRect">
            <a:avLst>
              <a:gd name="adj" fmla="val 13636"/>
            </a:avLst>
          </a:prstGeom>
          <a:solidFill>
            <a:srgbClr val="E6DEEE"/>
          </a:solidFill>
          <a:ln w="10478">
            <a:solidFill>
              <a:srgbClr val="8F7DAB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72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Pₓ(xτ) + Hctx</a:t>
            </a:r>
            <a:endParaRPr sz="1725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5" name="element_235"/>
          <p:cNvSpPr>
            <a:spLocks noGrp="1"/>
          </p:cNvSpPr>
          <p:nvPr/>
        </p:nvSpPr>
        <p:spPr>
          <a:xfrm>
            <a:off x="11915775" y="2038350"/>
            <a:ext cx="3038475" cy="3162300"/>
          </a:xfrm>
          <a:prstGeom prst="roundRect">
            <a:avLst>
              <a:gd name="adj" fmla="val 5643"/>
            </a:avLst>
          </a:prstGeom>
          <a:solidFill>
            <a:srgbClr val="FFFEFA"/>
          </a:solidFill>
          <a:ln w="13335">
            <a:solidFill>
              <a:srgbClr val="D39243"/>
            </a:solidFill>
          </a:ln>
        </p:spPr>
      </p:sp>
      <p:sp>
        <p:nvSpPr>
          <p:cNvPr id="316" name="element_236"/>
          <p:cNvSpPr>
            <a:spLocks noGrp="1"/>
          </p:cNvSpPr>
          <p:nvPr/>
        </p:nvSpPr>
        <p:spPr>
          <a:xfrm>
            <a:off x="12192000" y="22860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AdaLN + Self-Attention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7" name="element_237"/>
          <p:cNvSpPr>
            <a:spLocks noGrp="1"/>
          </p:cNvSpPr>
          <p:nvPr/>
        </p:nvSpPr>
        <p:spPr>
          <a:xfrm>
            <a:off x="12192000" y="29718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DDEECF"/>
          </a:solidFill>
          <a:ln w="10478">
            <a:solidFill>
              <a:srgbClr val="579849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modulation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gₐ + z_id + τ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8" name="element_238"/>
          <p:cNvSpPr>
            <a:spLocks noGrp="1"/>
          </p:cNvSpPr>
          <p:nvPr/>
        </p:nvSpPr>
        <p:spPr>
          <a:xfrm>
            <a:off x="13438823" y="27231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9" name="element_239"/>
          <p:cNvSpPr>
            <a:spLocks noGrp="1"/>
          </p:cNvSpPr>
          <p:nvPr/>
        </p:nvSpPr>
        <p:spPr>
          <a:xfrm>
            <a:off x="13438823" y="29708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15" name="直接箭头连接符 1014"/>
          <p:cNvCxnSpPr>
            <a:stCxn id="318" idx="2"/>
            <a:endCxn id="319" idx="0"/>
          </p:cNvCxnSpPr>
          <p:nvPr/>
        </p:nvCxnSpPr>
        <p:spPr>
          <a:xfrm>
            <a:off x="13439776" y="2725103"/>
            <a:ext cx="0" cy="2457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1" name="element_240"/>
          <p:cNvSpPr>
            <a:spLocks noGrp="1"/>
          </p:cNvSpPr>
          <p:nvPr/>
        </p:nvSpPr>
        <p:spPr>
          <a:xfrm>
            <a:off x="12192000" y="36576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FFE6B7"/>
          </a:solidFill>
          <a:ln w="10478">
            <a:solidFill>
              <a:srgbClr val="D39243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AdaLN + Cross-Attention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2" name="element_241"/>
          <p:cNvSpPr>
            <a:spLocks noGrp="1"/>
          </p:cNvSpPr>
          <p:nvPr/>
        </p:nvSpPr>
        <p:spPr>
          <a:xfrm>
            <a:off x="13438823" y="34089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3" name="element_242"/>
          <p:cNvSpPr>
            <a:spLocks noGrp="1"/>
          </p:cNvSpPr>
          <p:nvPr/>
        </p:nvSpPr>
        <p:spPr>
          <a:xfrm>
            <a:off x="13438823" y="36566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19" name="直接箭头连接符 1018"/>
          <p:cNvCxnSpPr>
            <a:stCxn id="322" idx="2"/>
            <a:endCxn id="323" idx="0"/>
          </p:cNvCxnSpPr>
          <p:nvPr/>
        </p:nvCxnSpPr>
        <p:spPr>
          <a:xfrm>
            <a:off x="13439776" y="3410903"/>
            <a:ext cx="0" cy="2457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5" name="element_243"/>
          <p:cNvSpPr>
            <a:spLocks noGrp="1"/>
          </p:cNvSpPr>
          <p:nvPr/>
        </p:nvSpPr>
        <p:spPr>
          <a:xfrm>
            <a:off x="12192000" y="4343400"/>
            <a:ext cx="2495550" cy="438150"/>
          </a:xfrm>
          <a:prstGeom prst="roundRect">
            <a:avLst>
              <a:gd name="adj" fmla="val 13043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AdaLN + Feed Forward</a:t>
            </a:r>
            <a:endParaRPr sz="142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6" name="element_244"/>
          <p:cNvSpPr>
            <a:spLocks noGrp="1"/>
          </p:cNvSpPr>
          <p:nvPr/>
        </p:nvSpPr>
        <p:spPr>
          <a:xfrm>
            <a:off x="13438823" y="40947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7" name="element_245"/>
          <p:cNvSpPr>
            <a:spLocks noGrp="1"/>
          </p:cNvSpPr>
          <p:nvPr/>
        </p:nvSpPr>
        <p:spPr>
          <a:xfrm>
            <a:off x="13438823" y="43424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23" name="直接箭头连接符 1022"/>
          <p:cNvCxnSpPr>
            <a:stCxn id="326" idx="2"/>
            <a:endCxn id="327" idx="0"/>
          </p:cNvCxnSpPr>
          <p:nvPr/>
        </p:nvCxnSpPr>
        <p:spPr>
          <a:xfrm>
            <a:off x="13439776" y="4096703"/>
            <a:ext cx="0" cy="2457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9" name="element_246"/>
          <p:cNvSpPr>
            <a:spLocks noGrp="1"/>
          </p:cNvSpPr>
          <p:nvPr/>
        </p:nvSpPr>
        <p:spPr>
          <a:xfrm>
            <a:off x="13438823" y="181832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0" name="element_247"/>
          <p:cNvSpPr>
            <a:spLocks noGrp="1"/>
          </p:cNvSpPr>
          <p:nvPr/>
        </p:nvSpPr>
        <p:spPr>
          <a:xfrm>
            <a:off x="13438823" y="228504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26" name="直接箭头连接符 1025"/>
          <p:cNvCxnSpPr>
            <a:stCxn id="329" idx="2"/>
            <a:endCxn id="330" idx="0"/>
          </p:cNvCxnSpPr>
          <p:nvPr/>
        </p:nvCxnSpPr>
        <p:spPr>
          <a:xfrm>
            <a:off x="13439776" y="1820228"/>
            <a:ext cx="0" cy="46482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2" name="element_248"/>
          <p:cNvSpPr>
            <a:spLocks noGrp="1"/>
          </p:cNvSpPr>
          <p:nvPr/>
        </p:nvSpPr>
        <p:spPr>
          <a:xfrm>
            <a:off x="11982450" y="4895850"/>
            <a:ext cx="2886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75" b="0">
                <a:solidFill>
                  <a:srgbClr val="64707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× N blocks · gated residuals</a:t>
            </a:r>
            <a:endParaRPr sz="1275" b="0">
              <a:solidFill>
                <a:srgbClr val="64707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3" name="element_249"/>
          <p:cNvSpPr>
            <a:spLocks noGrp="1"/>
          </p:cNvSpPr>
          <p:nvPr/>
        </p:nvSpPr>
        <p:spPr>
          <a:xfrm>
            <a:off x="12144375" y="3457575"/>
            <a:ext cx="247650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200" b="0">
                <a:solidFill>
                  <a:srgbClr val="D392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D3924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K,V = Hctx</a:t>
            </a:r>
            <a:endParaRPr sz="1200" b="0">
              <a:solidFill>
                <a:srgbClr val="D3924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4" name="element_250"/>
          <p:cNvSpPr>
            <a:spLocks noGrp="1"/>
          </p:cNvSpPr>
          <p:nvPr/>
        </p:nvSpPr>
        <p:spPr>
          <a:xfrm>
            <a:off x="12192000" y="5457825"/>
            <a:ext cx="2495550" cy="419100"/>
          </a:xfrm>
          <a:prstGeom prst="roundRect">
            <a:avLst>
              <a:gd name="adj" fmla="val 13636"/>
            </a:avLst>
          </a:prstGeom>
          <a:solidFill>
            <a:srgbClr val="D0EFED"/>
          </a:solidFill>
          <a:ln w="10478">
            <a:solidFill>
              <a:srgbClr val="4C9998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 AdaLN + Linear</a:t>
            </a:r>
            <a:endParaRPr sz="150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5" name="element_251"/>
          <p:cNvSpPr>
            <a:spLocks noGrp="1"/>
          </p:cNvSpPr>
          <p:nvPr/>
        </p:nvSpPr>
        <p:spPr>
          <a:xfrm>
            <a:off x="13438823" y="478059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6" name="element_252"/>
          <p:cNvSpPr>
            <a:spLocks noGrp="1"/>
          </p:cNvSpPr>
          <p:nvPr/>
        </p:nvSpPr>
        <p:spPr>
          <a:xfrm>
            <a:off x="13438823" y="54568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32" name="直接箭头连接符 1031"/>
          <p:cNvCxnSpPr>
            <a:stCxn id="335" idx="2"/>
            <a:endCxn id="336" idx="0"/>
          </p:cNvCxnSpPr>
          <p:nvPr/>
        </p:nvCxnSpPr>
        <p:spPr>
          <a:xfrm>
            <a:off x="13439776" y="4782503"/>
            <a:ext cx="0" cy="674370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8" name="element_253"/>
          <p:cNvSpPr>
            <a:spLocks noGrp="1"/>
          </p:cNvSpPr>
          <p:nvPr/>
        </p:nvSpPr>
        <p:spPr>
          <a:xfrm>
            <a:off x="12611100" y="5924550"/>
            <a:ext cx="16573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vθ(xτ, τ)</a:t>
            </a:r>
            <a:endParaRPr sz="172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39" name="element_254"/>
          <p:cNvSpPr>
            <a:spLocks noGrp="1"/>
          </p:cNvSpPr>
          <p:nvPr/>
        </p:nvSpPr>
        <p:spPr>
          <a:xfrm>
            <a:off x="12192000" y="6305550"/>
            <a:ext cx="2495550" cy="466725"/>
          </a:xfrm>
          <a:prstGeom prst="roundRect">
            <a:avLst>
              <a:gd name="adj" fmla="val 12245"/>
            </a:avLst>
          </a:prstGeom>
          <a:solidFill>
            <a:srgbClr val="E6DEEE"/>
          </a:solidFill>
          <a:ln w="10478">
            <a:solidFill>
              <a:srgbClr val="8F7DAB"/>
            </a:solidFill>
          </a:ln>
        </p:spPr>
        <p:txBody>
          <a:bodyPr wrap="none" lIns="28575" tIns="19050" rIns="28575" bIns="19050" anchor="ctr">
            <a:noAutofit/>
          </a:bodyPr>
          <a:lstStyle/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Flow integration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  <a:def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ε → r̂</a:t>
            </a:r>
            <a:endParaRPr sz="1575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0" name="element_255"/>
          <p:cNvSpPr>
            <a:spLocks noGrp="1"/>
          </p:cNvSpPr>
          <p:nvPr/>
        </p:nvSpPr>
        <p:spPr>
          <a:xfrm>
            <a:off x="13438823" y="6171248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1" name="element_256"/>
          <p:cNvSpPr>
            <a:spLocks noGrp="1"/>
          </p:cNvSpPr>
          <p:nvPr/>
        </p:nvSpPr>
        <p:spPr>
          <a:xfrm>
            <a:off x="13438823" y="6304598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37" name="直接箭头连接符 1036"/>
          <p:cNvCxnSpPr>
            <a:stCxn id="340" idx="2"/>
            <a:endCxn id="341" idx="0"/>
          </p:cNvCxnSpPr>
          <p:nvPr/>
        </p:nvCxnSpPr>
        <p:spPr>
          <a:xfrm>
            <a:off x="13439776" y="6173153"/>
            <a:ext cx="0" cy="131445"/>
          </a:xfrm>
          <a:prstGeom prst="straightConnector1">
            <a:avLst/>
          </a:prstGeom>
          <a:ln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43" name="element_257"/>
          <p:cNvSpPr>
            <a:spLocks noGrp="1"/>
          </p:cNvSpPr>
          <p:nvPr/>
        </p:nvSpPr>
        <p:spPr>
          <a:xfrm>
            <a:off x="12030075" y="6858000"/>
            <a:ext cx="2809875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5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0">
                <a:solidFill>
                  <a:srgbClr val="14263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M̂ = b₀(C) + b_id + S ⊙ r̂</a:t>
            </a:r>
            <a:endParaRPr sz="1575" b="0">
              <a:solidFill>
                <a:srgbClr val="14263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4" name="element_258"/>
          <p:cNvSpPr>
            <a:spLocks noGrp="1"/>
          </p:cNvSpPr>
          <p:nvPr/>
        </p:nvSpPr>
        <p:spPr>
          <a:xfrm>
            <a:off x="12030075" y="7515225"/>
            <a:ext cx="28098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650" b="0">
                <a:solidFill>
                  <a:srgbClr val="8F7DA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0">
                <a:solidFill>
                  <a:srgbClr val="8F7DA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 mouth/jaw = 0</a:t>
            </a:r>
            <a:endParaRPr sz="1650" b="0">
              <a:solidFill>
                <a:srgbClr val="8F7DA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5" name="element_259"/>
          <p:cNvSpPr>
            <a:spLocks noGrp="1"/>
          </p:cNvSpPr>
          <p:nvPr/>
        </p:nvSpPr>
        <p:spPr>
          <a:xfrm>
            <a:off x="284798" y="8009573"/>
            <a:ext cx="1905" cy="190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6" name="element_260"/>
          <p:cNvSpPr>
            <a:spLocks noGrp="1"/>
          </p:cNvSpPr>
          <p:nvPr/>
        </p:nvSpPr>
        <p:spPr>
          <a:xfrm>
            <a:off x="14953298" y="8009573"/>
            <a:ext cx="1905" cy="190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1042" name="直接箭头连接符 1041"/>
          <p:cNvCxnSpPr>
            <a:stCxn id="345" idx="3"/>
            <a:endCxn id="346" idx="1"/>
          </p:cNvCxnSpPr>
          <p:nvPr/>
        </p:nvCxnSpPr>
        <p:spPr>
          <a:xfrm>
            <a:off x="286703" y="8010526"/>
            <a:ext cx="14666595" cy="0"/>
          </a:xfrm>
          <a:prstGeom prst="straightConnector1">
            <a:avLst/>
          </a:prstGeom>
          <a:ln w="16193">
            <a:solidFill>
              <a:srgbClr val="A8B1B9"/>
            </a:solidFill>
            <a:prstDash val="solid"/>
          </a:ln>
        </p:spPr>
      </p:cxnSp>
      <p:sp>
        <p:nvSpPr>
          <p:cNvPr id="348" name="element_261"/>
          <p:cNvSpPr>
            <a:spLocks noGrp="1"/>
          </p:cNvSpPr>
          <p:nvPr/>
        </p:nvSpPr>
        <p:spPr>
          <a:xfrm>
            <a:off x="285750" y="8124825"/>
            <a:ext cx="146685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0">
                <a:solidFill>
                  <a:srgbClr val="14263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Figure 1. KineTalk preserves articulation with a frozen Stage-1 base while audio affect conditions drive stochastic non-mouth residual dynamics.</a:t>
            </a:r>
            <a:endParaRPr sz="1650" b="0">
              <a:solidFill>
                <a:srgbClr val="14263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WPS 演示</Application>
  <PresentationFormat>Converted Presentation</PresentationFormat>
  <Paragraphs>122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Times New Roman</vt:lpstr>
      <vt:lpstr>MS PGothic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Null</cp:lastModifiedBy>
  <cp:revision>9</cp:revision>
  <dcterms:created xsi:type="dcterms:W3CDTF">2026-09-23T08:48:47Z</dcterms:created>
  <dcterms:modified xsi:type="dcterms:W3CDTF">2026-09-23T08:59:07Z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4C0E1A82CEAD4F3FA7CE2CBB59A437B2_12</vt:lpwstr>
  </property>
  <property fmtid="{D5CDD505-2E9C-101B-9397-08002B2CF9AE}" pid="3" name="KSOProductBuildVer">
    <vt:lpwstr>2052-12.1.0.28505</vt:lpwstr>
  </property>
</Properties>
</file>