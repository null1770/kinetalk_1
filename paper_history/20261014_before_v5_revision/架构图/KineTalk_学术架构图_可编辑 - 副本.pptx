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ccbeb4da414cd2" /><Relationship Type="http://schemas.openxmlformats.org/officeDocument/2006/relationships/extended-properties" Target="/docProps/app.xml" Id="R423e4bbdcbd64a0b" /><Relationship Type="http://schemas.openxmlformats.org/officeDocument/2006/relationships/officeDocument" Target="/ppt/presentation.xml" Id="Rd97c0e37927445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3a44d06f44eee"/>
  </p:sldMasterIdLst>
  <p:notesMasterIdLst>
    <p:notesMasterId xmlns:r="http://schemas.openxmlformats.org/officeDocument/2006/relationships" r:id="Rfa76fadb4ac74c52"/>
  </p:notesMasterIdLst>
  <p:sldIdLst>
    <p:sldId xmlns:r="http://schemas.openxmlformats.org/officeDocument/2006/relationships" id="256" r:id="Ra089531dd498411a"/>
    <p:sldId xmlns:r="http://schemas.openxmlformats.org/officeDocument/2006/relationships" id="257" r:id="R9fcb79a50f4b4acc"/>
    <p:sldId xmlns:r="http://schemas.openxmlformats.org/officeDocument/2006/relationships" id="258" r:id="R7d60e6c9b1af44c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60059d32974724" /><Relationship Type="http://schemas.openxmlformats.org/officeDocument/2006/relationships/slideMaster" Target="/ppt/slideMasters/slideMaster1.xml" Id="Rb793a44d06f44eee" /><Relationship Type="http://schemas.openxmlformats.org/officeDocument/2006/relationships/notesMaster" Target="/ppt/notesMasters/notesMaster1.xml" Id="Rfa76fadb4ac74c52" /><Relationship Type="http://schemas.openxmlformats.org/officeDocument/2006/relationships/presProps" Target="/ppt/presProps.xml" Id="Rc836a4fb8a16499f" /><Relationship Type="http://schemas.openxmlformats.org/officeDocument/2006/relationships/tableStyles" Target="/ppt/tableStyles.xml" Id="R69e179ec6ac24002" /><Relationship Type="http://schemas.openxmlformats.org/officeDocument/2006/relationships/slide" Target="/ppt/slides/slide1.xml" Id="Ra089531dd498411a" /><Relationship Type="http://schemas.openxmlformats.org/officeDocument/2006/relationships/slide" Target="/ppt/slides/slide2.xml" Id="R9fcb79a50f4b4acc" /><Relationship Type="http://schemas.openxmlformats.org/officeDocument/2006/relationships/slide" Target="/ppt/slides/slide3.xml" Id="R7d60e6c9b1af44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37396a28843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9288ebc0b406d" /><Relationship Type="http://schemas.openxmlformats.org/officeDocument/2006/relationships/notesMaster" Target="/ppt/notesMasters/notesMaster1.xml" Id="R15a62862f5b0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7b532f38b4c06" /><Relationship Type="http://schemas.openxmlformats.org/officeDocument/2006/relationships/notesMaster" Target="/ppt/notesMasters/notesMaster1.xml" Id="R49be6f0a7f3a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cbd19284aa4537" /><Relationship Type="http://schemas.openxmlformats.org/officeDocument/2006/relationships/notesMaster" Target="/ppt/notesMasters/notesMaster1.xml" Id="Raa9ca3402f6546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kinetalk_b0/models/neutral_affect.py:53,337,429; models/dit.py:25–184; models/slow_state_affect.py:239; scripts/train_full_staged.py:394,404,496,552. Root D:/实验室项目/新实验/kinetalk_b0_residual_train. Depicted system is protected Stage4, not a combination of historical branches. B0 is frozen after articulation training. S_id is motion execution, not geometric identity. Identity and motion target conditions obey valid masks. Figure is an implemented architecture, not a claim that all evaluations passed. Target motion/labels are training-only. Regional gain v2 is not shown because it is a separate unvalidated experiment. Screenshots are intentionally blank for author insertion.</a:t>
            </a:r>
          </a:p>
          <a:p xmlns:a="http://schemas.openxmlformats.org/drawingml/2006/main">
            <a:r>
              <a:t>Detailed DiT: Hctx is content MLP + local linear. Global condition includes flow time, global emotion/intensity and style. Blocks apply global-modulated self-attention, gated style modulation, global-modulated cross-attention, and global-modulated FFN. Output AdaLN and linear return velocity, then Euler flow integration returns scaled residual. Sampling timestep τ differs from frame time. Main static offset box includes learned non-mouth bias and fixed mouth calibration from reference mean. The inset Sexp describes the fixed support that is also imposed internally on sampled state/velocity. Reference mean calibration is expanded on slide 3. Arrows are data/conditioning, dashed training inset arrows are supervision. Feature grids are schematic tensors, not empirical activations.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kinetalk_b0/models/neutral_affect.py:53,337,429; models/dit.py:25–184; models/slow_state_affect.py:239; scripts/train_full_staged.py:394,404,496,552. Root D:/实验室项目/新实验/kinetalk_b0_residual_train. Depicted system is protected Stage4, not a combination of historical branches. B0 is frozen after articulation training. S_id is motion execution, not geometric identity. Identity and motion target conditions obey valid masks. Figure is an implemented architecture, not a claim that all evaluations passed. Target motion/labels are training-only. Regional gain v2 is not shown because it is a separate unvalidated experiment. Screenshots are intentionally blank for author insertion.</a:t>
            </a:r>
          </a:p>
          <a:p xmlns:a="http://schemas.openxmlformats.org/drawingml/2006/main">
            <a:r>
              <a:t>Detailed DiT: Hctx is content MLP + local linear. Global condition includes flow time, global emotion/intensity and style. Blocks apply global-modulated self-attention, gated style modulation, global-modulated cross-attention, and global-modulated FFN. Output AdaLN and linear return velocity, then Euler flow integration returns scaled residual. Sampling timestep τ differs from frame time. Main static offset box includes learned non-mouth bias and fixed mouth calibration from reference mean. The inset Sexp describes the fixed support that is also imposed internally on sampled state/velocity. Reference mean calibration is expanded on slide 3. Arrows are data/conditioning, dashed training inset arrows are supervision. Feature grids are schematic tensors, not empirical activations.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kinetalk_b0/models/neutral_affect.py:53,337,429; models/dit.py:25–184; models/slow_state_affect.py:239; scripts/train_full_staged.py:394,404,496,552. Root D:/实验室项目/新实验/kinetalk_b0_residual_train. Depicted system is protected Stage4, not a combination of historical branches. B0 is frozen after articulation training. S_id is motion execution, not geometric identity. Identity and motion target conditions obey valid masks. Figure is an implemented architecture, not a claim that all evaluations passed. Target motion/labels are training-only. Regional gain v2 is not shown because it is a separate unvalidated experiment. Screenshots are intentionally blank for author insertion.</a:t>
            </a:r>
          </a:p>
          <a:p xmlns:a="http://schemas.openxmlformats.org/drawingml/2006/main">
            <a:r>
              <a:t>Reference detail follows encode_identity including masked mean/std and fixed affine mouth calibration. Right is a training subgraph for global teacher-student alignment, not a full list of losses. Full teacher stage additionally trains generation. The audio student receives acoustic features; this input is abbreviated in the module detail. Caption and graphics are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698e60fe342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1f14a3bc84297" /><Relationship Type="http://schemas.openxmlformats.org/officeDocument/2006/relationships/slideLayout" Target="/ppt/slideLayouts/slideLayout1.xml" Id="R66e938b63db5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e938b63db5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29a95b18b4deb" /><Relationship Type="http://schemas.openxmlformats.org/officeDocument/2006/relationships/notesSlide" Target="/ppt/notesSlides/notesSlide1.xml" Id="R4e9ad0389416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15feb83494d11" /><Relationship Type="http://schemas.openxmlformats.org/officeDocument/2006/relationships/notesSlide" Target="/ppt/notesSlides/notesSlide2.xml" Id="Rf122e03d87e44e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5a4f2815e4485" /><Relationship Type="http://schemas.openxmlformats.org/officeDocument/2006/relationships/notesSlide" Target="/ppt/notesSlides/notesSlide3.xml" Id="Rfeb855c378ea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element_1">
            <a:extLst xmlns:a="http://schemas.openxmlformats.org/drawingml/2006/main">
              <a:ext uri="{FF2B5EF4-FFF2-40B4-BE49-F238E27FC236}">
                <a16:creationId xmlns:a16="http://schemas.microsoft.com/office/drawing/2014/main" id="{D106EDA6-86E6-4372-8CFF-B7AE8FE6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(a) KineTalk overview</a:t>
            </a:r>
          </a:p>
        </p:txBody>
      </p:sp>
      <p:sp>
        <p:nvSpPr>
          <p:cNvPr id="2" name="element_2">
            <a:extLst xmlns:a="http://schemas.openxmlformats.org/drawingml/2006/main">
              <a:ext uri="{FF2B5EF4-FFF2-40B4-BE49-F238E27FC236}">
                <a16:creationId xmlns:a16="http://schemas.microsoft.com/office/drawing/2014/main" id="{20E5DEFB-C4FA-4319-94C1-310AA692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173" y="33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element_3">
            <a:extLst xmlns:a="http://schemas.openxmlformats.org/drawingml/2006/main">
              <a:ext uri="{FF2B5EF4-FFF2-40B4-BE49-F238E27FC236}">
                <a16:creationId xmlns:a16="http://schemas.microsoft.com/office/drawing/2014/main" id="{261DE028-D8FB-4AA5-BB9B-E4B033C7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173" y="771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11668126" y="334328"/>
            <a:ext cx="0" cy="7379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7079"/>
            </a:solidFill>
            <a:prstDash val="dash"/>
          </a:ln>
        </p:spPr>
      </p:cxnSp>
      <p:sp>
        <p:nvSpPr>
          <p:cNvPr id="5" name="element_4">
            <a:extLst xmlns:a="http://schemas.openxmlformats.org/drawingml/2006/main">
              <a:ext uri="{FF2B5EF4-FFF2-40B4-BE49-F238E27FC236}">
                <a16:creationId xmlns:a16="http://schemas.microsoft.com/office/drawing/2014/main" id="{862958E5-897B-43C7-A236-93845E0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428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(b) Expression generator</a:t>
            </a:r>
          </a:p>
        </p:txBody>
      </p:sp>
      <p:sp>
        <p:nvSpPr>
          <p:cNvPr id="6" name="element_5">
            <a:extLst xmlns:a="http://schemas.openxmlformats.org/drawingml/2006/main">
              <a:ext uri="{FF2B5EF4-FFF2-40B4-BE49-F238E27FC236}">
                <a16:creationId xmlns:a16="http://schemas.microsoft.com/office/drawing/2014/main" id="{AAC57CCB-9671-4858-BED4-CD41FF48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57225"/>
            <a:ext cx="5495925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1F8FC"/>
          </a:solidFill>
          <a:ln xmlns:a="http://schemas.openxmlformats.org/drawingml/2006/main" w="10478">
            <a:solidFill>
              <a:srgbClr val="A8CADD"/>
            </a:solidFill>
          </a:ln>
        </p:spPr>
      </p:sp>
      <p:sp>
        <p:nvSpPr>
          <p:cNvPr id="7" name="element_6">
            <a:extLst xmlns:a="http://schemas.openxmlformats.org/drawingml/2006/main">
              <a:ext uri="{FF2B5EF4-FFF2-40B4-BE49-F238E27FC236}">
                <a16:creationId xmlns:a16="http://schemas.microsoft.com/office/drawing/2014/main" id="{99A8072A-0837-4224-89F0-9312FA16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3925"/>
            <a:ext cx="13430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8" name="element_7">
            <a:extLst xmlns:a="http://schemas.openxmlformats.org/drawingml/2006/main">
              <a:ext uri="{FF2B5EF4-FFF2-40B4-BE49-F238E27FC236}">
                <a16:creationId xmlns:a16="http://schemas.microsoft.com/office/drawing/2014/main" id="{9F3637DF-3610-4DFB-B0C0-9DE1A084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52500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Driving speech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encoder_8">
            <a:extLst xmlns:a="http://schemas.openxmlformats.org/drawingml/2006/main">
              <a:ext uri="{FF2B5EF4-FFF2-40B4-BE49-F238E27FC236}">
                <a16:creationId xmlns:a16="http://schemas.microsoft.com/office/drawing/2014/main" id="{7B5E5469-E871-46CF-83BA-18693A5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57250"/>
            <a:ext cx="1066800" cy="609600"/>
          </a:xfrm>
          <a:custGeom xmlns:a="http://schemas.openxmlformats.org/drawingml/2006/main">
            <a:pathLst>
              <a:path w="1066800" h="609600">
                <a:moveTo>
                  <a:pt x="0" y="0"/>
                </a:moveTo>
                <a:lnTo>
                  <a:pt x="1066800" y="97536"/>
                </a:lnTo>
                <a:lnTo>
                  <a:pt x="1066800" y="512064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10" name="element_9">
            <a:extLst xmlns:a="http://schemas.openxmlformats.org/drawingml/2006/main">
              <a:ext uri="{FF2B5EF4-FFF2-40B4-BE49-F238E27FC236}">
                <a16:creationId xmlns:a16="http://schemas.microsoft.com/office/drawing/2014/main" id="{25FBA78E-3BED-4D8F-9418-534E2C3F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952500"/>
            <a:ext cx="92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Speech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" name="element_10">
            <a:extLst xmlns:a="http://schemas.openxmlformats.org/drawingml/2006/main">
              <a:ext uri="{FF2B5EF4-FFF2-40B4-BE49-F238E27FC236}">
                <a16:creationId xmlns:a16="http://schemas.microsoft.com/office/drawing/2014/main" id="{DD3E9DB8-C9B3-4EA4-98C2-1389F5C3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76300"/>
            <a:ext cx="1571625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5ECFA"/>
          </a:solidFill>
          <a:ln xmlns:a="http://schemas.openxmlformats.org/drawingml/2006/main" w="10478">
            <a:solidFill>
              <a:srgbClr val="328FC1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Content mapping</a:t>
            </a:r>
          </a:p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B₀  (frozen)</a:t>
            </a:r>
          </a:p>
        </p:txBody>
      </p:sp>
      <p:sp>
        <p:nvSpPr>
          <p:cNvPr id="12" name="element_11">
            <a:extLst xmlns:a="http://schemas.openxmlformats.org/drawingml/2006/main">
              <a:ext uri="{FF2B5EF4-FFF2-40B4-BE49-F238E27FC236}">
                <a16:creationId xmlns:a16="http://schemas.microsoft.com/office/drawing/2014/main" id="{9A7605EC-09FD-4B0D-8E36-2D0D0B5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3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element_12">
            <a:extLst xmlns:a="http://schemas.openxmlformats.org/drawingml/2006/main">
              <a:ext uri="{FF2B5EF4-FFF2-40B4-BE49-F238E27FC236}">
                <a16:creationId xmlns:a16="http://schemas.microsoft.com/office/drawing/2014/main" id="{4A0A1578-19E9-4DA5-976C-41E9759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629728" y="128587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" name="element_13">
            <a:extLst xmlns:a="http://schemas.openxmlformats.org/drawingml/2006/main">
              <a:ext uri="{FF2B5EF4-FFF2-40B4-BE49-F238E27FC236}">
                <a16:creationId xmlns:a16="http://schemas.microsoft.com/office/drawing/2014/main" id="{30798C0F-65B1-4198-95ED-AB752B08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element_14">
            <a:extLst xmlns:a="http://schemas.openxmlformats.org/drawingml/2006/main">
              <a:ext uri="{FF2B5EF4-FFF2-40B4-BE49-F238E27FC236}">
                <a16:creationId xmlns:a16="http://schemas.microsoft.com/office/drawing/2014/main" id="{86E16E22-3A41-4EA8-A771-84D8C2E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15653" y="1152526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8" name="encoder_15">
            <a:extLst xmlns:a="http://schemas.openxmlformats.org/drawingml/2006/main">
              <a:ext uri="{FF2B5EF4-FFF2-40B4-BE49-F238E27FC236}">
                <a16:creationId xmlns:a16="http://schemas.microsoft.com/office/drawing/2014/main" id="{D24C89E4-1B00-4363-A4C8-29A54755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09625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19" name="encoder_16">
            <a:extLst xmlns:a="http://schemas.openxmlformats.org/drawingml/2006/main">
              <a:ext uri="{FF2B5EF4-FFF2-40B4-BE49-F238E27FC236}">
                <a16:creationId xmlns:a16="http://schemas.microsoft.com/office/drawing/2014/main" id="{CAB2911B-19E9-46A0-8EFF-423A02F6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809625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20" name="element_17">
            <a:extLst xmlns:a="http://schemas.openxmlformats.org/drawingml/2006/main">
              <a:ext uri="{FF2B5EF4-FFF2-40B4-BE49-F238E27FC236}">
                <a16:creationId xmlns:a16="http://schemas.microsoft.com/office/drawing/2014/main" id="{35E8E294-A10A-409E-B9F8-A0C3A6D1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95350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A"/>
          </a:solidFill>
          <a:ln xmlns:a="http://schemas.openxmlformats.org/drawingml/2006/main" w="10478">
            <a:solidFill>
              <a:srgbClr val="328FC1"/>
            </a:solidFill>
          </a:ln>
        </p:spPr>
      </p:sp>
      <p:sp>
        <p:nvSpPr>
          <p:cNvPr id="21" name="element_18">
            <a:extLst xmlns:a="http://schemas.openxmlformats.org/drawingml/2006/main">
              <a:ext uri="{FF2B5EF4-FFF2-40B4-BE49-F238E27FC236}">
                <a16:creationId xmlns:a16="http://schemas.microsoft.com/office/drawing/2014/main" id="{79617008-ABAA-426D-872B-4961B961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023" y="894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element_19">
            <a:extLst xmlns:a="http://schemas.openxmlformats.org/drawingml/2006/main">
              <a:ext uri="{FF2B5EF4-FFF2-40B4-BE49-F238E27FC236}">
                <a16:creationId xmlns:a16="http://schemas.microsoft.com/office/drawing/2014/main" id="{1584A29C-1387-49BC-8676-10528EF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023" y="1370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95976" y="89630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24" name="element_20">
            <a:extLst xmlns:a="http://schemas.openxmlformats.org/drawingml/2006/main">
              <a:ext uri="{FF2B5EF4-FFF2-40B4-BE49-F238E27FC236}">
                <a16:creationId xmlns:a16="http://schemas.microsoft.com/office/drawing/2014/main" id="{9D4375D6-9EF5-4DD6-9ECF-79B9DBEA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894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element_21">
            <a:extLst xmlns:a="http://schemas.openxmlformats.org/drawingml/2006/main">
              <a:ext uri="{FF2B5EF4-FFF2-40B4-BE49-F238E27FC236}">
                <a16:creationId xmlns:a16="http://schemas.microsoft.com/office/drawing/2014/main" id="{5E438A55-F1D3-437A-910C-CD254F93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370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991226" y="89630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27" name="element_22">
            <a:extLst xmlns:a="http://schemas.openxmlformats.org/drawingml/2006/main">
              <a:ext uri="{FF2B5EF4-FFF2-40B4-BE49-F238E27FC236}">
                <a16:creationId xmlns:a16="http://schemas.microsoft.com/office/drawing/2014/main" id="{C89A5D5C-BE19-4B42-B704-5EEB243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98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element_23">
            <a:extLst xmlns:a="http://schemas.openxmlformats.org/drawingml/2006/main">
              <a:ext uri="{FF2B5EF4-FFF2-40B4-BE49-F238E27FC236}">
                <a16:creationId xmlns:a16="http://schemas.microsoft.com/office/drawing/2014/main" id="{9E5CE6A1-9040-44AF-860E-C61DEB1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98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801678" y="9906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0" name="element_24">
            <a:extLst xmlns:a="http://schemas.openxmlformats.org/drawingml/2006/main">
              <a:ext uri="{FF2B5EF4-FFF2-40B4-BE49-F238E27FC236}">
                <a16:creationId xmlns:a16="http://schemas.microsoft.com/office/drawing/2014/main" id="{97142216-B044-473C-B2D0-18B4D4B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084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element_25">
            <a:extLst xmlns:a="http://schemas.openxmlformats.org/drawingml/2006/main">
              <a:ext uri="{FF2B5EF4-FFF2-40B4-BE49-F238E27FC236}">
                <a16:creationId xmlns:a16="http://schemas.microsoft.com/office/drawing/2014/main" id="{61DB2862-2882-4F81-A47B-556AD4D6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084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801678" y="10858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3" name="element_26">
            <a:extLst xmlns:a="http://schemas.openxmlformats.org/drawingml/2006/main">
              <a:ext uri="{FF2B5EF4-FFF2-40B4-BE49-F238E27FC236}">
                <a16:creationId xmlns:a16="http://schemas.microsoft.com/office/drawing/2014/main" id="{2391A10B-1F0C-43AC-BD68-8EB0775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180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element_27">
            <a:extLst xmlns:a="http://schemas.openxmlformats.org/drawingml/2006/main">
              <a:ext uri="{FF2B5EF4-FFF2-40B4-BE49-F238E27FC236}">
                <a16:creationId xmlns:a16="http://schemas.microsoft.com/office/drawing/2014/main" id="{5FD25253-FDD9-4EA2-B1CA-7D08E08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180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01678" y="11811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6" name="element_28">
            <a:extLst xmlns:a="http://schemas.openxmlformats.org/drawingml/2006/main">
              <a:ext uri="{FF2B5EF4-FFF2-40B4-BE49-F238E27FC236}">
                <a16:creationId xmlns:a16="http://schemas.microsoft.com/office/drawing/2014/main" id="{E7D03B22-2EE5-4DF2-B640-13F7D997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27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element_29">
            <a:extLst xmlns:a="http://schemas.openxmlformats.org/drawingml/2006/main">
              <a:ext uri="{FF2B5EF4-FFF2-40B4-BE49-F238E27FC236}">
                <a16:creationId xmlns:a16="http://schemas.microsoft.com/office/drawing/2014/main" id="{DD56F7C2-FD6F-4D04-962B-D76C862A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27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801678" y="12763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9" name="element_30">
            <a:extLst xmlns:a="http://schemas.openxmlformats.org/drawingml/2006/main">
              <a:ext uri="{FF2B5EF4-FFF2-40B4-BE49-F238E27FC236}">
                <a16:creationId xmlns:a16="http://schemas.microsoft.com/office/drawing/2014/main" id="{39A2DED6-2956-4361-85A1-E59F5FA5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element_31">
            <a:extLst xmlns:a="http://schemas.openxmlformats.org/drawingml/2006/main">
              <a:ext uri="{FF2B5EF4-FFF2-40B4-BE49-F238E27FC236}">
                <a16:creationId xmlns:a16="http://schemas.microsoft.com/office/drawing/2014/main" id="{B0BB93F7-DDCE-46BA-B0D3-8A3E7B7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277803" y="1152526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42" name="element_32">
            <a:extLst xmlns:a="http://schemas.openxmlformats.org/drawingml/2006/main">
              <a:ext uri="{FF2B5EF4-FFF2-40B4-BE49-F238E27FC236}">
                <a16:creationId xmlns:a16="http://schemas.microsoft.com/office/drawing/2014/main" id="{8405B2DC-B0AA-4889-8D0B-BCB67AFF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28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H₀</a:t>
            </a:r>
          </a:p>
        </p:txBody>
      </p:sp>
      <p:sp>
        <p:nvSpPr>
          <p:cNvPr id="43" name="element_33">
            <a:extLst xmlns:a="http://schemas.openxmlformats.org/drawingml/2006/main">
              <a:ext uri="{FF2B5EF4-FFF2-40B4-BE49-F238E27FC236}">
                <a16:creationId xmlns:a16="http://schemas.microsoft.com/office/drawing/2014/main" id="{EF693D55-AADA-4E50-AD12-81C5FF69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33525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Audio content and articulation</a:t>
            </a:r>
          </a:p>
        </p:txBody>
      </p:sp>
      <p:sp>
        <p:nvSpPr>
          <p:cNvPr id="44" name="element_34">
            <a:extLst xmlns:a="http://schemas.openxmlformats.org/drawingml/2006/main">
              <a:ext uri="{FF2B5EF4-FFF2-40B4-BE49-F238E27FC236}">
                <a16:creationId xmlns:a16="http://schemas.microsoft.com/office/drawing/2014/main" id="{A1500B36-59A3-40B7-8F6D-4B76AE2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87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element_35">
            <a:extLst xmlns:a="http://schemas.openxmlformats.org/drawingml/2006/main">
              <a:ext uri="{FF2B5EF4-FFF2-40B4-BE49-F238E27FC236}">
                <a16:creationId xmlns:a16="http://schemas.microsoft.com/office/drawing/2014/main" id="{573E80C3-3B3B-423A-86D2-85FBCFF8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4" name=""/>
          <p:cNvCxnSpPr>
            <a:stCxn xmlns:a="http://schemas.openxmlformats.org/drawingml/2006/main" id="44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4476751" y="591503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47" name="element_36">
            <a:extLst xmlns:a="http://schemas.openxmlformats.org/drawingml/2006/main">
              <a:ext uri="{FF2B5EF4-FFF2-40B4-BE49-F238E27FC236}">
                <a16:creationId xmlns:a16="http://schemas.microsoft.com/office/drawing/2014/main" id="{D16F12F1-D66F-4D33-9D25-0ED473E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element_37">
            <a:extLst xmlns:a="http://schemas.openxmlformats.org/drawingml/2006/main">
              <a:ext uri="{FF2B5EF4-FFF2-40B4-BE49-F238E27FC236}">
                <a16:creationId xmlns:a16="http://schemas.microsoft.com/office/drawing/2014/main" id="{1D1A041B-70F5-4813-AE3F-90DC5A4D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4477703" y="590551"/>
            <a:ext cx="6284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50" name="element_38">
            <a:extLst xmlns:a="http://schemas.openxmlformats.org/drawingml/2006/main">
              <a:ext uri="{FF2B5EF4-FFF2-40B4-BE49-F238E27FC236}">
                <a16:creationId xmlns:a16="http://schemas.microsoft.com/office/drawing/2014/main" id="{5CDB9924-01EB-40AB-81D2-0D900C3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element_39">
            <a:extLst xmlns:a="http://schemas.openxmlformats.org/drawingml/2006/main">
              <a:ext uri="{FF2B5EF4-FFF2-40B4-BE49-F238E27FC236}">
                <a16:creationId xmlns:a16="http://schemas.microsoft.com/office/drawing/2014/main" id="{F8640C7D-CFAD-4983-9864-5079CD5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0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0763251" y="591503"/>
            <a:ext cx="0" cy="4703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53" name="element_40">
            <a:extLst xmlns:a="http://schemas.openxmlformats.org/drawingml/2006/main">
              <a:ext uri="{FF2B5EF4-FFF2-40B4-BE49-F238E27FC236}">
                <a16:creationId xmlns:a16="http://schemas.microsoft.com/office/drawing/2014/main" id="{0C0A9C4F-B39E-47FC-8474-BA709E7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element_41">
            <a:extLst xmlns:a="http://schemas.openxmlformats.org/drawingml/2006/main">
              <a:ext uri="{FF2B5EF4-FFF2-40B4-BE49-F238E27FC236}">
                <a16:creationId xmlns:a16="http://schemas.microsoft.com/office/drawing/2014/main" id="{4E7C2BCC-8555-41B6-8032-EE8846F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2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53" idx="1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H="1">
            <a:off x="10545128" y="5295901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56" name="element_42">
            <a:extLst xmlns:a="http://schemas.openxmlformats.org/drawingml/2006/main">
              <a:ext uri="{FF2B5EF4-FFF2-40B4-BE49-F238E27FC236}">
                <a16:creationId xmlns:a16="http://schemas.microsoft.com/office/drawing/2014/main" id="{56D2DA06-8A20-4170-B47C-597218E2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28FC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328FC1"/>
                </a:solidFill>
                <a:latin typeface="Times New Roman"/>
                <a:ea typeface="Times New Roman"/>
                <a:cs typeface="Times New Roman"/>
              </a:rPr>
              <a:t>B₀(C)</a:t>
            </a:r>
          </a:p>
        </p:txBody>
      </p:sp>
      <p:sp>
        <p:nvSpPr>
          <p:cNvPr id="57" name="element_43">
            <a:extLst xmlns:a="http://schemas.openxmlformats.org/drawingml/2006/main">
              <a:ext uri="{FF2B5EF4-FFF2-40B4-BE49-F238E27FC236}">
                <a16:creationId xmlns:a16="http://schemas.microsoft.com/office/drawing/2014/main" id="{A3F91AF6-F406-4023-9EFE-87A28F4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5495925" cy="1743075"/>
          </a:xfrm>
          <a:prstGeom xmlns:a="http://schemas.openxmlformats.org/drawingml/2006/main" prst="roundRect">
            <a:avLst>
              <a:gd name="adj" fmla="val 10929"/>
            </a:avLst>
          </a:prstGeom>
          <a:solidFill xmlns:a="http://schemas.openxmlformats.org/drawingml/2006/main">
            <a:srgbClr val="FFF8DE"/>
          </a:solidFill>
          <a:ln xmlns:a="http://schemas.openxmlformats.org/drawingml/2006/main" w="10478">
            <a:solidFill>
              <a:srgbClr val="D8C996"/>
            </a:solidFill>
          </a:ln>
        </p:spPr>
      </p:sp>
      <p:sp>
        <p:nvSpPr>
          <p:cNvPr id="58" name="encoder_44">
            <a:extLst xmlns:a="http://schemas.openxmlformats.org/drawingml/2006/main">
              <a:ext uri="{FF2B5EF4-FFF2-40B4-BE49-F238E27FC236}">
                <a16:creationId xmlns:a16="http://schemas.microsoft.com/office/drawing/2014/main" id="{649C66AC-4E67-4BFB-85CA-BE847F5B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24125"/>
            <a:ext cx="1066800" cy="857250"/>
          </a:xfrm>
          <a:custGeom xmlns:a="http://schemas.openxmlformats.org/drawingml/2006/main">
            <a:pathLst>
              <a:path w="1066800" h="857250">
                <a:moveTo>
                  <a:pt x="0" y="0"/>
                </a:moveTo>
                <a:lnTo>
                  <a:pt x="1066800" y="137160"/>
                </a:lnTo>
                <a:lnTo>
                  <a:pt x="1066800" y="72009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59" name="element_45">
            <a:extLst xmlns:a="http://schemas.openxmlformats.org/drawingml/2006/main">
              <a:ext uri="{FF2B5EF4-FFF2-40B4-BE49-F238E27FC236}">
                <a16:creationId xmlns:a16="http://schemas.microsoft.com/office/drawing/2014/main" id="{2ACDFDCA-2490-4D51-A6E1-2F44C27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619375"/>
            <a:ext cx="92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Affect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0" name="element_46">
            <a:extLst xmlns:a="http://schemas.openxmlformats.org/drawingml/2006/main">
              <a:ext uri="{FF2B5EF4-FFF2-40B4-BE49-F238E27FC236}">
                <a16:creationId xmlns:a16="http://schemas.microsoft.com/office/drawing/2014/main" id="{7D6B7AD2-CAC6-43CE-B8CB-73A6880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5745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632"/>
                </a:solidFill>
                <a:latin typeface="Arial"/>
                <a:ea typeface="Arial"/>
                <a:cs typeface="Arial"/>
              </a:rPr>
              <a:t>Global pooling</a:t>
            </a:r>
          </a:p>
        </p:txBody>
      </p:sp>
      <p:sp>
        <p:nvSpPr>
          <p:cNvPr id="61" name="element_47">
            <a:extLst xmlns:a="http://schemas.openxmlformats.org/drawingml/2006/main">
              <a:ext uri="{FF2B5EF4-FFF2-40B4-BE49-F238E27FC236}">
                <a16:creationId xmlns:a16="http://schemas.microsoft.com/office/drawing/2014/main" id="{CA526387-4912-4A56-A48A-101978E2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09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Local projection</a:t>
            </a:r>
          </a:p>
        </p:txBody>
      </p:sp>
      <p:sp>
        <p:nvSpPr>
          <p:cNvPr id="62" name="element_48">
            <a:extLst xmlns:a="http://schemas.openxmlformats.org/drawingml/2006/main">
              <a:ext uri="{FF2B5EF4-FFF2-40B4-BE49-F238E27FC236}">
                <a16:creationId xmlns:a16="http://schemas.microsoft.com/office/drawing/2014/main" id="{F8750BB2-E792-49F4-9CF8-9A0B5B03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element_49">
            <a:extLst xmlns:a="http://schemas.openxmlformats.org/drawingml/2006/main">
              <a:ext uri="{FF2B5EF4-FFF2-40B4-BE49-F238E27FC236}">
                <a16:creationId xmlns:a16="http://schemas.microsoft.com/office/drawing/2014/main" id="{FEEF0579-7674-42A9-9462-9FCB57C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2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809751" y="1286828"/>
            <a:ext cx="0" cy="1664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65" name="element_50">
            <a:extLst xmlns:a="http://schemas.openxmlformats.org/drawingml/2006/main">
              <a:ext uri="{FF2B5EF4-FFF2-40B4-BE49-F238E27FC236}">
                <a16:creationId xmlns:a16="http://schemas.microsoft.com/office/drawing/2014/main" id="{E0D903F9-1337-42A8-9094-804C6368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element_51">
            <a:extLst xmlns:a="http://schemas.openxmlformats.org/drawingml/2006/main">
              <a:ext uri="{FF2B5EF4-FFF2-40B4-BE49-F238E27FC236}">
                <a16:creationId xmlns:a16="http://schemas.microsoft.com/office/drawing/2014/main" id="{97B47082-9C60-449E-939F-5025509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810703" y="2952751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68" name="element_52">
            <a:extLst xmlns:a="http://schemas.openxmlformats.org/drawingml/2006/main">
              <a:ext uri="{FF2B5EF4-FFF2-40B4-BE49-F238E27FC236}">
                <a16:creationId xmlns:a16="http://schemas.microsoft.com/office/drawing/2014/main" id="{F61A1C87-0AAD-459A-9698-3270FAF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element_53">
            <a:extLst xmlns:a="http://schemas.openxmlformats.org/drawingml/2006/main">
              <a:ext uri="{FF2B5EF4-FFF2-40B4-BE49-F238E27FC236}">
                <a16:creationId xmlns:a16="http://schemas.microsoft.com/office/drawing/2014/main" id="{F68AEFC6-7BBD-42B3-A2E8-D1D5D8FB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8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3315653" y="2952751"/>
            <a:ext cx="1790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71" name="element_54">
            <a:extLst xmlns:a="http://schemas.openxmlformats.org/drawingml/2006/main">
              <a:ext uri="{FF2B5EF4-FFF2-40B4-BE49-F238E27FC236}">
                <a16:creationId xmlns:a16="http://schemas.microsoft.com/office/drawing/2014/main" id="{1AE31599-8BAA-4CD6-AAB7-FB2D254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element_55">
            <a:extLst xmlns:a="http://schemas.openxmlformats.org/drawingml/2006/main">
              <a:ext uri="{FF2B5EF4-FFF2-40B4-BE49-F238E27FC236}">
                <a16:creationId xmlns:a16="http://schemas.microsoft.com/office/drawing/2014/main" id="{20496860-3FE5-4A91-8953-20D8DA79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1" name=""/>
          <p:cNvCxnSpPr>
            <a:stCxn xmlns:a="http://schemas.openxmlformats.org/drawingml/2006/main" id="71" idx="0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495676" y="2715578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74" name="element_56">
            <a:extLst xmlns:a="http://schemas.openxmlformats.org/drawingml/2006/main">
              <a:ext uri="{FF2B5EF4-FFF2-40B4-BE49-F238E27FC236}">
                <a16:creationId xmlns:a16="http://schemas.microsoft.com/office/drawing/2014/main" id="{B322DE4F-1486-42AD-A090-7DF99DF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element_57">
            <a:extLst xmlns:a="http://schemas.openxmlformats.org/drawingml/2006/main">
              <a:ext uri="{FF2B5EF4-FFF2-40B4-BE49-F238E27FC236}">
                <a16:creationId xmlns:a16="http://schemas.microsoft.com/office/drawing/2014/main" id="{20A0C288-1D7E-451F-A1F2-004ACB26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496628" y="271462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77" name="element_58">
            <a:extLst xmlns:a="http://schemas.openxmlformats.org/drawingml/2006/main">
              <a:ext uri="{FF2B5EF4-FFF2-40B4-BE49-F238E27FC236}">
                <a16:creationId xmlns:a16="http://schemas.microsoft.com/office/drawing/2014/main" id="{06F27E81-C38F-4CCD-9158-B6C7848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element_59">
            <a:extLst xmlns:a="http://schemas.openxmlformats.org/drawingml/2006/main">
              <a:ext uri="{FF2B5EF4-FFF2-40B4-BE49-F238E27FC236}">
                <a16:creationId xmlns:a16="http://schemas.microsoft.com/office/drawing/2014/main" id="{E459F851-85D8-43BF-8716-F396603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7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3495676" y="2953703"/>
            <a:ext cx="0" cy="4838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80" name="element_60">
            <a:extLst xmlns:a="http://schemas.openxmlformats.org/drawingml/2006/main">
              <a:ext uri="{FF2B5EF4-FFF2-40B4-BE49-F238E27FC236}">
                <a16:creationId xmlns:a16="http://schemas.microsoft.com/office/drawing/2014/main" id="{95F8380D-A5B7-4AA4-AF11-D8D662C4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element_61">
            <a:extLst xmlns:a="http://schemas.openxmlformats.org/drawingml/2006/main">
              <a:ext uri="{FF2B5EF4-FFF2-40B4-BE49-F238E27FC236}">
                <a16:creationId xmlns:a16="http://schemas.microsoft.com/office/drawing/2014/main" id="{53B71078-050B-46D5-B341-6EC43B1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496628" y="343852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83" name="encoder_62">
            <a:extLst xmlns:a="http://schemas.openxmlformats.org/drawingml/2006/main">
              <a:ext uri="{FF2B5EF4-FFF2-40B4-BE49-F238E27FC236}">
                <a16:creationId xmlns:a16="http://schemas.microsoft.com/office/drawing/2014/main" id="{8C8D6AB6-5042-4A76-98C8-98D1F3E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419350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84" name="encoder_63">
            <a:extLst xmlns:a="http://schemas.openxmlformats.org/drawingml/2006/main">
              <a:ext uri="{FF2B5EF4-FFF2-40B4-BE49-F238E27FC236}">
                <a16:creationId xmlns:a16="http://schemas.microsoft.com/office/drawing/2014/main" id="{9D2A3B2E-A10E-42AB-8B93-C5EAF57A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85" name="element_64">
            <a:extLst xmlns:a="http://schemas.openxmlformats.org/drawingml/2006/main">
              <a:ext uri="{FF2B5EF4-FFF2-40B4-BE49-F238E27FC236}">
                <a16:creationId xmlns:a16="http://schemas.microsoft.com/office/drawing/2014/main" id="{CE1299CB-ECD3-456F-9077-A17AAA87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050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86" name="element_65">
            <a:extLst xmlns:a="http://schemas.openxmlformats.org/drawingml/2006/main">
              <a:ext uri="{FF2B5EF4-FFF2-40B4-BE49-F238E27FC236}">
                <a16:creationId xmlns:a16="http://schemas.microsoft.com/office/drawing/2014/main" id="{E8B62979-DABF-4EA7-96F2-E1B62303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element_66">
            <a:extLst xmlns:a="http://schemas.openxmlformats.org/drawingml/2006/main">
              <a:ext uri="{FF2B5EF4-FFF2-40B4-BE49-F238E27FC236}">
                <a16:creationId xmlns:a16="http://schemas.microsoft.com/office/drawing/2014/main" id="{9F74BC43-99A6-4460-AE23-3651A95D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6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5715001" y="2506028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89" name="element_67">
            <a:extLst xmlns:a="http://schemas.openxmlformats.org/drawingml/2006/main">
              <a:ext uri="{FF2B5EF4-FFF2-40B4-BE49-F238E27FC236}">
                <a16:creationId xmlns:a16="http://schemas.microsoft.com/office/drawing/2014/main" id="{B3C7120E-C170-43D9-8F3E-A4B26D93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8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element_68">
            <a:extLst xmlns:a="http://schemas.openxmlformats.org/drawingml/2006/main">
              <a:ext uri="{FF2B5EF4-FFF2-40B4-BE49-F238E27FC236}">
                <a16:creationId xmlns:a16="http://schemas.microsoft.com/office/drawing/2014/main" id="{745DE2B8-C235-4201-8228-6205E099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82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9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5819776" y="2506028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2" name="element_69">
            <a:extLst xmlns:a="http://schemas.openxmlformats.org/drawingml/2006/main">
              <a:ext uri="{FF2B5EF4-FFF2-40B4-BE49-F238E27FC236}">
                <a16:creationId xmlns:a16="http://schemas.microsoft.com/office/drawing/2014/main" id="{9474723B-E234-47AC-9383-41205463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60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element_70">
            <a:extLst xmlns:a="http://schemas.openxmlformats.org/drawingml/2006/main">
              <a:ext uri="{FF2B5EF4-FFF2-40B4-BE49-F238E27FC236}">
                <a16:creationId xmlns:a16="http://schemas.microsoft.com/office/drawing/2014/main" id="{6EF81C42-07D8-4018-ADAD-A292913E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98" y="260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2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5611178" y="26098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5" name="element_71">
            <a:extLst xmlns:a="http://schemas.openxmlformats.org/drawingml/2006/main">
              <a:ext uri="{FF2B5EF4-FFF2-40B4-BE49-F238E27FC236}">
                <a16:creationId xmlns:a16="http://schemas.microsoft.com/office/drawing/2014/main" id="{B89F1373-AEA5-4FC6-B8AD-E269873B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element_72">
            <a:extLst xmlns:a="http://schemas.openxmlformats.org/drawingml/2006/main">
              <a:ext uri="{FF2B5EF4-FFF2-40B4-BE49-F238E27FC236}">
                <a16:creationId xmlns:a16="http://schemas.microsoft.com/office/drawing/2014/main" id="{46EAC712-3FDE-4EA3-9FBF-4610A7E7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98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5611178" y="27146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8" name="element_73">
            <a:extLst xmlns:a="http://schemas.openxmlformats.org/drawingml/2006/main">
              <a:ext uri="{FF2B5EF4-FFF2-40B4-BE49-F238E27FC236}">
                <a16:creationId xmlns:a16="http://schemas.microsoft.com/office/drawing/2014/main" id="{90114065-BBAE-456D-8405-0056FA90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0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element_74">
            <a:extLst xmlns:a="http://schemas.openxmlformats.org/drawingml/2006/main">
              <a:ext uri="{FF2B5EF4-FFF2-40B4-BE49-F238E27FC236}">
                <a16:creationId xmlns:a16="http://schemas.microsoft.com/office/drawing/2014/main" id="{07F1B045-3ED6-44DC-9FEA-E3268C01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5134928" y="271462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1" name="element_75">
            <a:extLst xmlns:a="http://schemas.openxmlformats.org/drawingml/2006/main">
              <a:ext uri="{FF2B5EF4-FFF2-40B4-BE49-F238E27FC236}">
                <a16:creationId xmlns:a16="http://schemas.microsoft.com/office/drawing/2014/main" id="{70FF1E22-A0B1-49A1-9D86-9BE2008E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Eᴀg , Iᴀg</a:t>
            </a:r>
          </a:p>
        </p:txBody>
      </p:sp>
      <p:sp>
        <p:nvSpPr>
          <p:cNvPr id="102" name="element_76">
            <a:extLst xmlns:a="http://schemas.openxmlformats.org/drawingml/2006/main">
              <a:ext uri="{FF2B5EF4-FFF2-40B4-BE49-F238E27FC236}">
                <a16:creationId xmlns:a16="http://schemas.microsoft.com/office/drawing/2014/main" id="{183B83C0-6CD5-416F-A12A-6D80A33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194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3" name="element_77">
            <a:extLst xmlns:a="http://schemas.openxmlformats.org/drawingml/2006/main">
              <a:ext uri="{FF2B5EF4-FFF2-40B4-BE49-F238E27FC236}">
                <a16:creationId xmlns:a16="http://schemas.microsoft.com/office/drawing/2014/main" id="{6ADA522E-2AB1-4A10-A94A-594E7A56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956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4" name="element_78">
            <a:extLst xmlns:a="http://schemas.openxmlformats.org/drawingml/2006/main">
              <a:ext uri="{FF2B5EF4-FFF2-40B4-BE49-F238E27FC236}">
                <a16:creationId xmlns:a16="http://schemas.microsoft.com/office/drawing/2014/main" id="{1A153FFC-DF14-452C-829B-4DE3E431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5" name="element_79">
            <a:extLst xmlns:a="http://schemas.openxmlformats.org/drawingml/2006/main">
              <a:ext uri="{FF2B5EF4-FFF2-40B4-BE49-F238E27FC236}">
                <a16:creationId xmlns:a16="http://schemas.microsoft.com/office/drawing/2014/main" id="{43241DA3-CA0A-4979-9151-EC4DA9F3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0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element_80">
            <a:extLst xmlns:a="http://schemas.openxmlformats.org/drawingml/2006/main">
              <a:ext uri="{FF2B5EF4-FFF2-40B4-BE49-F238E27FC236}">
                <a16:creationId xmlns:a16="http://schemas.microsoft.com/office/drawing/2014/main" id="{4691B6F7-41A0-4121-AE46-17A7E383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3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5134928" y="3438526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8" name="element_81">
            <a:extLst xmlns:a="http://schemas.openxmlformats.org/drawingml/2006/main">
              <a:ext uri="{FF2B5EF4-FFF2-40B4-BE49-F238E27FC236}">
                <a16:creationId xmlns:a16="http://schemas.microsoft.com/office/drawing/2014/main" id="{207764C8-786C-4F27-BB61-04BA8261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86125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L₁:ₜ</a:t>
            </a:r>
          </a:p>
        </p:txBody>
      </p:sp>
      <p:sp>
        <p:nvSpPr>
          <p:cNvPr id="109" name="element_82">
            <a:extLst xmlns:a="http://schemas.openxmlformats.org/drawingml/2006/main">
              <a:ext uri="{FF2B5EF4-FFF2-40B4-BE49-F238E27FC236}">
                <a16:creationId xmlns:a16="http://schemas.microsoft.com/office/drawing/2014/main" id="{647BBA77-CA4F-414B-80FC-7552ACD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0027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Audio affect student</a:t>
            </a:r>
          </a:p>
        </p:txBody>
      </p:sp>
      <p:sp>
        <p:nvSpPr>
          <p:cNvPr id="110" name="element_83">
            <a:extLst xmlns:a="http://schemas.openxmlformats.org/drawingml/2006/main">
              <a:ext uri="{FF2B5EF4-FFF2-40B4-BE49-F238E27FC236}">
                <a16:creationId xmlns:a16="http://schemas.microsoft.com/office/drawing/2014/main" id="{DA0342E1-A0B7-466B-9B55-6EBF440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9575"/>
            <a:ext cx="5495925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0478">
            <a:solidFill>
              <a:srgbClr val="B7C9AA"/>
            </a:solidFill>
          </a:ln>
        </p:spPr>
      </p:sp>
      <p:sp>
        <p:nvSpPr>
          <p:cNvPr id="111" name="element_84">
            <a:extLst xmlns:a="http://schemas.openxmlformats.org/drawingml/2006/main">
              <a:ext uri="{FF2B5EF4-FFF2-40B4-BE49-F238E27FC236}">
                <a16:creationId xmlns:a16="http://schemas.microsoft.com/office/drawing/2014/main" id="{5E56912B-C8C6-4447-BF6A-4CC46E56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1352550" cy="10287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112" name="element_85">
            <a:extLst xmlns:a="http://schemas.openxmlformats.org/drawingml/2006/main">
              <a:ext uri="{FF2B5EF4-FFF2-40B4-BE49-F238E27FC236}">
                <a16:creationId xmlns:a16="http://schemas.microsoft.com/office/drawing/2014/main" id="{294E278A-BFA3-4EB9-81B5-20B49D6C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24350"/>
            <a:ext cx="1295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Neutral reference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audio + motion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{Aʳ, Mʳ}</a:t>
            </a:r>
          </a:p>
        </p:txBody>
      </p:sp>
      <p:sp>
        <p:nvSpPr>
          <p:cNvPr id="113" name="element_86">
            <a:extLst xmlns:a="http://schemas.openxmlformats.org/drawingml/2006/main">
              <a:ext uri="{FF2B5EF4-FFF2-40B4-BE49-F238E27FC236}">
                <a16:creationId xmlns:a16="http://schemas.microsoft.com/office/drawing/2014/main" id="{78B39C47-8DB6-44CE-9576-516435BD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266825" cy="847725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Mʳ − B₀(Cʳ)</a:t>
            </a:r>
          </a:p>
        </p:txBody>
      </p:sp>
      <p:sp>
        <p:nvSpPr>
          <p:cNvPr id="114" name="encoder_87">
            <a:extLst xmlns:a="http://schemas.openxmlformats.org/drawingml/2006/main">
              <a:ext uri="{FF2B5EF4-FFF2-40B4-BE49-F238E27FC236}">
                <a16:creationId xmlns:a16="http://schemas.microsoft.com/office/drawing/2014/main" id="{E2F3E7D6-6D36-41D2-A9FF-077DCA3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52950"/>
            <a:ext cx="1095375" cy="847725"/>
          </a:xfrm>
          <a:custGeom xmlns:a="http://schemas.openxmlformats.org/drawingml/2006/main">
            <a:pathLst>
              <a:path w="1095375" h="847725">
                <a:moveTo>
                  <a:pt x="0" y="0"/>
                </a:moveTo>
                <a:lnTo>
                  <a:pt x="1095375" y="135636"/>
                </a:lnTo>
                <a:lnTo>
                  <a:pt x="1095375" y="712089"/>
                </a:lnTo>
                <a:lnTo>
                  <a:pt x="0" y="847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5" name="element_88">
            <a:extLst xmlns:a="http://schemas.openxmlformats.org/drawingml/2006/main">
              <a:ext uri="{FF2B5EF4-FFF2-40B4-BE49-F238E27FC236}">
                <a16:creationId xmlns:a16="http://schemas.microsoft.com/office/drawing/2014/main" id="{D5D8994C-D4A2-4C41-A94B-A5B350A2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952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Statistics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16" name="element_89">
            <a:extLst xmlns:a="http://schemas.openxmlformats.org/drawingml/2006/main">
              <a:ext uri="{FF2B5EF4-FFF2-40B4-BE49-F238E27FC236}">
                <a16:creationId xmlns:a16="http://schemas.microsoft.com/office/drawing/2014/main" id="{E58AB245-83AE-4C9E-B5AC-8DF24876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86300"/>
            <a:ext cx="790575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632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117" name="encoder_90">
            <a:extLst xmlns:a="http://schemas.openxmlformats.org/drawingml/2006/main">
              <a:ext uri="{FF2B5EF4-FFF2-40B4-BE49-F238E27FC236}">
                <a16:creationId xmlns:a16="http://schemas.microsoft.com/office/drawing/2014/main" id="{E3CBAA61-31A6-44ED-A05F-7B303CA4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00575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8" name="encoder_91">
            <a:extLst xmlns:a="http://schemas.openxmlformats.org/drawingml/2006/main">
              <a:ext uri="{FF2B5EF4-FFF2-40B4-BE49-F238E27FC236}">
                <a16:creationId xmlns:a16="http://schemas.microsoft.com/office/drawing/2014/main" id="{25B7CF8A-974E-48C3-9E06-7FF937CF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00575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9" name="element_92">
            <a:extLst xmlns:a="http://schemas.openxmlformats.org/drawingml/2006/main">
              <a:ext uri="{FF2B5EF4-FFF2-40B4-BE49-F238E27FC236}">
                <a16:creationId xmlns:a16="http://schemas.microsoft.com/office/drawing/2014/main" id="{C3295101-A803-4FB0-B476-E28E0C2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120" name="element_93">
            <a:extLst xmlns:a="http://schemas.openxmlformats.org/drawingml/2006/main">
              <a:ext uri="{FF2B5EF4-FFF2-40B4-BE49-F238E27FC236}">
                <a16:creationId xmlns:a16="http://schemas.microsoft.com/office/drawing/2014/main" id="{35055BD1-4AAB-4F87-B7CE-A72AC77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element_94">
            <a:extLst xmlns:a="http://schemas.openxmlformats.org/drawingml/2006/main">
              <a:ext uri="{FF2B5EF4-FFF2-40B4-BE49-F238E27FC236}">
                <a16:creationId xmlns:a16="http://schemas.microsoft.com/office/drawing/2014/main" id="{3823A152-086A-462A-83A5-83469B41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6553201" y="468725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3" name="element_95">
            <a:extLst xmlns:a="http://schemas.openxmlformats.org/drawingml/2006/main">
              <a:ext uri="{FF2B5EF4-FFF2-40B4-BE49-F238E27FC236}">
                <a16:creationId xmlns:a16="http://schemas.microsoft.com/office/drawing/2014/main" id="{64DE3597-F0F1-41D9-B38F-AD0AD479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98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element_96">
            <a:extLst xmlns:a="http://schemas.openxmlformats.org/drawingml/2006/main">
              <a:ext uri="{FF2B5EF4-FFF2-40B4-BE49-F238E27FC236}">
                <a16:creationId xmlns:a16="http://schemas.microsoft.com/office/drawing/2014/main" id="{9C072C0B-44BE-47CB-8279-33099DF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9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6648451" y="468725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6" name="element_97">
            <a:extLst xmlns:a="http://schemas.openxmlformats.org/drawingml/2006/main">
              <a:ext uri="{FF2B5EF4-FFF2-40B4-BE49-F238E27FC236}">
                <a16:creationId xmlns:a16="http://schemas.microsoft.com/office/drawing/2014/main" id="{E4B204EF-C5B4-488D-8563-E04137E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element_98">
            <a:extLst xmlns:a="http://schemas.openxmlformats.org/drawingml/2006/main">
              <a:ext uri="{FF2B5EF4-FFF2-40B4-BE49-F238E27FC236}">
                <a16:creationId xmlns:a16="http://schemas.microsoft.com/office/drawing/2014/main" id="{92D8B3E8-03B5-4BC3-80F3-132FC07F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6458903" y="47815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9" name="element_99">
            <a:extLst xmlns:a="http://schemas.openxmlformats.org/drawingml/2006/main">
              <a:ext uri="{FF2B5EF4-FFF2-40B4-BE49-F238E27FC236}">
                <a16:creationId xmlns:a16="http://schemas.microsoft.com/office/drawing/2014/main" id="{3CDED300-CD9F-477C-B679-B10D9BC3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875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element_100">
            <a:extLst xmlns:a="http://schemas.openxmlformats.org/drawingml/2006/main">
              <a:ext uri="{FF2B5EF4-FFF2-40B4-BE49-F238E27FC236}">
                <a16:creationId xmlns:a16="http://schemas.microsoft.com/office/drawing/2014/main" id="{A8AEF89D-CFC4-407E-B69A-8340B1D6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875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6458903" y="48768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2" name="element_101">
            <a:extLst xmlns:a="http://schemas.openxmlformats.org/drawingml/2006/main">
              <a:ext uri="{FF2B5EF4-FFF2-40B4-BE49-F238E27FC236}">
                <a16:creationId xmlns:a16="http://schemas.microsoft.com/office/drawing/2014/main" id="{F1961445-20EF-49AA-851E-910DB1D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element_102">
            <a:extLst xmlns:a="http://schemas.openxmlformats.org/drawingml/2006/main">
              <a:ext uri="{FF2B5EF4-FFF2-40B4-BE49-F238E27FC236}">
                <a16:creationId xmlns:a16="http://schemas.microsoft.com/office/drawing/2014/main" id="{0EE017F3-08D3-4082-848C-9CD345F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6458903" y="4972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5" name="element_103">
            <a:extLst xmlns:a="http://schemas.openxmlformats.org/drawingml/2006/main">
              <a:ext uri="{FF2B5EF4-FFF2-40B4-BE49-F238E27FC236}">
                <a16:creationId xmlns:a16="http://schemas.microsoft.com/office/drawing/2014/main" id="{668A0A65-FF20-4967-93AD-447B443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element_104">
            <a:extLst xmlns:a="http://schemas.openxmlformats.org/drawingml/2006/main">
              <a:ext uri="{FF2B5EF4-FFF2-40B4-BE49-F238E27FC236}">
                <a16:creationId xmlns:a16="http://schemas.microsoft.com/office/drawing/2014/main" id="{E11DDE4A-9787-4BB2-AC53-7D98E755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6458903" y="50673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8" name="element_105">
            <a:extLst xmlns:a="http://schemas.openxmlformats.org/drawingml/2006/main">
              <a:ext uri="{FF2B5EF4-FFF2-40B4-BE49-F238E27FC236}">
                <a16:creationId xmlns:a16="http://schemas.microsoft.com/office/drawing/2014/main" id="{0503840C-8088-467F-8622-297B8000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Sᵢd</a:t>
            </a:r>
          </a:p>
        </p:txBody>
      </p:sp>
      <p:sp>
        <p:nvSpPr>
          <p:cNvPr id="139" name="element_106">
            <a:extLst xmlns:a="http://schemas.openxmlformats.org/drawingml/2006/main">
              <a:ext uri="{FF2B5EF4-FFF2-40B4-BE49-F238E27FC236}">
                <a16:creationId xmlns:a16="http://schemas.microsoft.com/office/drawing/2014/main" id="{F730D840-619E-4C66-A6D0-00F7C7A7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element_107">
            <a:extLst xmlns:a="http://schemas.openxmlformats.org/drawingml/2006/main">
              <a:ext uri="{FF2B5EF4-FFF2-40B4-BE49-F238E27FC236}">
                <a16:creationId xmlns:a16="http://schemas.microsoft.com/office/drawing/2014/main" id="{7D7F4242-50B9-4E8B-B64B-70CA7437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639253" y="48577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2" name="element_108">
            <a:extLst xmlns:a="http://schemas.openxmlformats.org/drawingml/2006/main">
              <a:ext uri="{FF2B5EF4-FFF2-40B4-BE49-F238E27FC236}">
                <a16:creationId xmlns:a16="http://schemas.microsoft.com/office/drawing/2014/main" id="{1E70DAB2-2DAB-4D25-9A2C-9390AFA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7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element_109">
            <a:extLst xmlns:a="http://schemas.openxmlformats.org/drawingml/2006/main">
              <a:ext uri="{FF2B5EF4-FFF2-40B4-BE49-F238E27FC236}">
                <a16:creationId xmlns:a16="http://schemas.microsoft.com/office/drawing/2014/main" id="{28192792-E74B-4235-BE14-F8834EA0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7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3515678" y="497205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5" name="element_110">
            <a:extLst xmlns:a="http://schemas.openxmlformats.org/drawingml/2006/main">
              <a:ext uri="{FF2B5EF4-FFF2-40B4-BE49-F238E27FC236}">
                <a16:creationId xmlns:a16="http://schemas.microsoft.com/office/drawing/2014/main" id="{854F766A-84E1-48C4-AA5E-13F9273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94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element_111">
            <a:extLst xmlns:a="http://schemas.openxmlformats.org/drawingml/2006/main">
              <a:ext uri="{FF2B5EF4-FFF2-40B4-BE49-F238E27FC236}">
                <a16:creationId xmlns:a16="http://schemas.microsoft.com/office/drawing/2014/main" id="{3A16DEE0-B276-437C-9C09-00D47B87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32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4915853" y="49720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8" name="element_112">
            <a:extLst xmlns:a="http://schemas.openxmlformats.org/drawingml/2006/main">
              <a:ext uri="{FF2B5EF4-FFF2-40B4-BE49-F238E27FC236}">
                <a16:creationId xmlns:a16="http://schemas.microsoft.com/office/drawing/2014/main" id="{6AD247AF-F947-474C-A4B8-C7CED382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element_113">
            <a:extLst xmlns:a="http://schemas.openxmlformats.org/drawingml/2006/main">
              <a:ext uri="{FF2B5EF4-FFF2-40B4-BE49-F238E27FC236}">
                <a16:creationId xmlns:a16="http://schemas.microsoft.com/office/drawing/2014/main" id="{FFAC4A0F-B638-43BC-9AF0-726B1D7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6039803" y="49720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1" name="element_114">
            <a:extLst xmlns:a="http://schemas.openxmlformats.org/drawingml/2006/main">
              <a:ext uri="{FF2B5EF4-FFF2-40B4-BE49-F238E27FC236}">
                <a16:creationId xmlns:a16="http://schemas.microsoft.com/office/drawing/2014/main" id="{8F083BE4-E51D-4FC6-8715-A3D18C4E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667375"/>
            <a:ext cx="518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Reference residual conditioning</a:t>
            </a:r>
          </a:p>
        </p:txBody>
      </p:sp>
      <p:sp>
        <p:nvSpPr>
          <p:cNvPr id="152" name="encoder_115">
            <a:extLst xmlns:a="http://schemas.openxmlformats.org/drawingml/2006/main">
              <a:ext uri="{FF2B5EF4-FFF2-40B4-BE49-F238E27FC236}">
                <a16:creationId xmlns:a16="http://schemas.microsoft.com/office/drawing/2014/main" id="{746D26BF-585A-4C19-A6B4-1198145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43125"/>
            <a:ext cx="1466850" cy="1724025"/>
          </a:xfrm>
          <a:custGeom xmlns:a="http://schemas.openxmlformats.org/drawingml/2006/main">
            <a:pathLst>
              <a:path w="1466850" h="1724025">
                <a:moveTo>
                  <a:pt x="0" y="0"/>
                </a:moveTo>
                <a:lnTo>
                  <a:pt x="1466850" y="275844"/>
                </a:lnTo>
                <a:lnTo>
                  <a:pt x="1466850" y="1448181"/>
                </a:lnTo>
                <a:lnTo>
                  <a:pt x="0" y="172402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53" name="element_116">
            <a:extLst xmlns:a="http://schemas.openxmlformats.org/drawingml/2006/main">
              <a:ext uri="{FF2B5EF4-FFF2-40B4-BE49-F238E27FC236}">
                <a16:creationId xmlns:a16="http://schemas.microsoft.com/office/drawing/2014/main" id="{43FDB58E-55B2-43EF-8764-75C9E681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38375"/>
            <a:ext cx="13239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Conditional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flow decoder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Dθ</a:t>
            </a:r>
          </a:p>
        </p:txBody>
      </p:sp>
      <p:sp>
        <p:nvSpPr>
          <p:cNvPr id="154" name="element_117">
            <a:extLst xmlns:a="http://schemas.openxmlformats.org/drawingml/2006/main">
              <a:ext uri="{FF2B5EF4-FFF2-40B4-BE49-F238E27FC236}">
                <a16:creationId xmlns:a16="http://schemas.microsoft.com/office/drawing/2014/main" id="{6159AB99-C864-41B6-B945-D6993D3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48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element_118">
            <a:extLst xmlns:a="http://schemas.openxmlformats.org/drawingml/2006/main">
              <a:ext uri="{FF2B5EF4-FFF2-40B4-BE49-F238E27FC236}">
                <a16:creationId xmlns:a16="http://schemas.microsoft.com/office/drawing/2014/main" id="{16E289CA-57E5-479C-B9C7-CB5D30F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6173153" y="1123951"/>
            <a:ext cx="17983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157" name="element_119">
            <a:extLst xmlns:a="http://schemas.openxmlformats.org/drawingml/2006/main">
              <a:ext uri="{FF2B5EF4-FFF2-40B4-BE49-F238E27FC236}">
                <a16:creationId xmlns:a16="http://schemas.microsoft.com/office/drawing/2014/main" id="{A8A8909E-3C02-4DEB-B791-FE398D1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element_120">
            <a:extLst xmlns:a="http://schemas.openxmlformats.org/drawingml/2006/main">
              <a:ext uri="{FF2B5EF4-FFF2-40B4-BE49-F238E27FC236}">
                <a16:creationId xmlns:a16="http://schemas.microsoft.com/office/drawing/2014/main" id="{F2405F08-F0C6-48CF-B240-D8B79F33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7972426" y="112490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160" name="element_121">
            <a:extLst xmlns:a="http://schemas.openxmlformats.org/drawingml/2006/main">
              <a:ext uri="{FF2B5EF4-FFF2-40B4-BE49-F238E27FC236}">
                <a16:creationId xmlns:a16="http://schemas.microsoft.com/office/drawing/2014/main" id="{72222773-1625-4C0D-BB05-5758E7FF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element_122">
            <a:extLst xmlns:a="http://schemas.openxmlformats.org/drawingml/2006/main">
              <a:ext uri="{FF2B5EF4-FFF2-40B4-BE49-F238E27FC236}">
                <a16:creationId xmlns:a16="http://schemas.microsoft.com/office/drawing/2014/main" id="{C0FE1755-FC3E-423F-820A-7890A5F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160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>
            <a:off x="7973378" y="232410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163" name="element_123">
            <a:extLst xmlns:a="http://schemas.openxmlformats.org/drawingml/2006/main">
              <a:ext uri="{FF2B5EF4-FFF2-40B4-BE49-F238E27FC236}">
                <a16:creationId xmlns:a16="http://schemas.microsoft.com/office/drawing/2014/main" id="{16D68E45-ACE1-421B-B09B-40FA1EF8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element_124">
            <a:extLst xmlns:a="http://schemas.openxmlformats.org/drawingml/2006/main">
              <a:ext uri="{FF2B5EF4-FFF2-40B4-BE49-F238E27FC236}">
                <a16:creationId xmlns:a16="http://schemas.microsoft.com/office/drawing/2014/main" id="{FFA44682-1BE1-4E42-AF8A-05C10A1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5982653" y="2657476"/>
            <a:ext cx="2217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6" name="element_125">
            <a:extLst xmlns:a="http://schemas.openxmlformats.org/drawingml/2006/main">
              <a:ext uri="{FF2B5EF4-FFF2-40B4-BE49-F238E27FC236}">
                <a16:creationId xmlns:a16="http://schemas.microsoft.com/office/drawing/2014/main" id="{5E44E086-2B55-4CEE-AE97-3A1EEAFD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element_126">
            <a:extLst xmlns:a="http://schemas.openxmlformats.org/drawingml/2006/main">
              <a:ext uri="{FF2B5EF4-FFF2-40B4-BE49-F238E27FC236}">
                <a16:creationId xmlns:a16="http://schemas.microsoft.com/office/drawing/2014/main" id="{BA973091-EF54-474A-A750-80B3674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8201026" y="2658428"/>
            <a:ext cx="0" cy="131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9" name="element_127">
            <a:extLst xmlns:a="http://schemas.openxmlformats.org/drawingml/2006/main">
              <a:ext uri="{FF2B5EF4-FFF2-40B4-BE49-F238E27FC236}">
                <a16:creationId xmlns:a16="http://schemas.microsoft.com/office/drawing/2014/main" id="{148089F3-B018-4526-BE49-7CCAF40C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element_128">
            <a:extLst xmlns:a="http://schemas.openxmlformats.org/drawingml/2006/main">
              <a:ext uri="{FF2B5EF4-FFF2-40B4-BE49-F238E27FC236}">
                <a16:creationId xmlns:a16="http://schemas.microsoft.com/office/drawing/2014/main" id="{D4966BC2-C9E8-4C99-96F9-BC6EE917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8201978" y="2790826"/>
            <a:ext cx="5791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72" name="element_129">
            <a:extLst xmlns:a="http://schemas.openxmlformats.org/drawingml/2006/main">
              <a:ext uri="{FF2B5EF4-FFF2-40B4-BE49-F238E27FC236}">
                <a16:creationId xmlns:a16="http://schemas.microsoft.com/office/drawing/2014/main" id="{9DC8AF65-302A-490A-9B27-D91EA29A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element_130">
            <a:extLst xmlns:a="http://schemas.openxmlformats.org/drawingml/2006/main">
              <a:ext uri="{FF2B5EF4-FFF2-40B4-BE49-F238E27FC236}">
                <a16:creationId xmlns:a16="http://schemas.microsoft.com/office/drawing/2014/main" id="{8A13E94B-C48E-4DD6-A3AC-15586BB8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6058853" y="3429001"/>
            <a:ext cx="24079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</a:ln>
        </p:spPr>
      </p:cxnSp>
      <p:sp>
        <p:nvSpPr>
          <p:cNvPr id="175" name="element_131">
            <a:extLst xmlns:a="http://schemas.openxmlformats.org/drawingml/2006/main">
              <a:ext uri="{FF2B5EF4-FFF2-40B4-BE49-F238E27FC236}">
                <a16:creationId xmlns:a16="http://schemas.microsoft.com/office/drawing/2014/main" id="{711C7FEF-86C3-45D7-81C2-2321D2CB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element_132">
            <a:extLst xmlns:a="http://schemas.openxmlformats.org/drawingml/2006/main">
              <a:ext uri="{FF2B5EF4-FFF2-40B4-BE49-F238E27FC236}">
                <a16:creationId xmlns:a16="http://schemas.microsoft.com/office/drawing/2014/main" id="{7972F305-819C-4ED4-A4BB-F1EEE773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175" idx="0"/>
            <a:endCxn xmlns:a="http://schemas.openxmlformats.org/drawingml/2006/main" id="176" idx="2"/>
          </p:cNvCxnSpPr>
          <p:nvPr/>
        </p:nvCxnSpPr>
        <p:spPr>
          <a:xfrm xmlns:a="http://schemas.openxmlformats.org/drawingml/2006/main" flipV="1">
            <a:off x="8467726" y="32394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</a:ln>
        </p:spPr>
      </p:cxnSp>
      <p:sp>
        <p:nvSpPr>
          <p:cNvPr id="178" name="element_133">
            <a:extLst xmlns:a="http://schemas.openxmlformats.org/drawingml/2006/main">
              <a:ext uri="{FF2B5EF4-FFF2-40B4-BE49-F238E27FC236}">
                <a16:creationId xmlns:a16="http://schemas.microsoft.com/office/drawing/2014/main" id="{D761129E-CB44-4568-9F37-B822BB3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element_134">
            <a:extLst xmlns:a="http://schemas.openxmlformats.org/drawingml/2006/main">
              <a:ext uri="{FF2B5EF4-FFF2-40B4-BE49-F238E27FC236}">
                <a16:creationId xmlns:a16="http://schemas.microsoft.com/office/drawing/2014/main" id="{894765F7-CA87-40BF-8467-A0EA58D1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178" idx="3"/>
            <a:endCxn xmlns:a="http://schemas.openxmlformats.org/drawingml/2006/main" id="179" idx="1"/>
          </p:cNvCxnSpPr>
          <p:nvPr/>
        </p:nvCxnSpPr>
        <p:spPr>
          <a:xfrm xmlns:a="http://schemas.openxmlformats.org/drawingml/2006/main">
            <a:off x="8468678" y="323850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  <a:tailEnd type="triangle" w="sm" len="sm"/>
          </a:ln>
        </p:spPr>
      </p:cxnSp>
      <p:sp>
        <p:nvSpPr>
          <p:cNvPr id="181" name="element_135">
            <a:extLst xmlns:a="http://schemas.openxmlformats.org/drawingml/2006/main">
              <a:ext uri="{FF2B5EF4-FFF2-40B4-BE49-F238E27FC236}">
                <a16:creationId xmlns:a16="http://schemas.microsoft.com/office/drawing/2014/main" id="{1BBEA10C-EF52-4D34-BE19-14DC7CDF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element_136">
            <a:extLst xmlns:a="http://schemas.openxmlformats.org/drawingml/2006/main">
              <a:ext uri="{FF2B5EF4-FFF2-40B4-BE49-F238E27FC236}">
                <a16:creationId xmlns:a16="http://schemas.microsoft.com/office/drawing/2014/main" id="{D75B4571-F2C6-4A92-86AB-A1F235C7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6830378" y="4905376"/>
            <a:ext cx="11410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84" name="element_137">
            <a:extLst xmlns:a="http://schemas.openxmlformats.org/drawingml/2006/main">
              <a:ext uri="{FF2B5EF4-FFF2-40B4-BE49-F238E27FC236}">
                <a16:creationId xmlns:a16="http://schemas.microsoft.com/office/drawing/2014/main" id="{96163F3F-A2CF-4227-BFDB-21BEF8B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element_138">
            <a:extLst xmlns:a="http://schemas.openxmlformats.org/drawingml/2006/main">
              <a:ext uri="{FF2B5EF4-FFF2-40B4-BE49-F238E27FC236}">
                <a16:creationId xmlns:a16="http://schemas.microsoft.com/office/drawing/2014/main" id="{4877606A-E8CE-47C4-8DBB-F745872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184" idx="0"/>
            <a:endCxn xmlns:a="http://schemas.openxmlformats.org/drawingml/2006/main" id="185" idx="2"/>
          </p:cNvCxnSpPr>
          <p:nvPr/>
        </p:nvCxnSpPr>
        <p:spPr>
          <a:xfrm xmlns:a="http://schemas.openxmlformats.org/drawingml/2006/main" flipV="1">
            <a:off x="7972426" y="3696653"/>
            <a:ext cx="0" cy="12077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87" name="element_139">
            <a:extLst xmlns:a="http://schemas.openxmlformats.org/drawingml/2006/main">
              <a:ext uri="{FF2B5EF4-FFF2-40B4-BE49-F238E27FC236}">
                <a16:creationId xmlns:a16="http://schemas.microsoft.com/office/drawing/2014/main" id="{DD668F94-9028-446A-A3A5-8A06D442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element_140">
            <a:extLst xmlns:a="http://schemas.openxmlformats.org/drawingml/2006/main">
              <a:ext uri="{FF2B5EF4-FFF2-40B4-BE49-F238E27FC236}">
                <a16:creationId xmlns:a16="http://schemas.microsoft.com/office/drawing/2014/main" id="{974EE6F4-5127-47F8-AB56-9264B2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7973378" y="369570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90" name="element_141">
            <a:extLst xmlns:a="http://schemas.openxmlformats.org/drawingml/2006/main">
              <a:ext uri="{FF2B5EF4-FFF2-40B4-BE49-F238E27FC236}">
                <a16:creationId xmlns:a16="http://schemas.microsoft.com/office/drawing/2014/main" id="{13AF2F74-3CDE-4D83-930E-2CBCE259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524000"/>
            <a:ext cx="2105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z ∼ N(0, I)</a:t>
            </a:r>
          </a:p>
        </p:txBody>
      </p:sp>
      <p:sp>
        <p:nvSpPr>
          <p:cNvPr id="191" name="element_142">
            <a:extLst xmlns:a="http://schemas.openxmlformats.org/drawingml/2006/main">
              <a:ext uri="{FF2B5EF4-FFF2-40B4-BE49-F238E27FC236}">
                <a16:creationId xmlns:a16="http://schemas.microsoft.com/office/drawing/2014/main" id="{514A8778-EBB0-4D74-A199-C5AB242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1856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element_143">
            <a:extLst xmlns:a="http://schemas.openxmlformats.org/drawingml/2006/main">
              <a:ext uri="{FF2B5EF4-FFF2-40B4-BE49-F238E27FC236}">
                <a16:creationId xmlns:a16="http://schemas.microsoft.com/office/drawing/2014/main" id="{71DA584E-F0A5-49B3-9020-1F6135F6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2142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1" name=""/>
          <p:cNvCxnSpPr>
            <a:stCxn xmlns:a="http://schemas.openxmlformats.org/drawingml/2006/main" id="19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9515476" y="18583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94" name="encoder_144">
            <a:extLst xmlns:a="http://schemas.openxmlformats.org/drawingml/2006/main">
              <a:ext uri="{FF2B5EF4-FFF2-40B4-BE49-F238E27FC236}">
                <a16:creationId xmlns:a16="http://schemas.microsoft.com/office/drawing/2014/main" id="{C1E79B33-A216-4AF3-853D-D1A002E9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95" name="encoder_145">
            <a:extLst xmlns:a="http://schemas.openxmlformats.org/drawingml/2006/main">
              <a:ext uri="{FF2B5EF4-FFF2-40B4-BE49-F238E27FC236}">
                <a16:creationId xmlns:a16="http://schemas.microsoft.com/office/drawing/2014/main" id="{8FC3B5F2-DD26-49B0-B448-433A7264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96" name="element_146">
            <a:extLst xmlns:a="http://schemas.openxmlformats.org/drawingml/2006/main">
              <a:ext uri="{FF2B5EF4-FFF2-40B4-BE49-F238E27FC236}">
                <a16:creationId xmlns:a16="http://schemas.microsoft.com/office/drawing/2014/main" id="{A8838C88-2167-4EC4-AFA7-4CB48BCE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95775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</p:sp>
      <p:sp>
        <p:nvSpPr>
          <p:cNvPr id="197" name="element_147">
            <a:extLst xmlns:a="http://schemas.openxmlformats.org/drawingml/2006/main">
              <a:ext uri="{FF2B5EF4-FFF2-40B4-BE49-F238E27FC236}">
                <a16:creationId xmlns:a16="http://schemas.microsoft.com/office/drawing/2014/main" id="{73152C80-4C57-43A3-8070-F0F19DC5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element_148">
            <a:extLst xmlns:a="http://schemas.openxmlformats.org/drawingml/2006/main">
              <a:ext uri="{FF2B5EF4-FFF2-40B4-BE49-F238E27FC236}">
                <a16:creationId xmlns:a16="http://schemas.microsoft.com/office/drawing/2014/main" id="{F80DB249-DF9B-4069-AE8C-EAAEC32D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197" idx="2"/>
            <a:endCxn xmlns:a="http://schemas.openxmlformats.org/drawingml/2006/main" id="198" idx="0"/>
          </p:cNvCxnSpPr>
          <p:nvPr/>
        </p:nvCxnSpPr>
        <p:spPr>
          <a:xfrm xmlns:a="http://schemas.openxmlformats.org/drawingml/2006/main">
            <a:off x="9429751" y="429672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0" name="element_149">
            <a:extLst xmlns:a="http://schemas.openxmlformats.org/drawingml/2006/main">
              <a:ext uri="{FF2B5EF4-FFF2-40B4-BE49-F238E27FC236}">
                <a16:creationId xmlns:a16="http://schemas.microsoft.com/office/drawing/2014/main" id="{DE7D21FF-9422-4BEB-B4BC-03D1B9B7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element_150">
            <a:extLst xmlns:a="http://schemas.openxmlformats.org/drawingml/2006/main">
              <a:ext uri="{FF2B5EF4-FFF2-40B4-BE49-F238E27FC236}">
                <a16:creationId xmlns:a16="http://schemas.microsoft.com/office/drawing/2014/main" id="{C2D3D512-A6BD-4726-9AE5-FD5581D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00" idx="2"/>
            <a:endCxn xmlns:a="http://schemas.openxmlformats.org/drawingml/2006/main" id="201" idx="0"/>
          </p:cNvCxnSpPr>
          <p:nvPr/>
        </p:nvCxnSpPr>
        <p:spPr>
          <a:xfrm xmlns:a="http://schemas.openxmlformats.org/drawingml/2006/main">
            <a:off x="9525001" y="429672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3" name="element_151">
            <a:extLst xmlns:a="http://schemas.openxmlformats.org/drawingml/2006/main">
              <a:ext uri="{FF2B5EF4-FFF2-40B4-BE49-F238E27FC236}">
                <a16:creationId xmlns:a16="http://schemas.microsoft.com/office/drawing/2014/main" id="{96A481F0-8754-4760-945B-911B3D90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element_152">
            <a:extLst xmlns:a="http://schemas.openxmlformats.org/drawingml/2006/main">
              <a:ext uri="{FF2B5EF4-FFF2-40B4-BE49-F238E27FC236}">
                <a16:creationId xmlns:a16="http://schemas.microsoft.com/office/drawing/2014/main" id="{F9042D43-326D-4029-8555-96721AE5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9335453" y="43910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6" name="element_153">
            <a:extLst xmlns:a="http://schemas.openxmlformats.org/drawingml/2006/main">
              <a:ext uri="{FF2B5EF4-FFF2-40B4-BE49-F238E27FC236}">
                <a16:creationId xmlns:a16="http://schemas.microsoft.com/office/drawing/2014/main" id="{206CCED2-485A-4E28-A07A-FD421F19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element_154">
            <a:extLst xmlns:a="http://schemas.openxmlformats.org/drawingml/2006/main">
              <a:ext uri="{FF2B5EF4-FFF2-40B4-BE49-F238E27FC236}">
                <a16:creationId xmlns:a16="http://schemas.microsoft.com/office/drawing/2014/main" id="{63E35688-800F-4FD6-B263-5693BD4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9335453" y="44862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9" name="element_155">
            <a:extLst xmlns:a="http://schemas.openxmlformats.org/drawingml/2006/main">
              <a:ext uri="{FF2B5EF4-FFF2-40B4-BE49-F238E27FC236}">
                <a16:creationId xmlns:a16="http://schemas.microsoft.com/office/drawing/2014/main" id="{1F4077A0-452C-4D10-9B2D-CAFE3EFB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element_156">
            <a:extLst xmlns:a="http://schemas.openxmlformats.org/drawingml/2006/main">
              <a:ext uri="{FF2B5EF4-FFF2-40B4-BE49-F238E27FC236}">
                <a16:creationId xmlns:a16="http://schemas.microsoft.com/office/drawing/2014/main" id="{928B16A6-D45D-4E5A-81C3-CD324BC1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9" name="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9335453" y="45815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12" name="element_157">
            <a:extLst xmlns:a="http://schemas.openxmlformats.org/drawingml/2006/main">
              <a:ext uri="{FF2B5EF4-FFF2-40B4-BE49-F238E27FC236}">
                <a16:creationId xmlns:a16="http://schemas.microsoft.com/office/drawing/2014/main" id="{AC029843-7500-4761-96E3-638A236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element_158">
            <a:extLst xmlns:a="http://schemas.openxmlformats.org/drawingml/2006/main">
              <a:ext uri="{FF2B5EF4-FFF2-40B4-BE49-F238E27FC236}">
                <a16:creationId xmlns:a16="http://schemas.microsoft.com/office/drawing/2014/main" id="{99543492-659D-43A5-9FD0-59F76EE3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212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9335453" y="46767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15" name="element_159">
            <a:extLst xmlns:a="http://schemas.openxmlformats.org/drawingml/2006/main">
              <a:ext uri="{FF2B5EF4-FFF2-40B4-BE49-F238E27FC236}">
                <a16:creationId xmlns:a16="http://schemas.microsoft.com/office/drawing/2014/main" id="{F823B2B3-A253-4E99-87EE-CECE62C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3866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element_160">
            <a:extLst xmlns:a="http://schemas.openxmlformats.org/drawingml/2006/main">
              <a:ext uri="{FF2B5EF4-FFF2-40B4-BE49-F238E27FC236}">
                <a16:creationId xmlns:a16="http://schemas.microsoft.com/office/drawing/2014/main" id="{45569128-7A2E-4CC5-A4A8-FE7F3698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4209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5" name=""/>
          <p:cNvCxnSpPr>
            <a:stCxn xmlns:a="http://schemas.openxmlformats.org/drawingml/2006/main" id="215" idx="2"/>
            <a:endCxn xmlns:a="http://schemas.openxmlformats.org/drawingml/2006/main" id="216" idx="0"/>
          </p:cNvCxnSpPr>
          <p:nvPr/>
        </p:nvCxnSpPr>
        <p:spPr>
          <a:xfrm xmlns:a="http://schemas.openxmlformats.org/drawingml/2006/main">
            <a:off x="9515476" y="3868103"/>
            <a:ext cx="0" cy="3409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18" name="element_161">
            <a:extLst xmlns:a="http://schemas.openxmlformats.org/drawingml/2006/main">
              <a:ext uri="{FF2B5EF4-FFF2-40B4-BE49-F238E27FC236}">
                <a16:creationId xmlns:a16="http://schemas.microsoft.com/office/drawing/2014/main" id="{F78DC1E7-21A7-4551-AC5D-AAD35F8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R₁:ₜ</a:t>
            </a:r>
          </a:p>
        </p:txBody>
      </p:sp>
      <p:sp>
        <p:nvSpPr>
          <p:cNvPr id="219" name="element_162">
            <a:extLst xmlns:a="http://schemas.openxmlformats.org/drawingml/2006/main">
              <a:ext uri="{FF2B5EF4-FFF2-40B4-BE49-F238E27FC236}">
                <a16:creationId xmlns:a16="http://schemas.microsoft.com/office/drawing/2014/main" id="{51852906-02D9-4D3A-ABAD-BFA0BC4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10763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Non-mouth</a:t>
            </a:r>
          </a:p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220" name="element_163">
            <a:extLst xmlns:a="http://schemas.openxmlformats.org/drawingml/2006/main">
              <a:ext uri="{FF2B5EF4-FFF2-40B4-BE49-F238E27FC236}">
                <a16:creationId xmlns:a16="http://schemas.microsoft.com/office/drawing/2014/main" id="{D4EEE536-077F-4CA7-B88F-BE3822E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element_164">
            <a:extLst xmlns:a="http://schemas.openxmlformats.org/drawingml/2006/main">
              <a:ext uri="{FF2B5EF4-FFF2-40B4-BE49-F238E27FC236}">
                <a16:creationId xmlns:a16="http://schemas.microsoft.com/office/drawing/2014/main" id="{B3247400-93F6-425C-9E50-67794490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5037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9515476" y="4772978"/>
            <a:ext cx="0" cy="2647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23" name="operator_165">
            <a:extLst xmlns:a="http://schemas.openxmlformats.org/drawingml/2006/main">
              <a:ext uri="{FF2B5EF4-FFF2-40B4-BE49-F238E27FC236}">
                <a16:creationId xmlns:a16="http://schemas.microsoft.com/office/drawing/2014/main" id="{9874268E-39F1-4385-B8C2-49B82B8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53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9323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24" name="element_166">
            <a:extLst xmlns:a="http://schemas.openxmlformats.org/drawingml/2006/main">
              <a:ext uri="{FF2B5EF4-FFF2-40B4-BE49-F238E27FC236}">
                <a16:creationId xmlns:a16="http://schemas.microsoft.com/office/drawing/2014/main" id="{FA2909E9-1465-4F49-8A88-EB99A66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element_167">
            <a:extLst xmlns:a="http://schemas.openxmlformats.org/drawingml/2006/main">
              <a:ext uri="{FF2B5EF4-FFF2-40B4-BE49-F238E27FC236}">
                <a16:creationId xmlns:a16="http://schemas.microsoft.com/office/drawing/2014/main" id="{8D4F91DA-25DC-4C5A-92F3-434E39EA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94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4" name=""/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9859328" y="529590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27" name="element_168">
            <a:extLst xmlns:a="http://schemas.openxmlformats.org/drawingml/2006/main">
              <a:ext uri="{FF2B5EF4-FFF2-40B4-BE49-F238E27FC236}">
                <a16:creationId xmlns:a16="http://schemas.microsoft.com/office/drawing/2014/main" id="{B3D5E63E-9673-4E86-B22F-5DC7A4D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591175"/>
            <a:ext cx="1914525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632"/>
                </a:solidFill>
                <a:latin typeface="Arial"/>
                <a:ea typeface="Arial"/>
                <a:cs typeface="Arial"/>
              </a:rPr>
              <a:t>Static offset Pᵢd</a:t>
            </a:r>
          </a:p>
        </p:txBody>
      </p:sp>
      <p:sp>
        <p:nvSpPr>
          <p:cNvPr id="228" name="element_169">
            <a:extLst xmlns:a="http://schemas.openxmlformats.org/drawingml/2006/main">
              <a:ext uri="{FF2B5EF4-FFF2-40B4-BE49-F238E27FC236}">
                <a16:creationId xmlns:a16="http://schemas.microsoft.com/office/drawing/2014/main" id="{881451C7-88FA-4583-9A62-3B314F1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4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element_170">
            <a:extLst xmlns:a="http://schemas.openxmlformats.org/drawingml/2006/main">
              <a:ext uri="{FF2B5EF4-FFF2-40B4-BE49-F238E27FC236}">
                <a16:creationId xmlns:a16="http://schemas.microsoft.com/office/drawing/2014/main" id="{88461188-32A5-47EF-B708-A0B0BA38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>
            <a:off x="6830378" y="5057776"/>
            <a:ext cx="8743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31" name="element_171">
            <a:extLst xmlns:a="http://schemas.openxmlformats.org/drawingml/2006/main">
              <a:ext uri="{FF2B5EF4-FFF2-40B4-BE49-F238E27FC236}">
                <a16:creationId xmlns:a16="http://schemas.microsoft.com/office/drawing/2014/main" id="{046AF88F-6392-41C5-9591-778E2400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element_172">
            <a:extLst xmlns:a="http://schemas.openxmlformats.org/drawingml/2006/main">
              <a:ext uri="{FF2B5EF4-FFF2-40B4-BE49-F238E27FC236}">
                <a16:creationId xmlns:a16="http://schemas.microsoft.com/office/drawing/2014/main" id="{C421AC70-8B96-47C4-98E5-83ABB3A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1" name=""/>
          <p:cNvCxnSpPr>
            <a:stCxn xmlns:a="http://schemas.openxmlformats.org/drawingml/2006/main" id="231" idx="2"/>
            <a:endCxn xmlns:a="http://schemas.openxmlformats.org/drawingml/2006/main" id="232" idx="0"/>
          </p:cNvCxnSpPr>
          <p:nvPr/>
        </p:nvCxnSpPr>
        <p:spPr>
          <a:xfrm xmlns:a="http://schemas.openxmlformats.org/drawingml/2006/main">
            <a:off x="7705726" y="5058728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34" name="element_173">
            <a:extLst xmlns:a="http://schemas.openxmlformats.org/drawingml/2006/main">
              <a:ext uri="{FF2B5EF4-FFF2-40B4-BE49-F238E27FC236}">
                <a16:creationId xmlns:a16="http://schemas.microsoft.com/office/drawing/2014/main" id="{70919106-EF1B-4882-B986-900B562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element_174">
            <a:extLst xmlns:a="http://schemas.openxmlformats.org/drawingml/2006/main">
              <a:ext uri="{FF2B5EF4-FFF2-40B4-BE49-F238E27FC236}">
                <a16:creationId xmlns:a16="http://schemas.microsoft.com/office/drawing/2014/main" id="{4294D749-457A-4902-808D-3CCF2EED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3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4" name=""/>
          <p:cNvCxnSpPr>
            <a:stCxn xmlns:a="http://schemas.openxmlformats.org/drawingml/2006/main" id="234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>
            <a:off x="7706678" y="5838826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37" name="element_175">
            <a:extLst xmlns:a="http://schemas.openxmlformats.org/drawingml/2006/main">
              <a:ext uri="{FF2B5EF4-FFF2-40B4-BE49-F238E27FC236}">
                <a16:creationId xmlns:a16="http://schemas.microsoft.com/office/drawing/2014/main" id="{B043C7CF-C354-4092-82EF-31D220E2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898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element_176">
            <a:extLst xmlns:a="http://schemas.openxmlformats.org/drawingml/2006/main">
              <a:ext uri="{FF2B5EF4-FFF2-40B4-BE49-F238E27FC236}">
                <a16:creationId xmlns:a16="http://schemas.microsoft.com/office/drawing/2014/main" id="{EF25AAA5-0F65-4AE9-85A0-1D1A9751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7" name=""/>
          <p:cNvCxnSpPr>
            <a:stCxn xmlns:a="http://schemas.openxmlformats.org/drawingml/2006/main" id="237" idx="3"/>
            <a:endCxn xmlns:a="http://schemas.openxmlformats.org/drawingml/2006/main" id="238" idx="1"/>
          </p:cNvCxnSpPr>
          <p:nvPr/>
        </p:nvCxnSpPr>
        <p:spPr>
          <a:xfrm xmlns:a="http://schemas.openxmlformats.org/drawingml/2006/main">
            <a:off x="9849803" y="5838826"/>
            <a:ext cx="5410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40" name="element_177">
            <a:extLst xmlns:a="http://schemas.openxmlformats.org/drawingml/2006/main">
              <a:ext uri="{FF2B5EF4-FFF2-40B4-BE49-F238E27FC236}">
                <a16:creationId xmlns:a16="http://schemas.microsoft.com/office/drawing/2014/main" id="{61B63D98-BCA5-42FF-B170-FBEDC96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element_178">
            <a:extLst xmlns:a="http://schemas.openxmlformats.org/drawingml/2006/main">
              <a:ext uri="{FF2B5EF4-FFF2-40B4-BE49-F238E27FC236}">
                <a16:creationId xmlns:a16="http://schemas.microsoft.com/office/drawing/2014/main" id="{D22EF850-17D4-4D53-A421-42F7848A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0" name=""/>
          <p:cNvCxnSpPr>
            <a:stCxn xmlns:a="http://schemas.openxmlformats.org/drawingml/2006/main" id="240" idx="0"/>
            <a:endCxn xmlns:a="http://schemas.openxmlformats.org/drawingml/2006/main" id="241" idx="2"/>
          </p:cNvCxnSpPr>
          <p:nvPr/>
        </p:nvCxnSpPr>
        <p:spPr>
          <a:xfrm xmlns:a="http://schemas.openxmlformats.org/drawingml/2006/main" flipV="1">
            <a:off x="10391776" y="5449253"/>
            <a:ext cx="0" cy="3886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43" name="element_179">
            <a:extLst xmlns:a="http://schemas.openxmlformats.org/drawingml/2006/main">
              <a:ext uri="{FF2B5EF4-FFF2-40B4-BE49-F238E27FC236}">
                <a16:creationId xmlns:a16="http://schemas.microsoft.com/office/drawing/2014/main" id="{F6A21250-D21C-4D44-989E-FF947219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34100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7984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9849"/>
                </a:solidFill>
                <a:latin typeface="Arial"/>
                <a:ea typeface="Arial"/>
                <a:cs typeface="Arial"/>
              </a:rPr>
              <a:t>Reference mouth</a:t>
            </a:r>
          </a:p>
          <a:p xmlns:a="http://schemas.openxmlformats.org/drawingml/2006/main">
            <a:pPr algn="ctr">
              <a:defRPr sz="1275" b="0">
                <a:solidFill>
                  <a:srgbClr val="57984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9849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244" name="element_180">
            <a:extLst xmlns:a="http://schemas.openxmlformats.org/drawingml/2006/main">
              <a:ext uri="{FF2B5EF4-FFF2-40B4-BE49-F238E27FC236}">
                <a16:creationId xmlns:a16="http://schemas.microsoft.com/office/drawing/2014/main" id="{E083F8E7-19B1-4892-B89D-5DA5586A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element_181">
            <a:extLst xmlns:a="http://schemas.openxmlformats.org/drawingml/2006/main">
              <a:ext uri="{FF2B5EF4-FFF2-40B4-BE49-F238E27FC236}">
                <a16:creationId xmlns:a16="http://schemas.microsoft.com/office/drawing/2014/main" id="{9D8F1E44-69E2-4957-9EF7-C619CDC8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244" idx="3"/>
            <a:endCxn xmlns:a="http://schemas.openxmlformats.org/drawingml/2006/main" id="245" idx="1"/>
          </p:cNvCxnSpPr>
          <p:nvPr/>
        </p:nvCxnSpPr>
        <p:spPr>
          <a:xfrm xmlns:a="http://schemas.openxmlformats.org/drawingml/2006/main">
            <a:off x="10392728" y="5448301"/>
            <a:ext cx="988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47" name="element_182">
            <a:extLst xmlns:a="http://schemas.openxmlformats.org/drawingml/2006/main">
              <a:ext uri="{FF2B5EF4-FFF2-40B4-BE49-F238E27FC236}">
                <a16:creationId xmlns:a16="http://schemas.microsoft.com/office/drawing/2014/main" id="{55727FFF-0746-4274-BC4B-A007A88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element_183">
            <a:extLst xmlns:a="http://schemas.openxmlformats.org/drawingml/2006/main">
              <a:ext uri="{FF2B5EF4-FFF2-40B4-BE49-F238E27FC236}">
                <a16:creationId xmlns:a16="http://schemas.microsoft.com/office/drawing/2014/main" id="{23E74FB1-BAF2-48A5-AC1E-783598D6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1382376" y="544925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50" name="element_184">
            <a:extLst xmlns:a="http://schemas.openxmlformats.org/drawingml/2006/main">
              <a:ext uri="{FF2B5EF4-FFF2-40B4-BE49-F238E27FC236}">
                <a16:creationId xmlns:a16="http://schemas.microsoft.com/office/drawing/2014/main" id="{AB13CCEB-2BAF-4119-84BE-E75AFCD6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element_185">
            <a:extLst xmlns:a="http://schemas.openxmlformats.org/drawingml/2006/main">
              <a:ext uri="{FF2B5EF4-FFF2-40B4-BE49-F238E27FC236}">
                <a16:creationId xmlns:a16="http://schemas.microsoft.com/office/drawing/2014/main" id="{E5FD42FC-DEA6-4B08-B199-83B7633D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250" idx="1"/>
            <a:endCxn xmlns:a="http://schemas.openxmlformats.org/drawingml/2006/main" id="251" idx="3"/>
          </p:cNvCxnSpPr>
          <p:nvPr/>
        </p:nvCxnSpPr>
        <p:spPr>
          <a:xfrm xmlns:a="http://schemas.openxmlformats.org/drawingml/2006/main" flipH="1">
            <a:off x="10240328" y="6410326"/>
            <a:ext cx="11410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53" name="element_186">
            <a:extLst xmlns:a="http://schemas.openxmlformats.org/drawingml/2006/main">
              <a:ext uri="{FF2B5EF4-FFF2-40B4-BE49-F238E27FC236}">
                <a16:creationId xmlns:a16="http://schemas.microsoft.com/office/drawing/2014/main" id="{8818F42B-9DAE-4C62-B6C0-78F8B50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element_187">
            <a:extLst xmlns:a="http://schemas.openxmlformats.org/drawingml/2006/main">
              <a:ext uri="{FF2B5EF4-FFF2-40B4-BE49-F238E27FC236}">
                <a16:creationId xmlns:a16="http://schemas.microsoft.com/office/drawing/2014/main" id="{B1D53B1F-606C-428B-8B14-45814ADC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62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0239376" y="6411278"/>
            <a:ext cx="0" cy="2171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56" name="element_188">
            <a:extLst xmlns:a="http://schemas.openxmlformats.org/drawingml/2006/main">
              <a:ext uri="{FF2B5EF4-FFF2-40B4-BE49-F238E27FC236}">
                <a16:creationId xmlns:a16="http://schemas.microsoft.com/office/drawing/2014/main" id="{FEEE1B5B-048C-43E0-B5B6-94F585E9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57" name="element_189">
            <a:extLst xmlns:a="http://schemas.openxmlformats.org/drawingml/2006/main">
              <a:ext uri="{FF2B5EF4-FFF2-40B4-BE49-F238E27FC236}">
                <a16:creationId xmlns:a16="http://schemas.microsoft.com/office/drawing/2014/main" id="{9D1FEC6F-05CC-49F7-8186-6917D346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Frame 1</a:t>
            </a:r>
          </a:p>
        </p:txBody>
      </p:sp>
      <p:sp>
        <p:nvSpPr>
          <p:cNvPr id="258" name="element_190">
            <a:extLst xmlns:a="http://schemas.openxmlformats.org/drawingml/2006/main">
              <a:ext uri="{FF2B5EF4-FFF2-40B4-BE49-F238E27FC236}">
                <a16:creationId xmlns:a16="http://schemas.microsoft.com/office/drawing/2014/main" id="{9A8C1284-EDD9-46C1-B869-2272F50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59" name="element_191">
            <a:extLst xmlns:a="http://schemas.openxmlformats.org/drawingml/2006/main">
              <a:ext uri="{FF2B5EF4-FFF2-40B4-BE49-F238E27FC236}">
                <a16:creationId xmlns:a16="http://schemas.microsoft.com/office/drawing/2014/main" id="{41F656FC-FB14-4F1B-B8FF-0183065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Frame 2</a:t>
            </a:r>
          </a:p>
        </p:txBody>
      </p:sp>
      <p:sp>
        <p:nvSpPr>
          <p:cNvPr id="260" name="element_192">
            <a:extLst xmlns:a="http://schemas.openxmlformats.org/drawingml/2006/main">
              <a:ext uri="{FF2B5EF4-FFF2-40B4-BE49-F238E27FC236}">
                <a16:creationId xmlns:a16="http://schemas.microsoft.com/office/drawing/2014/main" id="{D498D1FF-8DB0-4FD8-A7AC-79FAA68F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61" name="element_193">
            <a:extLst xmlns:a="http://schemas.openxmlformats.org/drawingml/2006/main">
              <a:ext uri="{FF2B5EF4-FFF2-40B4-BE49-F238E27FC236}">
                <a16:creationId xmlns:a16="http://schemas.microsoft.com/office/drawing/2014/main" id="{7FE87453-B655-4DA2-AF8A-23E21567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Frame 3</a:t>
            </a:r>
          </a:p>
        </p:txBody>
      </p:sp>
      <p:sp>
        <p:nvSpPr>
          <p:cNvPr id="262" name="element_194">
            <a:extLst xmlns:a="http://schemas.openxmlformats.org/drawingml/2006/main">
              <a:ext uri="{FF2B5EF4-FFF2-40B4-BE49-F238E27FC236}">
                <a16:creationId xmlns:a16="http://schemas.microsoft.com/office/drawing/2014/main" id="{24DE1B19-F34F-491F-8953-35ABDABB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6390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ARKit52 facial animation</a:t>
            </a:r>
          </a:p>
        </p:txBody>
      </p:sp>
      <p:sp>
        <p:nvSpPr>
          <p:cNvPr id="263" name="element_195">
            <a:extLst xmlns:a="http://schemas.openxmlformats.org/drawingml/2006/main">
              <a:ext uri="{FF2B5EF4-FFF2-40B4-BE49-F238E27FC236}">
                <a16:creationId xmlns:a16="http://schemas.microsoft.com/office/drawing/2014/main" id="{40628614-3E07-453E-8ADB-768A552B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81750"/>
            <a:ext cx="723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BA84"/>
            </a:solidFill>
            <a:prstDash val="dash"/>
          </a:ln>
        </p:spPr>
      </p:sp>
      <p:sp>
        <p:nvSpPr>
          <p:cNvPr id="264" name="element_196">
            <a:extLst xmlns:a="http://schemas.openxmlformats.org/drawingml/2006/main">
              <a:ext uri="{FF2B5EF4-FFF2-40B4-BE49-F238E27FC236}">
                <a16:creationId xmlns:a16="http://schemas.microsoft.com/office/drawing/2014/main" id="{64912A39-337B-4E4E-A549-BCD50766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19850"/>
            <a:ext cx="687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Motion-guided global affect learning (training only)</a:t>
            </a:r>
          </a:p>
        </p:txBody>
      </p:sp>
      <p:sp>
        <p:nvSpPr>
          <p:cNvPr id="265" name="element_197">
            <a:extLst xmlns:a="http://schemas.openxmlformats.org/drawingml/2006/main">
              <a:ext uri="{FF2B5EF4-FFF2-40B4-BE49-F238E27FC236}">
                <a16:creationId xmlns:a16="http://schemas.microsoft.com/office/drawing/2014/main" id="{2E0E0414-3B70-4823-A3C2-98D1696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886575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 − B₀(C) − Pᵢd</a:t>
            </a:r>
          </a:p>
        </p:txBody>
      </p:sp>
      <p:sp>
        <p:nvSpPr>
          <p:cNvPr id="266" name="encoder_198">
            <a:extLst xmlns:a="http://schemas.openxmlformats.org/drawingml/2006/main">
              <a:ext uri="{FF2B5EF4-FFF2-40B4-BE49-F238E27FC236}">
                <a16:creationId xmlns:a16="http://schemas.microsoft.com/office/drawing/2014/main" id="{6E8F4CDD-BF50-411C-B212-1004FAC1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00850"/>
            <a:ext cx="1266825" cy="723900"/>
          </a:xfrm>
          <a:custGeom xmlns:a="http://schemas.openxmlformats.org/drawingml/2006/main">
            <a:pathLst>
              <a:path w="1266825" h="723900">
                <a:moveTo>
                  <a:pt x="0" y="0"/>
                </a:moveTo>
                <a:lnTo>
                  <a:pt x="1266825" y="115824"/>
                </a:lnTo>
                <a:lnTo>
                  <a:pt x="1266825" y="608076"/>
                </a:lnTo>
                <a:lnTo>
                  <a:pt x="0" y="72390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67" name="element_199">
            <a:extLst xmlns:a="http://schemas.openxmlformats.org/drawingml/2006/main">
              <a:ext uri="{FF2B5EF4-FFF2-40B4-BE49-F238E27FC236}">
                <a16:creationId xmlns:a16="http://schemas.microsoft.com/office/drawing/2014/main" id="{BC569126-67D8-4F7B-A81F-DE7756E2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89610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Motion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268" name="encoder_200">
            <a:extLst xmlns:a="http://schemas.openxmlformats.org/drawingml/2006/main">
              <a:ext uri="{FF2B5EF4-FFF2-40B4-BE49-F238E27FC236}">
                <a16:creationId xmlns:a16="http://schemas.microsoft.com/office/drawing/2014/main" id="{52A57B2C-785E-49C1-A6B8-6A2737E5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48475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69" name="encoder_201">
            <a:extLst xmlns:a="http://schemas.openxmlformats.org/drawingml/2006/main">
              <a:ext uri="{FF2B5EF4-FFF2-40B4-BE49-F238E27FC236}">
                <a16:creationId xmlns:a16="http://schemas.microsoft.com/office/drawing/2014/main" id="{FF98217F-B55F-4624-8271-E3E87891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848475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70" name="element_202">
            <a:extLst xmlns:a="http://schemas.openxmlformats.org/drawingml/2006/main">
              <a:ext uri="{FF2B5EF4-FFF2-40B4-BE49-F238E27FC236}">
                <a16:creationId xmlns:a16="http://schemas.microsoft.com/office/drawing/2014/main" id="{826B27A4-590F-4B50-ABAB-6680E00F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34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271" name="element_203">
            <a:extLst xmlns:a="http://schemas.openxmlformats.org/drawingml/2006/main">
              <a:ext uri="{FF2B5EF4-FFF2-40B4-BE49-F238E27FC236}">
                <a16:creationId xmlns:a16="http://schemas.microsoft.com/office/drawing/2014/main" id="{9AFA10B8-7AB2-4D35-B1D6-7C498C7D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element_204">
            <a:extLst xmlns:a="http://schemas.openxmlformats.org/drawingml/2006/main">
              <a:ext uri="{FF2B5EF4-FFF2-40B4-BE49-F238E27FC236}">
                <a16:creationId xmlns:a16="http://schemas.microsoft.com/office/drawing/2014/main" id="{3E3A4AC7-3E72-4385-97E0-FE455B4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4295776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74" name="element_205">
            <a:extLst xmlns:a="http://schemas.openxmlformats.org/drawingml/2006/main">
              <a:ext uri="{FF2B5EF4-FFF2-40B4-BE49-F238E27FC236}">
                <a16:creationId xmlns:a16="http://schemas.microsoft.com/office/drawing/2014/main" id="{CC37DBEE-F89D-4B34-A2AA-6228C705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98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element_206">
            <a:extLst xmlns:a="http://schemas.openxmlformats.org/drawingml/2006/main">
              <a:ext uri="{FF2B5EF4-FFF2-40B4-BE49-F238E27FC236}">
                <a16:creationId xmlns:a16="http://schemas.microsoft.com/office/drawing/2014/main" id="{1E6DF953-F42B-479E-B0C6-E48C47B0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98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4400551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77" name="element_207">
            <a:extLst xmlns:a="http://schemas.openxmlformats.org/drawingml/2006/main">
              <a:ext uri="{FF2B5EF4-FFF2-40B4-BE49-F238E27FC236}">
                <a16:creationId xmlns:a16="http://schemas.microsoft.com/office/drawing/2014/main" id="{3F6FAFE9-08F7-41A8-B209-D2489EE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element_208">
            <a:extLst xmlns:a="http://schemas.openxmlformats.org/drawingml/2006/main">
              <a:ext uri="{FF2B5EF4-FFF2-40B4-BE49-F238E27FC236}">
                <a16:creationId xmlns:a16="http://schemas.microsoft.com/office/drawing/2014/main" id="{6DDD65D8-0AE8-4040-A791-4F468484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373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4191953" y="703897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80" name="element_209">
            <a:extLst xmlns:a="http://schemas.openxmlformats.org/drawingml/2006/main">
              <a:ext uri="{FF2B5EF4-FFF2-40B4-BE49-F238E27FC236}">
                <a16:creationId xmlns:a16="http://schemas.microsoft.com/office/drawing/2014/main" id="{C6FB5C1A-9936-4517-8C3E-9F836FF7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element_210">
            <a:extLst xmlns:a="http://schemas.openxmlformats.org/drawingml/2006/main">
              <a:ext uri="{FF2B5EF4-FFF2-40B4-BE49-F238E27FC236}">
                <a16:creationId xmlns:a16="http://schemas.microsoft.com/office/drawing/2014/main" id="{5F6268DB-0ABB-4EB8-A709-BD35A5ED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373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4191953" y="71437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83" name="element_211">
            <a:extLst xmlns:a="http://schemas.openxmlformats.org/drawingml/2006/main">
              <a:ext uri="{FF2B5EF4-FFF2-40B4-BE49-F238E27FC236}">
                <a16:creationId xmlns:a16="http://schemas.microsoft.com/office/drawing/2014/main" id="{84EE71C1-C2C5-464E-8C3E-F515FEB2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74295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Eᴍg</a:t>
            </a:r>
          </a:p>
        </p:txBody>
      </p:sp>
      <p:sp>
        <p:nvSpPr>
          <p:cNvPr id="284" name="element_212">
            <a:extLst xmlns:a="http://schemas.openxmlformats.org/drawingml/2006/main">
              <a:ext uri="{FF2B5EF4-FFF2-40B4-BE49-F238E27FC236}">
                <a16:creationId xmlns:a16="http://schemas.microsoft.com/office/drawing/2014/main" id="{F239391F-4FA4-4EC2-9652-F5C4F85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943725"/>
            <a:ext cx="116205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L_align</a:t>
            </a:r>
          </a:p>
        </p:txBody>
      </p:sp>
      <p:sp>
        <p:nvSpPr>
          <p:cNvPr id="285" name="encoder_213">
            <a:extLst xmlns:a="http://schemas.openxmlformats.org/drawingml/2006/main">
              <a:ext uri="{FF2B5EF4-FFF2-40B4-BE49-F238E27FC236}">
                <a16:creationId xmlns:a16="http://schemas.microsoft.com/office/drawing/2014/main" id="{5A6C04AB-7636-4DD1-AD9F-F8513DE8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848475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86" name="encoder_214">
            <a:extLst xmlns:a="http://schemas.openxmlformats.org/drawingml/2006/main">
              <a:ext uri="{FF2B5EF4-FFF2-40B4-BE49-F238E27FC236}">
                <a16:creationId xmlns:a16="http://schemas.microsoft.com/office/drawing/2014/main" id="{CB833BA5-DF71-4698-A084-5D140FE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848475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87" name="element_215">
            <a:extLst xmlns:a="http://schemas.openxmlformats.org/drawingml/2006/main">
              <a:ext uri="{FF2B5EF4-FFF2-40B4-BE49-F238E27FC236}">
                <a16:creationId xmlns:a16="http://schemas.microsoft.com/office/drawing/2014/main" id="{A2F792CD-21D5-427E-B838-FFBD3DE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934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288" name="element_216">
            <a:extLst xmlns:a="http://schemas.openxmlformats.org/drawingml/2006/main">
              <a:ext uri="{FF2B5EF4-FFF2-40B4-BE49-F238E27FC236}">
                <a16:creationId xmlns:a16="http://schemas.microsoft.com/office/drawing/2014/main" id="{2DFE3155-2315-436D-9AE4-D70C94F9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898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element_217">
            <a:extLst xmlns:a="http://schemas.openxmlformats.org/drawingml/2006/main">
              <a:ext uri="{FF2B5EF4-FFF2-40B4-BE49-F238E27FC236}">
                <a16:creationId xmlns:a16="http://schemas.microsoft.com/office/drawing/2014/main" id="{37DBD650-5AFE-4FD2-BB2E-03921A1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898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8" name=""/>
          <p:cNvCxnSpPr>
            <a:stCxn xmlns:a="http://schemas.openxmlformats.org/drawingml/2006/main" id="288" idx="2"/>
            <a:endCxn xmlns:a="http://schemas.openxmlformats.org/drawingml/2006/main" id="289" idx="0"/>
          </p:cNvCxnSpPr>
          <p:nvPr/>
        </p:nvCxnSpPr>
        <p:spPr>
          <a:xfrm xmlns:a="http://schemas.openxmlformats.org/drawingml/2006/main">
            <a:off x="6800851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1" name="element_218">
            <a:extLst xmlns:a="http://schemas.openxmlformats.org/drawingml/2006/main">
              <a:ext uri="{FF2B5EF4-FFF2-40B4-BE49-F238E27FC236}">
                <a16:creationId xmlns:a16="http://schemas.microsoft.com/office/drawing/2014/main" id="{B01BC508-652A-470B-9F91-87F525EB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2" name="element_219">
            <a:extLst xmlns:a="http://schemas.openxmlformats.org/drawingml/2006/main">
              <a:ext uri="{FF2B5EF4-FFF2-40B4-BE49-F238E27FC236}">
                <a16:creationId xmlns:a16="http://schemas.microsoft.com/office/drawing/2014/main" id="{47879C6A-D3FE-403C-83B5-16723072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1" name=""/>
          <p:cNvCxnSpPr>
            <a:stCxn xmlns:a="http://schemas.openxmlformats.org/drawingml/2006/main" id="291" idx="2"/>
            <a:endCxn xmlns:a="http://schemas.openxmlformats.org/drawingml/2006/main" id="292" idx="0"/>
          </p:cNvCxnSpPr>
          <p:nvPr/>
        </p:nvCxnSpPr>
        <p:spPr>
          <a:xfrm xmlns:a="http://schemas.openxmlformats.org/drawingml/2006/main">
            <a:off x="6905626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4" name="element_220">
            <a:extLst xmlns:a="http://schemas.openxmlformats.org/drawingml/2006/main">
              <a:ext uri="{FF2B5EF4-FFF2-40B4-BE49-F238E27FC236}">
                <a16:creationId xmlns:a16="http://schemas.microsoft.com/office/drawing/2014/main" id="{EF64C6AA-5D3E-4382-BAF0-E738288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5" name="element_221">
            <a:extLst xmlns:a="http://schemas.openxmlformats.org/drawingml/2006/main">
              <a:ext uri="{FF2B5EF4-FFF2-40B4-BE49-F238E27FC236}">
                <a16:creationId xmlns:a16="http://schemas.microsoft.com/office/drawing/2014/main" id="{0C64155F-6EBF-48B1-8FDB-10D9235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48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4" name=""/>
          <p:cNvCxnSpPr>
            <a:stCxn xmlns:a="http://schemas.openxmlformats.org/drawingml/2006/main" id="294" idx="3"/>
            <a:endCxn xmlns:a="http://schemas.openxmlformats.org/drawingml/2006/main" id="295" idx="1"/>
          </p:cNvCxnSpPr>
          <p:nvPr/>
        </p:nvCxnSpPr>
        <p:spPr>
          <a:xfrm xmlns:a="http://schemas.openxmlformats.org/drawingml/2006/main">
            <a:off x="6697028" y="703897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7" name="element_222">
            <a:extLst xmlns:a="http://schemas.openxmlformats.org/drawingml/2006/main">
              <a:ext uri="{FF2B5EF4-FFF2-40B4-BE49-F238E27FC236}">
                <a16:creationId xmlns:a16="http://schemas.microsoft.com/office/drawing/2014/main" id="{BC57E8C7-936F-46D7-805C-46EA6B40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8" name="element_223">
            <a:extLst xmlns:a="http://schemas.openxmlformats.org/drawingml/2006/main">
              <a:ext uri="{FF2B5EF4-FFF2-40B4-BE49-F238E27FC236}">
                <a16:creationId xmlns:a16="http://schemas.microsoft.com/office/drawing/2014/main" id="{9869C7DB-E79C-4103-8CE3-385A488D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48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7" name=""/>
          <p:cNvCxnSpPr>
            <a:stCxn xmlns:a="http://schemas.openxmlformats.org/drawingml/2006/main" id="297" idx="3"/>
            <a:endCxn xmlns:a="http://schemas.openxmlformats.org/drawingml/2006/main" id="298" idx="1"/>
          </p:cNvCxnSpPr>
          <p:nvPr/>
        </p:nvCxnSpPr>
        <p:spPr>
          <a:xfrm xmlns:a="http://schemas.openxmlformats.org/drawingml/2006/main">
            <a:off x="6697028" y="71437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300" name="element_224">
            <a:extLst xmlns:a="http://schemas.openxmlformats.org/drawingml/2006/main">
              <a:ext uri="{FF2B5EF4-FFF2-40B4-BE49-F238E27FC236}">
                <a16:creationId xmlns:a16="http://schemas.microsoft.com/office/drawing/2014/main" id="{040C63E7-9EB6-4BEC-9620-ECBCDA61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4295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Eᴀg</a:t>
            </a:r>
          </a:p>
        </p:txBody>
      </p:sp>
      <p:sp>
        <p:nvSpPr>
          <p:cNvPr id="301" name="element_225">
            <a:extLst xmlns:a="http://schemas.openxmlformats.org/drawingml/2006/main">
              <a:ext uri="{FF2B5EF4-FFF2-40B4-BE49-F238E27FC236}">
                <a16:creationId xmlns:a16="http://schemas.microsoft.com/office/drawing/2014/main" id="{922BEADA-8CBF-47F7-B487-A1B7BBB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5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element_226">
            <a:extLst xmlns:a="http://schemas.openxmlformats.org/drawingml/2006/main">
              <a:ext uri="{FF2B5EF4-FFF2-40B4-BE49-F238E27FC236}">
                <a16:creationId xmlns:a16="http://schemas.microsoft.com/office/drawing/2014/main" id="{CB23A499-23FD-4A2A-9020-81C8A657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2277428" y="7153276"/>
            <a:ext cx="2933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4" name="element_227">
            <a:extLst xmlns:a="http://schemas.openxmlformats.org/drawingml/2006/main">
              <a:ext uri="{FF2B5EF4-FFF2-40B4-BE49-F238E27FC236}">
                <a16:creationId xmlns:a16="http://schemas.microsoft.com/office/drawing/2014/main" id="{50BC298D-528D-4B8B-B501-97C7AAC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6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element_228">
            <a:extLst xmlns:a="http://schemas.openxmlformats.org/drawingml/2006/main">
              <a:ext uri="{FF2B5EF4-FFF2-40B4-BE49-F238E27FC236}">
                <a16:creationId xmlns:a16="http://schemas.microsoft.com/office/drawing/2014/main" id="{1BDEA100-BC8F-4E2A-9FDB-BC5E75F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3839528" y="7153276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7" name="element_229">
            <a:extLst xmlns:a="http://schemas.openxmlformats.org/drawingml/2006/main">
              <a:ext uri="{FF2B5EF4-FFF2-40B4-BE49-F238E27FC236}">
                <a16:creationId xmlns:a16="http://schemas.microsoft.com/office/drawing/2014/main" id="{F0CF1EBB-AB12-47CC-AE1D-569CF925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element_230">
            <a:extLst xmlns:a="http://schemas.openxmlformats.org/drawingml/2006/main">
              <a:ext uri="{FF2B5EF4-FFF2-40B4-BE49-F238E27FC236}">
                <a16:creationId xmlns:a16="http://schemas.microsoft.com/office/drawing/2014/main" id="{FB471CE2-E044-4176-8571-63E35119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19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4563428" y="7153276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0" name="element_231">
            <a:extLst xmlns:a="http://schemas.openxmlformats.org/drawingml/2006/main">
              <a:ext uri="{FF2B5EF4-FFF2-40B4-BE49-F238E27FC236}">
                <a16:creationId xmlns:a16="http://schemas.microsoft.com/office/drawing/2014/main" id="{ECCEB8F4-0ED8-47B2-91C4-58A90927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element_232">
            <a:extLst xmlns:a="http://schemas.openxmlformats.org/drawingml/2006/main">
              <a:ext uri="{FF2B5EF4-FFF2-40B4-BE49-F238E27FC236}">
                <a16:creationId xmlns:a16="http://schemas.microsoft.com/office/drawing/2014/main" id="{DC658BB4-AC29-4DC1-9F55-5CE0327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4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6173153" y="7153276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3" name="element_233">
            <a:extLst xmlns:a="http://schemas.openxmlformats.org/drawingml/2006/main">
              <a:ext uri="{FF2B5EF4-FFF2-40B4-BE49-F238E27FC236}">
                <a16:creationId xmlns:a16="http://schemas.microsoft.com/office/drawing/2014/main" id="{565A46A2-160D-418F-9C9C-13F39C8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28650"/>
            <a:ext cx="2981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Hctx = Pₕ(H₀) + Pₗ(L₁:ₜ)</a:t>
            </a:r>
          </a:p>
          <a:p xmlns:a="http://schemas.openxmlformats.org/drawingml/2006/main">
            <a:pPr algn="ctr">
              <a:def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g = T(τ) + Pₑ[Eᴀg,Iᴀg] + Pₛ(Sᵢd)</a:t>
            </a:r>
          </a:p>
        </p:txBody>
      </p:sp>
      <p:sp>
        <p:nvSpPr>
          <p:cNvPr id="314" name="element_234">
            <a:extLst xmlns:a="http://schemas.openxmlformats.org/drawingml/2006/main">
              <a:ext uri="{FF2B5EF4-FFF2-40B4-BE49-F238E27FC236}">
                <a16:creationId xmlns:a16="http://schemas.microsoft.com/office/drawing/2014/main" id="{A3D4DE7C-5FF2-4A35-9BC3-FF764EE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400175"/>
            <a:ext cx="25812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Pₓ(xτ) + Hctx</a:t>
            </a:r>
          </a:p>
        </p:txBody>
      </p:sp>
      <p:sp>
        <p:nvSpPr>
          <p:cNvPr id="315" name="element_235">
            <a:extLst xmlns:a="http://schemas.openxmlformats.org/drawingml/2006/main">
              <a:ext uri="{FF2B5EF4-FFF2-40B4-BE49-F238E27FC236}">
                <a16:creationId xmlns:a16="http://schemas.microsoft.com/office/drawing/2014/main" id="{3850BCD8-197E-40BD-AA2C-3F5C6FE4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038350"/>
            <a:ext cx="3038475" cy="3162300"/>
          </a:xfrm>
          <a:prstGeom xmlns:a="http://schemas.openxmlformats.org/drawingml/2006/main" prst="roundRect">
            <a:avLst>
              <a:gd name="adj" fmla="val 5643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D39243"/>
            </a:solidFill>
          </a:ln>
        </p:spPr>
      </p:sp>
      <p:sp>
        <p:nvSpPr>
          <p:cNvPr id="316" name="element_236">
            <a:extLst xmlns:a="http://schemas.openxmlformats.org/drawingml/2006/main">
              <a:ext uri="{FF2B5EF4-FFF2-40B4-BE49-F238E27FC236}">
                <a16:creationId xmlns:a16="http://schemas.microsoft.com/office/drawing/2014/main" id="{8DC220B2-3760-48B4-88C9-6E61B07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860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632"/>
                </a:solidFill>
                <a:latin typeface="Arial"/>
                <a:ea typeface="Arial"/>
                <a:cs typeface="Arial"/>
              </a:rPr>
              <a:t>AdaLN + Self-Attention</a:t>
            </a:r>
          </a:p>
        </p:txBody>
      </p:sp>
      <p:sp>
        <p:nvSpPr>
          <p:cNvPr id="317" name="element_237">
            <a:extLst xmlns:a="http://schemas.openxmlformats.org/drawingml/2006/main">
              <a:ext uri="{FF2B5EF4-FFF2-40B4-BE49-F238E27FC236}">
                <a16:creationId xmlns:a16="http://schemas.microsoft.com/office/drawing/2014/main" id="{FCBBF907-6C12-4808-A481-76197D9B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718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632"/>
                </a:solidFill>
                <a:latin typeface="Arial"/>
                <a:ea typeface="Arial"/>
                <a:cs typeface="Arial"/>
              </a:rPr>
              <a:t>Style Modulation</a:t>
            </a:r>
          </a:p>
        </p:txBody>
      </p:sp>
      <p:sp>
        <p:nvSpPr>
          <p:cNvPr id="318" name="element_238">
            <a:extLst xmlns:a="http://schemas.openxmlformats.org/drawingml/2006/main">
              <a:ext uri="{FF2B5EF4-FFF2-40B4-BE49-F238E27FC236}">
                <a16:creationId xmlns:a16="http://schemas.microsoft.com/office/drawing/2014/main" id="{E439B4CE-B54E-48FF-A1A3-3BB0A68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723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element_239">
            <a:extLst xmlns:a="http://schemas.openxmlformats.org/drawingml/2006/main">
              <a:ext uri="{FF2B5EF4-FFF2-40B4-BE49-F238E27FC236}">
                <a16:creationId xmlns:a16="http://schemas.microsoft.com/office/drawing/2014/main" id="{75ACA848-4CE8-498A-9F14-71DDA26B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970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8" name=""/>
          <p:cNvCxnSpPr>
            <a:stCxn xmlns:a="http://schemas.openxmlformats.org/drawingml/2006/main" id="318" idx="2"/>
            <a:endCxn xmlns:a="http://schemas.openxmlformats.org/drawingml/2006/main" id="319" idx="0"/>
          </p:cNvCxnSpPr>
          <p:nvPr/>
        </p:nvCxnSpPr>
        <p:spPr>
          <a:xfrm xmlns:a="http://schemas.openxmlformats.org/drawingml/2006/main">
            <a:off x="13439776" y="27251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1" name="element_240">
            <a:extLst xmlns:a="http://schemas.openxmlformats.org/drawingml/2006/main">
              <a:ext uri="{FF2B5EF4-FFF2-40B4-BE49-F238E27FC236}">
                <a16:creationId xmlns:a16="http://schemas.microsoft.com/office/drawing/2014/main" id="{3CB30936-6D2F-49C0-B533-8C4B94EE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576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632"/>
                </a:solidFill>
                <a:latin typeface="Arial"/>
                <a:ea typeface="Arial"/>
                <a:cs typeface="Arial"/>
              </a:rPr>
              <a:t>AdaLN + Cross-Attention</a:t>
            </a:r>
          </a:p>
        </p:txBody>
      </p:sp>
      <p:sp>
        <p:nvSpPr>
          <p:cNvPr id="322" name="element_241">
            <a:extLst xmlns:a="http://schemas.openxmlformats.org/drawingml/2006/main">
              <a:ext uri="{FF2B5EF4-FFF2-40B4-BE49-F238E27FC236}">
                <a16:creationId xmlns:a16="http://schemas.microsoft.com/office/drawing/2014/main" id="{6EDC1352-E060-4FBD-A988-A484D122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3408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element_242">
            <a:extLst xmlns:a="http://schemas.openxmlformats.org/drawingml/2006/main">
              <a:ext uri="{FF2B5EF4-FFF2-40B4-BE49-F238E27FC236}">
                <a16:creationId xmlns:a16="http://schemas.microsoft.com/office/drawing/2014/main" id="{FC7FD2BD-F7BC-4CAC-88F4-75FB26C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3656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>
            <a:off x="13439776" y="34109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5" name="element_243">
            <a:extLst xmlns:a="http://schemas.openxmlformats.org/drawingml/2006/main">
              <a:ext uri="{FF2B5EF4-FFF2-40B4-BE49-F238E27FC236}">
                <a16:creationId xmlns:a16="http://schemas.microsoft.com/office/drawing/2014/main" id="{59B6201A-A9ED-473E-84DD-B323D9A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3434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42632"/>
                </a:solidFill>
                <a:latin typeface="Arial"/>
                <a:ea typeface="Arial"/>
                <a:cs typeface="Arial"/>
              </a:rPr>
              <a:t>AdaLN + Feed Forward</a:t>
            </a:r>
          </a:p>
        </p:txBody>
      </p:sp>
      <p:sp>
        <p:nvSpPr>
          <p:cNvPr id="326" name="element_244">
            <a:extLst xmlns:a="http://schemas.openxmlformats.org/drawingml/2006/main">
              <a:ext uri="{FF2B5EF4-FFF2-40B4-BE49-F238E27FC236}">
                <a16:creationId xmlns:a16="http://schemas.microsoft.com/office/drawing/2014/main" id="{64B7B3E7-EBEB-460F-B1C8-B7DA0E69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7" name="element_245">
            <a:extLst xmlns:a="http://schemas.openxmlformats.org/drawingml/2006/main">
              <a:ext uri="{FF2B5EF4-FFF2-40B4-BE49-F238E27FC236}">
                <a16:creationId xmlns:a16="http://schemas.microsoft.com/office/drawing/2014/main" id="{70833EB9-35B3-4E07-AC56-E4D05A4E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342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6" name=""/>
          <p:cNvCxnSpPr>
            <a:stCxn xmlns:a="http://schemas.openxmlformats.org/drawingml/2006/main" id="326" idx="2"/>
            <a:endCxn xmlns:a="http://schemas.openxmlformats.org/drawingml/2006/main" id="327" idx="0"/>
          </p:cNvCxnSpPr>
          <p:nvPr/>
        </p:nvCxnSpPr>
        <p:spPr>
          <a:xfrm xmlns:a="http://schemas.openxmlformats.org/drawingml/2006/main">
            <a:off x="13439776" y="40967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9" name="element_246">
            <a:extLst xmlns:a="http://schemas.openxmlformats.org/drawingml/2006/main">
              <a:ext uri="{FF2B5EF4-FFF2-40B4-BE49-F238E27FC236}">
                <a16:creationId xmlns:a16="http://schemas.microsoft.com/office/drawing/2014/main" id="{3ABE3549-64B2-4359-9C80-6121BC3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1818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0" name="element_247">
            <a:extLst xmlns:a="http://schemas.openxmlformats.org/drawingml/2006/main">
              <a:ext uri="{FF2B5EF4-FFF2-40B4-BE49-F238E27FC236}">
                <a16:creationId xmlns:a16="http://schemas.microsoft.com/office/drawing/2014/main" id="{37700698-2378-4C19-B942-9099CC48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285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9" name=""/>
          <p:cNvCxnSpPr>
            <a:stCxn xmlns:a="http://schemas.openxmlformats.org/drawingml/2006/main" id="329" idx="2"/>
            <a:endCxn xmlns:a="http://schemas.openxmlformats.org/drawingml/2006/main" id="330" idx="0"/>
          </p:cNvCxnSpPr>
          <p:nvPr/>
        </p:nvCxnSpPr>
        <p:spPr>
          <a:xfrm xmlns:a="http://schemas.openxmlformats.org/drawingml/2006/main">
            <a:off x="13439776" y="1820228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2" name="element_248">
            <a:extLst xmlns:a="http://schemas.openxmlformats.org/drawingml/2006/main">
              <a:ext uri="{FF2B5EF4-FFF2-40B4-BE49-F238E27FC236}">
                <a16:creationId xmlns:a16="http://schemas.microsoft.com/office/drawing/2014/main" id="{CA7F40CB-5ABB-45CE-BA49-076C9FC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8958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× N blocks · gated residuals</a:t>
            </a:r>
          </a:p>
        </p:txBody>
      </p:sp>
      <p:sp>
        <p:nvSpPr>
          <p:cNvPr id="333" name="element_249">
            <a:extLst xmlns:a="http://schemas.openxmlformats.org/drawingml/2006/main">
              <a:ext uri="{FF2B5EF4-FFF2-40B4-BE49-F238E27FC236}">
                <a16:creationId xmlns:a16="http://schemas.microsoft.com/office/drawing/2014/main" id="{31C2D83D-A4C2-463E-B711-A3BC3A6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45757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3924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D39243"/>
                </a:solidFill>
                <a:latin typeface="Times New Roman"/>
                <a:ea typeface="Times New Roman"/>
                <a:cs typeface="Times New Roman"/>
              </a:rPr>
              <a:t>K,V = Hctx</a:t>
            </a:r>
          </a:p>
        </p:txBody>
      </p:sp>
      <p:sp>
        <p:nvSpPr>
          <p:cNvPr id="334" name="element_250">
            <a:extLst xmlns:a="http://schemas.openxmlformats.org/drawingml/2006/main">
              <a:ext uri="{FF2B5EF4-FFF2-40B4-BE49-F238E27FC236}">
                <a16:creationId xmlns:a16="http://schemas.microsoft.com/office/drawing/2014/main" id="{5BA2F93B-74DE-432E-BB30-6A5FF2ED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57825"/>
            <a:ext cx="24955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632"/>
                </a:solidFill>
                <a:latin typeface="Arial"/>
                <a:ea typeface="Arial"/>
                <a:cs typeface="Arial"/>
              </a:rPr>
              <a:t>Output AdaLN + Linear</a:t>
            </a:r>
          </a:p>
        </p:txBody>
      </p:sp>
      <p:sp>
        <p:nvSpPr>
          <p:cNvPr id="335" name="element_251">
            <a:extLst xmlns:a="http://schemas.openxmlformats.org/drawingml/2006/main">
              <a:ext uri="{FF2B5EF4-FFF2-40B4-BE49-F238E27FC236}">
                <a16:creationId xmlns:a16="http://schemas.microsoft.com/office/drawing/2014/main" id="{1D17EC36-971B-492A-A931-FFA14093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element_252">
            <a:extLst xmlns:a="http://schemas.openxmlformats.org/drawingml/2006/main">
              <a:ext uri="{FF2B5EF4-FFF2-40B4-BE49-F238E27FC236}">
                <a16:creationId xmlns:a16="http://schemas.microsoft.com/office/drawing/2014/main" id="{A4929609-2B33-42FF-9083-3EBCEA4C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5456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5" name=""/>
          <p:cNvCxnSpPr>
            <a:stCxn xmlns:a="http://schemas.openxmlformats.org/drawingml/2006/main" id="335" idx="2"/>
            <a:endCxn xmlns:a="http://schemas.openxmlformats.org/drawingml/2006/main" id="336" idx="0"/>
          </p:cNvCxnSpPr>
          <p:nvPr/>
        </p:nvCxnSpPr>
        <p:spPr>
          <a:xfrm xmlns:a="http://schemas.openxmlformats.org/drawingml/2006/main">
            <a:off x="13439776" y="4782503"/>
            <a:ext cx="0" cy="6743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8" name="element_253">
            <a:extLst xmlns:a="http://schemas.openxmlformats.org/drawingml/2006/main">
              <a:ext uri="{FF2B5EF4-FFF2-40B4-BE49-F238E27FC236}">
                <a16:creationId xmlns:a16="http://schemas.microsoft.com/office/drawing/2014/main" id="{1CF2E2F0-E61B-4894-BAC1-723BF065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924550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vθ(xτ, τ)</a:t>
            </a:r>
          </a:p>
        </p:txBody>
      </p:sp>
      <p:sp>
        <p:nvSpPr>
          <p:cNvPr id="339" name="element_254">
            <a:extLst xmlns:a="http://schemas.openxmlformats.org/drawingml/2006/main">
              <a:ext uri="{FF2B5EF4-FFF2-40B4-BE49-F238E27FC236}">
                <a16:creationId xmlns:a16="http://schemas.microsoft.com/office/drawing/2014/main" id="{96E7DA9F-0C8B-43DC-8C2D-828A8537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305550"/>
            <a:ext cx="249555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632"/>
                </a:solidFill>
                <a:latin typeface="Arial"/>
                <a:ea typeface="Arial"/>
                <a:cs typeface="Arial"/>
              </a:rPr>
              <a:t>Flow integration</a:t>
            </a:r>
          </a:p>
        </p:txBody>
      </p:sp>
      <p:sp>
        <p:nvSpPr>
          <p:cNvPr id="340" name="element_255">
            <a:extLst xmlns:a="http://schemas.openxmlformats.org/drawingml/2006/main">
              <a:ext uri="{FF2B5EF4-FFF2-40B4-BE49-F238E27FC236}">
                <a16:creationId xmlns:a16="http://schemas.microsoft.com/office/drawing/2014/main" id="{A3A5DCE5-4750-4250-B701-F30DDE10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element_256">
            <a:extLst xmlns:a="http://schemas.openxmlformats.org/drawingml/2006/main">
              <a:ext uri="{FF2B5EF4-FFF2-40B4-BE49-F238E27FC236}">
                <a16:creationId xmlns:a16="http://schemas.microsoft.com/office/drawing/2014/main" id="{C8AA7AA6-A587-49E6-B3DB-76A1BCE2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630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13439776" y="6173153"/>
            <a:ext cx="0" cy="131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43" name="element_257">
            <a:extLst xmlns:a="http://schemas.openxmlformats.org/drawingml/2006/main">
              <a:ext uri="{FF2B5EF4-FFF2-40B4-BE49-F238E27FC236}">
                <a16:creationId xmlns:a16="http://schemas.microsoft.com/office/drawing/2014/main" id="{791758E3-DED1-44EE-BFC9-B5AC9D3B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6858000"/>
            <a:ext cx="2809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R = s · Integrate(vθ, z)</a:t>
            </a:r>
          </a:p>
          <a:p xmlns:a="http://schemas.openxmlformats.org/drawingml/2006/main">
            <a:pPr algn="ctr">
              <a:def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M̂ = B₀(C) + Pᵢd + Sexp ⊙ R</a:t>
            </a:r>
          </a:p>
        </p:txBody>
      </p:sp>
      <p:sp>
        <p:nvSpPr>
          <p:cNvPr id="344" name="element_258">
            <a:extLst xmlns:a="http://schemas.openxmlformats.org/drawingml/2006/main">
              <a:ext uri="{FF2B5EF4-FFF2-40B4-BE49-F238E27FC236}">
                <a16:creationId xmlns:a16="http://schemas.microsoft.com/office/drawing/2014/main" id="{D6976F3C-59E5-4877-8FFC-F304B7AE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7515225"/>
            <a:ext cx="280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F7DA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8F7DAB"/>
                </a:solidFill>
                <a:latin typeface="Times New Roman"/>
                <a:ea typeface="Times New Roman"/>
                <a:cs typeface="Times New Roman"/>
              </a:rPr>
              <a:t>Sexp,mouth/jaw = 0</a:t>
            </a:r>
          </a:p>
        </p:txBody>
      </p:sp>
      <p:sp>
        <p:nvSpPr>
          <p:cNvPr id="345" name="element_259">
            <a:extLst xmlns:a="http://schemas.openxmlformats.org/drawingml/2006/main">
              <a:ext uri="{FF2B5EF4-FFF2-40B4-BE49-F238E27FC236}">
                <a16:creationId xmlns:a16="http://schemas.microsoft.com/office/drawing/2014/main" id="{A42DE215-994F-4255-AF0C-4CA50308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8" y="8009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6" name="element_260">
            <a:extLst xmlns:a="http://schemas.openxmlformats.org/drawingml/2006/main">
              <a:ext uri="{FF2B5EF4-FFF2-40B4-BE49-F238E27FC236}">
                <a16:creationId xmlns:a16="http://schemas.microsoft.com/office/drawing/2014/main" id="{2609EF54-C819-415B-ABB6-962EA1B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298" y="8009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5" name=""/>
          <p:cNvCxnSpPr>
            <a:stCxn xmlns:a="http://schemas.openxmlformats.org/drawingml/2006/main" id="345" idx="3"/>
            <a:endCxn xmlns:a="http://schemas.openxmlformats.org/drawingml/2006/main" id="346" idx="1"/>
          </p:cNvCxnSpPr>
          <p:nvPr/>
        </p:nvCxnSpPr>
        <p:spPr>
          <a:xfrm xmlns:a="http://schemas.openxmlformats.org/drawingml/2006/main">
            <a:off x="286703" y="8010526"/>
            <a:ext cx="14666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1B9"/>
            </a:solidFill>
            <a:prstDash val="solid"/>
          </a:ln>
        </p:spPr>
      </p:cxnSp>
      <p:sp>
        <p:nvSpPr>
          <p:cNvPr id="348" name="element_261">
            <a:extLst xmlns:a="http://schemas.openxmlformats.org/drawingml/2006/main">
              <a:ext uri="{FF2B5EF4-FFF2-40B4-BE49-F238E27FC236}">
                <a16:creationId xmlns:a16="http://schemas.microsoft.com/office/drawing/2014/main" id="{39D4FA5B-E089-4A8C-8A0E-9668A968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24825"/>
            <a:ext cx="1466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Figure 1. KineTalk combines reference execution features and audio affect conditions with a protected articulation pathway.</a:t>
            </a:r>
          </a:p>
        </p:txBody>
      </p:sp>
    </p:spTree>
    <p:extLst>
      <p:ext uri="{BB962C8B-B14F-4D97-AF65-F5344CB8AC3E}">
        <p14:creationId xmlns:p14="http://schemas.microsoft.com/office/powerpoint/2010/main" val="460636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9" name="element_262">
            <a:extLst xmlns:a="http://schemas.openxmlformats.org/drawingml/2006/main">
              <a:ext uri="{FF2B5EF4-FFF2-40B4-BE49-F238E27FC236}">
                <a16:creationId xmlns:a16="http://schemas.microsoft.com/office/drawing/2014/main" id="{53DD1C2D-D276-4F0B-BEF0-112CC09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(a) KineTalk 总体架构</a:t>
            </a:r>
          </a:p>
        </p:txBody>
      </p:sp>
      <p:sp>
        <p:nvSpPr>
          <p:cNvPr id="2" name="element_263">
            <a:extLst xmlns:a="http://schemas.openxmlformats.org/drawingml/2006/main">
              <a:ext uri="{FF2B5EF4-FFF2-40B4-BE49-F238E27FC236}">
                <a16:creationId xmlns:a16="http://schemas.microsoft.com/office/drawing/2014/main" id="{7559EC15-F3A1-4761-B49F-B785D140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173" y="332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element_264">
            <a:extLst xmlns:a="http://schemas.openxmlformats.org/drawingml/2006/main">
              <a:ext uri="{FF2B5EF4-FFF2-40B4-BE49-F238E27FC236}">
                <a16:creationId xmlns:a16="http://schemas.microsoft.com/office/drawing/2014/main" id="{8052081D-11C7-4746-910D-84A7EC12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7173" y="771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11668126" y="334328"/>
            <a:ext cx="0" cy="7379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7079"/>
            </a:solidFill>
            <a:prstDash val="dash"/>
          </a:ln>
        </p:spPr>
      </p:cxnSp>
      <p:sp>
        <p:nvSpPr>
          <p:cNvPr id="5" name="element_265">
            <a:extLst xmlns:a="http://schemas.openxmlformats.org/drawingml/2006/main">
              <a:ext uri="{FF2B5EF4-FFF2-40B4-BE49-F238E27FC236}">
                <a16:creationId xmlns:a16="http://schemas.microsoft.com/office/drawing/2014/main" id="{6F1F98C1-7445-4F26-A5CE-2274243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428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(b) 条件表达生成器</a:t>
            </a:r>
          </a:p>
        </p:txBody>
      </p:sp>
      <p:sp>
        <p:nvSpPr>
          <p:cNvPr id="6" name="element_266">
            <a:extLst xmlns:a="http://schemas.openxmlformats.org/drawingml/2006/main">
              <a:ext uri="{FF2B5EF4-FFF2-40B4-BE49-F238E27FC236}">
                <a16:creationId xmlns:a16="http://schemas.microsoft.com/office/drawing/2014/main" id="{FF36440E-A012-4AD9-912F-9CAC9047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57225"/>
            <a:ext cx="5495925" cy="116205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1F8FC"/>
          </a:solidFill>
          <a:ln xmlns:a="http://schemas.openxmlformats.org/drawingml/2006/main" w="10478">
            <a:solidFill>
              <a:srgbClr val="A8CADD"/>
            </a:solidFill>
          </a:ln>
        </p:spPr>
      </p:sp>
      <p:sp>
        <p:nvSpPr>
          <p:cNvPr id="7" name="element_267">
            <a:extLst xmlns:a="http://schemas.openxmlformats.org/drawingml/2006/main">
              <a:ext uri="{FF2B5EF4-FFF2-40B4-BE49-F238E27FC236}">
                <a16:creationId xmlns:a16="http://schemas.microsoft.com/office/drawing/2014/main" id="{22CE587E-21F4-4552-9418-9B2132EC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23925"/>
            <a:ext cx="1343025" cy="742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8" name="element_268">
            <a:extLst xmlns:a="http://schemas.openxmlformats.org/drawingml/2006/main">
              <a:ext uri="{FF2B5EF4-FFF2-40B4-BE49-F238E27FC236}">
                <a16:creationId xmlns:a16="http://schemas.microsoft.com/office/drawing/2014/main" id="{039E4517-324A-4F4F-B938-820B6549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952500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目标语音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9" name="encoder_269">
            <a:extLst xmlns:a="http://schemas.openxmlformats.org/drawingml/2006/main">
              <a:ext uri="{FF2B5EF4-FFF2-40B4-BE49-F238E27FC236}">
                <a16:creationId xmlns:a16="http://schemas.microsoft.com/office/drawing/2014/main" id="{B9453871-9462-4F5A-A00B-D487ABFC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57250"/>
            <a:ext cx="1066800" cy="609600"/>
          </a:xfrm>
          <a:custGeom xmlns:a="http://schemas.openxmlformats.org/drawingml/2006/main">
            <a:pathLst>
              <a:path w="1066800" h="609600">
                <a:moveTo>
                  <a:pt x="0" y="0"/>
                </a:moveTo>
                <a:lnTo>
                  <a:pt x="1066800" y="97536"/>
                </a:lnTo>
                <a:lnTo>
                  <a:pt x="1066800" y="512064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10" name="element_270">
            <a:extLst xmlns:a="http://schemas.openxmlformats.org/drawingml/2006/main">
              <a:ext uri="{FF2B5EF4-FFF2-40B4-BE49-F238E27FC236}">
                <a16:creationId xmlns:a16="http://schemas.microsoft.com/office/drawing/2014/main" id="{9445F562-5C31-402F-A648-85CF653C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952500"/>
            <a:ext cx="923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语音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11" name="element_271">
            <a:extLst xmlns:a="http://schemas.openxmlformats.org/drawingml/2006/main">
              <a:ext uri="{FF2B5EF4-FFF2-40B4-BE49-F238E27FC236}">
                <a16:creationId xmlns:a16="http://schemas.microsoft.com/office/drawing/2014/main" id="{A6872C6E-7A21-4423-AC29-51F21BE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76300"/>
            <a:ext cx="1571625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5ECFA"/>
          </a:solidFill>
          <a:ln xmlns:a="http://schemas.openxmlformats.org/drawingml/2006/main" w="10478">
            <a:solidFill>
              <a:srgbClr val="328FC1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发音映射 B₀</a:t>
            </a:r>
          </a:p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表达阶段冻结</a:t>
            </a:r>
          </a:p>
        </p:txBody>
      </p:sp>
      <p:sp>
        <p:nvSpPr>
          <p:cNvPr id="12" name="element_272">
            <a:extLst xmlns:a="http://schemas.openxmlformats.org/drawingml/2006/main">
              <a:ext uri="{FF2B5EF4-FFF2-40B4-BE49-F238E27FC236}">
                <a16:creationId xmlns:a16="http://schemas.microsoft.com/office/drawing/2014/main" id="{5D799A7E-D68E-4C3C-B364-37E1C4E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3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element_273">
            <a:extLst xmlns:a="http://schemas.openxmlformats.org/drawingml/2006/main">
              <a:ext uri="{FF2B5EF4-FFF2-40B4-BE49-F238E27FC236}">
                <a16:creationId xmlns:a16="http://schemas.microsoft.com/office/drawing/2014/main" id="{A6BD3840-D345-4FAD-A4C5-20A38D5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629728" y="1285876"/>
            <a:ext cx="6172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" name="element_274">
            <a:extLst xmlns:a="http://schemas.openxmlformats.org/drawingml/2006/main">
              <a:ext uri="{FF2B5EF4-FFF2-40B4-BE49-F238E27FC236}">
                <a16:creationId xmlns:a16="http://schemas.microsoft.com/office/drawing/2014/main" id="{4256395C-C6E1-4832-9A55-BC24AD0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element_275">
            <a:extLst xmlns:a="http://schemas.openxmlformats.org/drawingml/2006/main">
              <a:ext uri="{FF2B5EF4-FFF2-40B4-BE49-F238E27FC236}">
                <a16:creationId xmlns:a16="http://schemas.microsoft.com/office/drawing/2014/main" id="{94090238-7721-4472-AC4A-96CCAE89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15653" y="1152526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8" name="encoder_276">
            <a:extLst xmlns:a="http://schemas.openxmlformats.org/drawingml/2006/main">
              <a:ext uri="{FF2B5EF4-FFF2-40B4-BE49-F238E27FC236}">
                <a16:creationId xmlns:a16="http://schemas.microsoft.com/office/drawing/2014/main" id="{ECCD5D2E-2D14-40AB-A1EC-E39A60A9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09625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19" name="encoder_277">
            <a:extLst xmlns:a="http://schemas.openxmlformats.org/drawingml/2006/main">
              <a:ext uri="{FF2B5EF4-FFF2-40B4-BE49-F238E27FC236}">
                <a16:creationId xmlns:a16="http://schemas.microsoft.com/office/drawing/2014/main" id="{23D79455-A2E5-4ACB-B3D5-76068F44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809625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D5ECFA"/>
          </a:solidFill>
          <a:ln xmlns:a="http://schemas.openxmlformats.org/drawingml/2006/main" w="11430">
            <a:solidFill>
              <a:srgbClr val="328FC1"/>
            </a:solidFill>
          </a:ln>
        </p:spPr>
      </p:sp>
      <p:sp>
        <p:nvSpPr>
          <p:cNvPr id="20" name="element_278">
            <a:extLst xmlns:a="http://schemas.openxmlformats.org/drawingml/2006/main">
              <a:ext uri="{FF2B5EF4-FFF2-40B4-BE49-F238E27FC236}">
                <a16:creationId xmlns:a16="http://schemas.microsoft.com/office/drawing/2014/main" id="{0A32BA45-7FB1-4516-85ED-4792A144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895350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CFA"/>
          </a:solidFill>
          <a:ln xmlns:a="http://schemas.openxmlformats.org/drawingml/2006/main" w="10478">
            <a:solidFill>
              <a:srgbClr val="328FC1"/>
            </a:solidFill>
          </a:ln>
        </p:spPr>
      </p:sp>
      <p:sp>
        <p:nvSpPr>
          <p:cNvPr id="21" name="element_279">
            <a:extLst xmlns:a="http://schemas.openxmlformats.org/drawingml/2006/main">
              <a:ext uri="{FF2B5EF4-FFF2-40B4-BE49-F238E27FC236}">
                <a16:creationId xmlns:a16="http://schemas.microsoft.com/office/drawing/2014/main" id="{27360D97-CF70-4E3B-98A4-54F01EE2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023" y="894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element_280">
            <a:extLst xmlns:a="http://schemas.openxmlformats.org/drawingml/2006/main">
              <a:ext uri="{FF2B5EF4-FFF2-40B4-BE49-F238E27FC236}">
                <a16:creationId xmlns:a16="http://schemas.microsoft.com/office/drawing/2014/main" id="{8F99E35B-A8AB-454E-BD54-2EB3F663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023" y="1370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895976" y="89630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24" name="element_281">
            <a:extLst xmlns:a="http://schemas.openxmlformats.org/drawingml/2006/main">
              <a:ext uri="{FF2B5EF4-FFF2-40B4-BE49-F238E27FC236}">
                <a16:creationId xmlns:a16="http://schemas.microsoft.com/office/drawing/2014/main" id="{0E36A41C-8171-4B40-903D-164F2F0C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894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element_282">
            <a:extLst xmlns:a="http://schemas.openxmlformats.org/drawingml/2006/main">
              <a:ext uri="{FF2B5EF4-FFF2-40B4-BE49-F238E27FC236}">
                <a16:creationId xmlns:a16="http://schemas.microsoft.com/office/drawing/2014/main" id="{EDEA51B9-1F07-448A-80E7-F7AA3033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1370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5991226" y="89630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27" name="element_283">
            <a:extLst xmlns:a="http://schemas.openxmlformats.org/drawingml/2006/main">
              <a:ext uri="{FF2B5EF4-FFF2-40B4-BE49-F238E27FC236}">
                <a16:creationId xmlns:a16="http://schemas.microsoft.com/office/drawing/2014/main" id="{2FDBEFED-7AEB-4DB9-92AA-14027715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98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element_284">
            <a:extLst xmlns:a="http://schemas.openxmlformats.org/drawingml/2006/main">
              <a:ext uri="{FF2B5EF4-FFF2-40B4-BE49-F238E27FC236}">
                <a16:creationId xmlns:a16="http://schemas.microsoft.com/office/drawing/2014/main" id="{1F4142AA-AC24-4465-93DD-DFE0FA19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98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801678" y="9906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0" name="element_285">
            <a:extLst xmlns:a="http://schemas.openxmlformats.org/drawingml/2006/main">
              <a:ext uri="{FF2B5EF4-FFF2-40B4-BE49-F238E27FC236}">
                <a16:creationId xmlns:a16="http://schemas.microsoft.com/office/drawing/2014/main" id="{A4ECD502-C4A6-47B9-921A-653E8267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084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element_286">
            <a:extLst xmlns:a="http://schemas.openxmlformats.org/drawingml/2006/main">
              <a:ext uri="{FF2B5EF4-FFF2-40B4-BE49-F238E27FC236}">
                <a16:creationId xmlns:a16="http://schemas.microsoft.com/office/drawing/2014/main" id="{C0C8C1FF-D598-430F-A0B4-6A73FA1F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084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801678" y="10858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3" name="element_287">
            <a:extLst xmlns:a="http://schemas.openxmlformats.org/drawingml/2006/main">
              <a:ext uri="{FF2B5EF4-FFF2-40B4-BE49-F238E27FC236}">
                <a16:creationId xmlns:a16="http://schemas.microsoft.com/office/drawing/2014/main" id="{D5B33739-A856-42AB-9A6B-D12FA88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180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element_288">
            <a:extLst xmlns:a="http://schemas.openxmlformats.org/drawingml/2006/main">
              <a:ext uri="{FF2B5EF4-FFF2-40B4-BE49-F238E27FC236}">
                <a16:creationId xmlns:a16="http://schemas.microsoft.com/office/drawing/2014/main" id="{9A81584B-5679-48CE-A79F-1FDAE76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180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801678" y="11811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6" name="element_289">
            <a:extLst xmlns:a="http://schemas.openxmlformats.org/drawingml/2006/main">
              <a:ext uri="{FF2B5EF4-FFF2-40B4-BE49-F238E27FC236}">
                <a16:creationId xmlns:a16="http://schemas.microsoft.com/office/drawing/2014/main" id="{3A030AD4-2635-47F8-AB3D-838B6BEE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27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element_290">
            <a:extLst xmlns:a="http://schemas.openxmlformats.org/drawingml/2006/main">
              <a:ext uri="{FF2B5EF4-FFF2-40B4-BE49-F238E27FC236}">
                <a16:creationId xmlns:a16="http://schemas.microsoft.com/office/drawing/2014/main" id="{3CC6DE33-7201-4FA8-84C4-8ABFDCBD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523" y="1275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801678" y="12763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39" name="element_291">
            <a:extLst xmlns:a="http://schemas.openxmlformats.org/drawingml/2006/main">
              <a:ext uri="{FF2B5EF4-FFF2-40B4-BE49-F238E27FC236}">
                <a16:creationId xmlns:a16="http://schemas.microsoft.com/office/drawing/2014/main" id="{8FB59EF0-5D16-4E71-AA6F-ACFC8E36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element_292">
            <a:extLst xmlns:a="http://schemas.openxmlformats.org/drawingml/2006/main">
              <a:ext uri="{FF2B5EF4-FFF2-40B4-BE49-F238E27FC236}">
                <a16:creationId xmlns:a16="http://schemas.microsoft.com/office/drawing/2014/main" id="{82D9EF9D-88C0-44C1-896B-21C0C2CC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9773" y="115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277803" y="1152526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42" name="element_293">
            <a:extLst xmlns:a="http://schemas.openxmlformats.org/drawingml/2006/main">
              <a:ext uri="{FF2B5EF4-FFF2-40B4-BE49-F238E27FC236}">
                <a16:creationId xmlns:a16="http://schemas.microsoft.com/office/drawing/2014/main" id="{5C9B33B0-59F1-427B-84F8-76BB3ECC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028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H₀</a:t>
            </a:r>
          </a:p>
        </p:txBody>
      </p:sp>
      <p:sp>
        <p:nvSpPr>
          <p:cNvPr id="43" name="element_294">
            <a:extLst xmlns:a="http://schemas.openxmlformats.org/drawingml/2006/main">
              <a:ext uri="{FF2B5EF4-FFF2-40B4-BE49-F238E27FC236}">
                <a16:creationId xmlns:a16="http://schemas.microsoft.com/office/drawing/2014/main" id="{198F1170-134D-4431-ADE7-6C4EE413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33525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语音内容与发音运动</a:t>
            </a:r>
          </a:p>
        </p:txBody>
      </p:sp>
      <p:sp>
        <p:nvSpPr>
          <p:cNvPr id="44" name="element_295">
            <a:extLst xmlns:a="http://schemas.openxmlformats.org/drawingml/2006/main">
              <a:ext uri="{FF2B5EF4-FFF2-40B4-BE49-F238E27FC236}">
                <a16:creationId xmlns:a16="http://schemas.microsoft.com/office/drawing/2014/main" id="{665CA035-FE13-47B6-B332-B269604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87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element_296">
            <a:extLst xmlns:a="http://schemas.openxmlformats.org/drawingml/2006/main">
              <a:ext uri="{FF2B5EF4-FFF2-40B4-BE49-F238E27FC236}">
                <a16:creationId xmlns:a16="http://schemas.microsoft.com/office/drawing/2014/main" id="{9F010822-4DAD-4F82-BF27-D7B57FE7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4" name=""/>
          <p:cNvCxnSpPr>
            <a:stCxn xmlns:a="http://schemas.openxmlformats.org/drawingml/2006/main" id="44" idx="0"/>
            <a:endCxn xmlns:a="http://schemas.openxmlformats.org/drawingml/2006/main" id="45" idx="2"/>
          </p:cNvCxnSpPr>
          <p:nvPr/>
        </p:nvCxnSpPr>
        <p:spPr>
          <a:xfrm xmlns:a="http://schemas.openxmlformats.org/drawingml/2006/main" flipV="1">
            <a:off x="4476751" y="591503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47" name="element_297">
            <a:extLst xmlns:a="http://schemas.openxmlformats.org/drawingml/2006/main">
              <a:ext uri="{FF2B5EF4-FFF2-40B4-BE49-F238E27FC236}">
                <a16:creationId xmlns:a16="http://schemas.microsoft.com/office/drawing/2014/main" id="{A2F1D811-991F-4E5A-ACC6-B77641DA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element_298">
            <a:extLst xmlns:a="http://schemas.openxmlformats.org/drawingml/2006/main">
              <a:ext uri="{FF2B5EF4-FFF2-40B4-BE49-F238E27FC236}">
                <a16:creationId xmlns:a16="http://schemas.microsoft.com/office/drawing/2014/main" id="{4362D1F2-F136-4B6C-8137-A3B6CC87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4477703" y="590551"/>
            <a:ext cx="6284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50" name="element_299">
            <a:extLst xmlns:a="http://schemas.openxmlformats.org/drawingml/2006/main">
              <a:ext uri="{FF2B5EF4-FFF2-40B4-BE49-F238E27FC236}">
                <a16:creationId xmlns:a16="http://schemas.microsoft.com/office/drawing/2014/main" id="{63CC3176-C794-461C-908B-A0DC5484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89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element_300">
            <a:extLst xmlns:a="http://schemas.openxmlformats.org/drawingml/2006/main">
              <a:ext uri="{FF2B5EF4-FFF2-40B4-BE49-F238E27FC236}">
                <a16:creationId xmlns:a16="http://schemas.microsoft.com/office/drawing/2014/main" id="{910DCE68-FC62-4A9A-A029-5213A58F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0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0763251" y="591503"/>
            <a:ext cx="0" cy="4703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53" name="element_301">
            <a:extLst xmlns:a="http://schemas.openxmlformats.org/drawingml/2006/main">
              <a:ext uri="{FF2B5EF4-FFF2-40B4-BE49-F238E27FC236}">
                <a16:creationId xmlns:a16="http://schemas.microsoft.com/office/drawing/2014/main" id="{049F4B63-AF34-41B8-A9C3-4235401A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229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element_302">
            <a:extLst xmlns:a="http://schemas.openxmlformats.org/drawingml/2006/main">
              <a:ext uri="{FF2B5EF4-FFF2-40B4-BE49-F238E27FC236}">
                <a16:creationId xmlns:a16="http://schemas.microsoft.com/office/drawing/2014/main" id="{A0B2BE67-B37B-4DC9-BE28-91C2F192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22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53" idx="1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H="1">
            <a:off x="10545128" y="5295901"/>
            <a:ext cx="2171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56" name="element_303">
            <a:extLst xmlns:a="http://schemas.openxmlformats.org/drawingml/2006/main">
              <a:ext uri="{FF2B5EF4-FFF2-40B4-BE49-F238E27FC236}">
                <a16:creationId xmlns:a16="http://schemas.microsoft.com/office/drawing/2014/main" id="{2AC6EF17-1264-4F32-962A-86ACD152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328FC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328FC1"/>
                </a:solidFill>
                <a:latin typeface="Times New Roman"/>
                <a:ea typeface="Times New Roman"/>
                <a:cs typeface="Times New Roman"/>
              </a:rPr>
              <a:t>B₀(C)</a:t>
            </a:r>
          </a:p>
        </p:txBody>
      </p:sp>
      <p:sp>
        <p:nvSpPr>
          <p:cNvPr id="57" name="element_304">
            <a:extLst xmlns:a="http://schemas.openxmlformats.org/drawingml/2006/main">
              <a:ext uri="{FF2B5EF4-FFF2-40B4-BE49-F238E27FC236}">
                <a16:creationId xmlns:a16="http://schemas.microsoft.com/office/drawing/2014/main" id="{E7BE1E4B-C16F-4836-8739-E4683BCE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33600"/>
            <a:ext cx="5495925" cy="1743075"/>
          </a:xfrm>
          <a:prstGeom xmlns:a="http://schemas.openxmlformats.org/drawingml/2006/main" prst="roundRect">
            <a:avLst>
              <a:gd name="adj" fmla="val 10929"/>
            </a:avLst>
          </a:prstGeom>
          <a:solidFill xmlns:a="http://schemas.openxmlformats.org/drawingml/2006/main">
            <a:srgbClr val="FFF8DE"/>
          </a:solidFill>
          <a:ln xmlns:a="http://schemas.openxmlformats.org/drawingml/2006/main" w="10478">
            <a:solidFill>
              <a:srgbClr val="D8C996"/>
            </a:solidFill>
          </a:ln>
        </p:spPr>
      </p:sp>
      <p:sp>
        <p:nvSpPr>
          <p:cNvPr id="58" name="encoder_305">
            <a:extLst xmlns:a="http://schemas.openxmlformats.org/drawingml/2006/main">
              <a:ext uri="{FF2B5EF4-FFF2-40B4-BE49-F238E27FC236}">
                <a16:creationId xmlns:a16="http://schemas.microsoft.com/office/drawing/2014/main" id="{4419B6EF-D6DA-4BD8-88DE-4A6D8214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24125"/>
            <a:ext cx="1066800" cy="857250"/>
          </a:xfrm>
          <a:custGeom xmlns:a="http://schemas.openxmlformats.org/drawingml/2006/main">
            <a:pathLst>
              <a:path w="1066800" h="857250">
                <a:moveTo>
                  <a:pt x="0" y="0"/>
                </a:moveTo>
                <a:lnTo>
                  <a:pt x="1066800" y="137160"/>
                </a:lnTo>
                <a:lnTo>
                  <a:pt x="1066800" y="72009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59" name="element_306">
            <a:extLst xmlns:a="http://schemas.openxmlformats.org/drawingml/2006/main">
              <a:ext uri="{FF2B5EF4-FFF2-40B4-BE49-F238E27FC236}">
                <a16:creationId xmlns:a16="http://schemas.microsoft.com/office/drawing/2014/main" id="{A78FC3C0-F491-4E1C-A439-3A6CAB0B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619375"/>
            <a:ext cx="923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情感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60" name="element_307">
            <a:extLst xmlns:a="http://schemas.openxmlformats.org/drawingml/2006/main">
              <a:ext uri="{FF2B5EF4-FFF2-40B4-BE49-F238E27FC236}">
                <a16:creationId xmlns:a16="http://schemas.microsoft.com/office/drawing/2014/main" id="{303FF8CE-2111-4693-916D-4D081791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57450"/>
            <a:ext cx="142875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全局聚合</a:t>
            </a:r>
          </a:p>
        </p:txBody>
      </p:sp>
      <p:sp>
        <p:nvSpPr>
          <p:cNvPr id="61" name="element_308">
            <a:extLst xmlns:a="http://schemas.openxmlformats.org/drawingml/2006/main">
              <a:ext uri="{FF2B5EF4-FFF2-40B4-BE49-F238E27FC236}">
                <a16:creationId xmlns:a16="http://schemas.microsoft.com/office/drawing/2014/main" id="{7EF9F14E-5F8B-470A-91C7-40B5A464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09925"/>
            <a:ext cx="1428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局部投影</a:t>
            </a:r>
          </a:p>
        </p:txBody>
      </p:sp>
      <p:sp>
        <p:nvSpPr>
          <p:cNvPr id="62" name="element_309">
            <a:extLst xmlns:a="http://schemas.openxmlformats.org/drawingml/2006/main">
              <a:ext uri="{FF2B5EF4-FFF2-40B4-BE49-F238E27FC236}">
                <a16:creationId xmlns:a16="http://schemas.microsoft.com/office/drawing/2014/main" id="{F1E0D145-AD17-4D68-96E6-EC0F985C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128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element_310">
            <a:extLst xmlns:a="http://schemas.openxmlformats.org/drawingml/2006/main">
              <a:ext uri="{FF2B5EF4-FFF2-40B4-BE49-F238E27FC236}">
                <a16:creationId xmlns:a16="http://schemas.microsoft.com/office/drawing/2014/main" id="{AE6DC6C1-657B-42A6-8B57-F8A4015B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2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809751" y="1286828"/>
            <a:ext cx="0" cy="1664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65" name="element_311">
            <a:extLst xmlns:a="http://schemas.openxmlformats.org/drawingml/2006/main">
              <a:ext uri="{FF2B5EF4-FFF2-40B4-BE49-F238E27FC236}">
                <a16:creationId xmlns:a16="http://schemas.microsoft.com/office/drawing/2014/main" id="{644C2E97-012D-4187-9F01-41834790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element_312">
            <a:extLst xmlns:a="http://schemas.openxmlformats.org/drawingml/2006/main">
              <a:ext uri="{FF2B5EF4-FFF2-40B4-BE49-F238E27FC236}">
                <a16:creationId xmlns:a16="http://schemas.microsoft.com/office/drawing/2014/main" id="{39ACEA03-60AC-49BC-A9CA-D652FC03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5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1810703" y="2952751"/>
            <a:ext cx="4362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68" name="element_313">
            <a:extLst xmlns:a="http://schemas.openxmlformats.org/drawingml/2006/main">
              <a:ext uri="{FF2B5EF4-FFF2-40B4-BE49-F238E27FC236}">
                <a16:creationId xmlns:a16="http://schemas.microsoft.com/office/drawing/2014/main" id="{B9220F94-9485-46CF-94F3-1300059B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element_314">
            <a:extLst xmlns:a="http://schemas.openxmlformats.org/drawingml/2006/main">
              <a:ext uri="{FF2B5EF4-FFF2-40B4-BE49-F238E27FC236}">
                <a16:creationId xmlns:a16="http://schemas.microsoft.com/office/drawing/2014/main" id="{162A7AAE-A064-41C8-89DC-BE226F2E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8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3315653" y="2952751"/>
            <a:ext cx="1790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71" name="element_315">
            <a:extLst xmlns:a="http://schemas.openxmlformats.org/drawingml/2006/main">
              <a:ext uri="{FF2B5EF4-FFF2-40B4-BE49-F238E27FC236}">
                <a16:creationId xmlns:a16="http://schemas.microsoft.com/office/drawing/2014/main" id="{2A531CB5-9B62-4539-94C9-BCEFBC9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element_316">
            <a:extLst xmlns:a="http://schemas.openxmlformats.org/drawingml/2006/main">
              <a:ext uri="{FF2B5EF4-FFF2-40B4-BE49-F238E27FC236}">
                <a16:creationId xmlns:a16="http://schemas.microsoft.com/office/drawing/2014/main" id="{BDDF351D-380A-4894-8684-0D197846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1" name=""/>
          <p:cNvCxnSpPr>
            <a:stCxn xmlns:a="http://schemas.openxmlformats.org/drawingml/2006/main" id="71" idx="0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495676" y="2715578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74" name="element_317">
            <a:extLst xmlns:a="http://schemas.openxmlformats.org/drawingml/2006/main">
              <a:ext uri="{FF2B5EF4-FFF2-40B4-BE49-F238E27FC236}">
                <a16:creationId xmlns:a16="http://schemas.microsoft.com/office/drawing/2014/main" id="{591DA521-47B4-4C8E-8180-A640A785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element_318">
            <a:extLst xmlns:a="http://schemas.openxmlformats.org/drawingml/2006/main">
              <a:ext uri="{FF2B5EF4-FFF2-40B4-BE49-F238E27FC236}">
                <a16:creationId xmlns:a16="http://schemas.microsoft.com/office/drawing/2014/main" id="{F7A1B09F-36F5-4F5A-9BF8-EE3C559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496628" y="271462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77" name="element_319">
            <a:extLst xmlns:a="http://schemas.openxmlformats.org/drawingml/2006/main">
              <a:ext uri="{FF2B5EF4-FFF2-40B4-BE49-F238E27FC236}">
                <a16:creationId xmlns:a16="http://schemas.microsoft.com/office/drawing/2014/main" id="{AEC53CB0-2C75-4A23-9F3B-B4AA4FE6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element_320">
            <a:extLst xmlns:a="http://schemas.openxmlformats.org/drawingml/2006/main">
              <a:ext uri="{FF2B5EF4-FFF2-40B4-BE49-F238E27FC236}">
                <a16:creationId xmlns:a16="http://schemas.microsoft.com/office/drawing/2014/main" id="{00745F7F-5E6A-4DF7-990D-7FCA93A4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7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3495676" y="2953703"/>
            <a:ext cx="0" cy="4838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80" name="element_321">
            <a:extLst xmlns:a="http://schemas.openxmlformats.org/drawingml/2006/main">
              <a:ext uri="{FF2B5EF4-FFF2-40B4-BE49-F238E27FC236}">
                <a16:creationId xmlns:a16="http://schemas.microsoft.com/office/drawing/2014/main" id="{4BADF2DD-F056-43FD-893E-8B6112F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element_322">
            <a:extLst xmlns:a="http://schemas.openxmlformats.org/drawingml/2006/main">
              <a:ext uri="{FF2B5EF4-FFF2-40B4-BE49-F238E27FC236}">
                <a16:creationId xmlns:a16="http://schemas.microsoft.com/office/drawing/2014/main" id="{4766277C-5700-4C51-BF9E-BC419722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27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0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3496628" y="343852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83" name="encoder_323">
            <a:extLst xmlns:a="http://schemas.openxmlformats.org/drawingml/2006/main">
              <a:ext uri="{FF2B5EF4-FFF2-40B4-BE49-F238E27FC236}">
                <a16:creationId xmlns:a16="http://schemas.microsoft.com/office/drawing/2014/main" id="{135CE16B-46EE-48CD-B4A7-20C0AC33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419350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84" name="encoder_324">
            <a:extLst xmlns:a="http://schemas.openxmlformats.org/drawingml/2006/main">
              <a:ext uri="{FF2B5EF4-FFF2-40B4-BE49-F238E27FC236}">
                <a16:creationId xmlns:a16="http://schemas.microsoft.com/office/drawing/2014/main" id="{52D67581-05FD-4F79-8269-D79D2F1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19350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85" name="element_325">
            <a:extLst xmlns:a="http://schemas.openxmlformats.org/drawingml/2006/main">
              <a:ext uri="{FF2B5EF4-FFF2-40B4-BE49-F238E27FC236}">
                <a16:creationId xmlns:a16="http://schemas.microsoft.com/office/drawing/2014/main" id="{6F37DED7-49F8-4042-9D2C-0807BED3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05075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86" name="element_326">
            <a:extLst xmlns:a="http://schemas.openxmlformats.org/drawingml/2006/main">
              <a:ext uri="{FF2B5EF4-FFF2-40B4-BE49-F238E27FC236}">
                <a16:creationId xmlns:a16="http://schemas.microsoft.com/office/drawing/2014/main" id="{AB1815D9-403E-42D2-8C3D-B255F724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element_327">
            <a:extLst xmlns:a="http://schemas.openxmlformats.org/drawingml/2006/main">
              <a:ext uri="{FF2B5EF4-FFF2-40B4-BE49-F238E27FC236}">
                <a16:creationId xmlns:a16="http://schemas.microsoft.com/office/drawing/2014/main" id="{529D8602-BCB5-4050-9BC6-A8377984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6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5715001" y="2506028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89" name="element_328">
            <a:extLst xmlns:a="http://schemas.openxmlformats.org/drawingml/2006/main">
              <a:ext uri="{FF2B5EF4-FFF2-40B4-BE49-F238E27FC236}">
                <a16:creationId xmlns:a16="http://schemas.microsoft.com/office/drawing/2014/main" id="{390807EF-A70D-4E74-9DA9-4B9C4450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823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element_329">
            <a:extLst xmlns:a="http://schemas.openxmlformats.org/drawingml/2006/main">
              <a:ext uri="{FF2B5EF4-FFF2-40B4-BE49-F238E27FC236}">
                <a16:creationId xmlns:a16="http://schemas.microsoft.com/office/drawing/2014/main" id="{73B29AFD-39B5-4E9F-944A-034D0560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82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9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5819776" y="2506028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2" name="element_330">
            <a:extLst xmlns:a="http://schemas.openxmlformats.org/drawingml/2006/main">
              <a:ext uri="{FF2B5EF4-FFF2-40B4-BE49-F238E27FC236}">
                <a16:creationId xmlns:a16="http://schemas.microsoft.com/office/drawing/2014/main" id="{C43B39D7-EB7A-4588-943B-D275A16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60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element_331">
            <a:extLst xmlns:a="http://schemas.openxmlformats.org/drawingml/2006/main">
              <a:ext uri="{FF2B5EF4-FFF2-40B4-BE49-F238E27FC236}">
                <a16:creationId xmlns:a16="http://schemas.microsoft.com/office/drawing/2014/main" id="{07B86E10-C76B-4760-99F4-0D42117B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98" y="2608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2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>
            <a:off x="5611178" y="26098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5" name="element_332">
            <a:extLst xmlns:a="http://schemas.openxmlformats.org/drawingml/2006/main">
              <a:ext uri="{FF2B5EF4-FFF2-40B4-BE49-F238E27FC236}">
                <a16:creationId xmlns:a16="http://schemas.microsoft.com/office/drawing/2014/main" id="{C18168C9-4CB1-4336-9B00-4C9A6F09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element_333">
            <a:extLst xmlns:a="http://schemas.openxmlformats.org/drawingml/2006/main">
              <a:ext uri="{FF2B5EF4-FFF2-40B4-BE49-F238E27FC236}">
                <a16:creationId xmlns:a16="http://schemas.microsoft.com/office/drawing/2014/main" id="{76D5BEE6-10A7-42F2-9149-5E93D493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598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5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5611178" y="271462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98" name="element_334">
            <a:extLst xmlns:a="http://schemas.openxmlformats.org/drawingml/2006/main">
              <a:ext uri="{FF2B5EF4-FFF2-40B4-BE49-F238E27FC236}">
                <a16:creationId xmlns:a16="http://schemas.microsoft.com/office/drawing/2014/main" id="{3D6ADA12-543E-4E52-A877-90EDA1F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0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element_335">
            <a:extLst xmlns:a="http://schemas.openxmlformats.org/drawingml/2006/main">
              <a:ext uri="{FF2B5EF4-FFF2-40B4-BE49-F238E27FC236}">
                <a16:creationId xmlns:a16="http://schemas.microsoft.com/office/drawing/2014/main" id="{C4F60773-5623-461A-A969-EEB07019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2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8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5134928" y="2714626"/>
            <a:ext cx="4743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1" name="element_336">
            <a:extLst xmlns:a="http://schemas.openxmlformats.org/drawingml/2006/main">
              <a:ext uri="{FF2B5EF4-FFF2-40B4-BE49-F238E27FC236}">
                <a16:creationId xmlns:a16="http://schemas.microsoft.com/office/drawing/2014/main" id="{B0FC7CA6-C207-4386-95F7-3999015F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71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Eᴀg , Iᴀg</a:t>
            </a:r>
          </a:p>
        </p:txBody>
      </p:sp>
      <p:sp>
        <p:nvSpPr>
          <p:cNvPr id="102" name="element_337">
            <a:extLst xmlns:a="http://schemas.openxmlformats.org/drawingml/2006/main">
              <a:ext uri="{FF2B5EF4-FFF2-40B4-BE49-F238E27FC236}">
                <a16:creationId xmlns:a16="http://schemas.microsoft.com/office/drawing/2014/main" id="{3C17344F-B24B-4C00-A704-DCF1626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2194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3" name="element_338">
            <a:extLst xmlns:a="http://schemas.openxmlformats.org/drawingml/2006/main">
              <a:ext uri="{FF2B5EF4-FFF2-40B4-BE49-F238E27FC236}">
                <a16:creationId xmlns:a16="http://schemas.microsoft.com/office/drawing/2014/main" id="{F038DF87-411D-467D-AB31-7361367C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956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4" name="element_339">
            <a:extLst xmlns:a="http://schemas.openxmlformats.org/drawingml/2006/main">
              <a:ext uri="{FF2B5EF4-FFF2-40B4-BE49-F238E27FC236}">
                <a16:creationId xmlns:a16="http://schemas.microsoft.com/office/drawing/2014/main" id="{AD041D3D-AD41-44F7-9931-DEACE26B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15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</p:sp>
      <p:sp>
        <p:nvSpPr>
          <p:cNvPr id="105" name="element_340">
            <a:extLst xmlns:a="http://schemas.openxmlformats.org/drawingml/2006/main">
              <a:ext uri="{FF2B5EF4-FFF2-40B4-BE49-F238E27FC236}">
                <a16:creationId xmlns:a16="http://schemas.microsoft.com/office/drawing/2014/main" id="{678E87B7-8C88-4A63-A185-A4D47EAC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0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element_341">
            <a:extLst xmlns:a="http://schemas.openxmlformats.org/drawingml/2006/main">
              <a:ext uri="{FF2B5EF4-FFF2-40B4-BE49-F238E27FC236}">
                <a16:creationId xmlns:a16="http://schemas.microsoft.com/office/drawing/2014/main" id="{798A70AC-D12F-4586-A1D7-384891EB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323" y="343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5134928" y="3438526"/>
            <a:ext cx="4933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08" name="element_342">
            <a:extLst xmlns:a="http://schemas.openxmlformats.org/drawingml/2006/main">
              <a:ext uri="{FF2B5EF4-FFF2-40B4-BE49-F238E27FC236}">
                <a16:creationId xmlns:a16="http://schemas.microsoft.com/office/drawing/2014/main" id="{BF39854B-52D4-4F16-B262-7E8A2815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286125"/>
            <a:ext cx="1095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L₁:ₜ</a:t>
            </a:r>
          </a:p>
        </p:txBody>
      </p:sp>
      <p:sp>
        <p:nvSpPr>
          <p:cNvPr id="109" name="element_343">
            <a:extLst xmlns:a="http://schemas.openxmlformats.org/drawingml/2006/main">
              <a:ext uri="{FF2B5EF4-FFF2-40B4-BE49-F238E27FC236}">
                <a16:creationId xmlns:a16="http://schemas.microsoft.com/office/drawing/2014/main" id="{2BB8BB40-181D-42C6-97C5-54569456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00275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音频情感学生</a:t>
            </a:r>
          </a:p>
        </p:txBody>
      </p:sp>
      <p:sp>
        <p:nvSpPr>
          <p:cNvPr id="110" name="element_344">
            <a:extLst xmlns:a="http://schemas.openxmlformats.org/drawingml/2006/main">
              <a:ext uri="{FF2B5EF4-FFF2-40B4-BE49-F238E27FC236}">
                <a16:creationId xmlns:a16="http://schemas.microsoft.com/office/drawing/2014/main" id="{5DCB9350-2097-43CF-BBC7-BAA398B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9575"/>
            <a:ext cx="5495925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DF5E9"/>
          </a:solidFill>
          <a:ln xmlns:a="http://schemas.openxmlformats.org/drawingml/2006/main" w="10478">
            <a:solidFill>
              <a:srgbClr val="B7C9AA"/>
            </a:solidFill>
          </a:ln>
        </p:spPr>
      </p:sp>
      <p:sp>
        <p:nvSpPr>
          <p:cNvPr id="111" name="element_345">
            <a:extLst xmlns:a="http://schemas.openxmlformats.org/drawingml/2006/main">
              <a:ext uri="{FF2B5EF4-FFF2-40B4-BE49-F238E27FC236}">
                <a16:creationId xmlns:a16="http://schemas.microsoft.com/office/drawing/2014/main" id="{6E15F53D-F09D-407D-9D3B-552FFA32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1352550" cy="10287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112" name="element_346">
            <a:extLst xmlns:a="http://schemas.openxmlformats.org/drawingml/2006/main">
              <a:ext uri="{FF2B5EF4-FFF2-40B4-BE49-F238E27FC236}">
                <a16:creationId xmlns:a16="http://schemas.microsoft.com/office/drawing/2014/main" id="{C50410BA-C329-4E34-B2FE-9BFE87BF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24350"/>
            <a:ext cx="1295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多句中性参考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语音与动作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{Aʳ, Mʳ}</a:t>
            </a:r>
          </a:p>
        </p:txBody>
      </p:sp>
      <p:sp>
        <p:nvSpPr>
          <p:cNvPr id="113" name="element_347">
            <a:extLst xmlns:a="http://schemas.openxmlformats.org/drawingml/2006/main">
              <a:ext uri="{FF2B5EF4-FFF2-40B4-BE49-F238E27FC236}">
                <a16:creationId xmlns:a16="http://schemas.microsoft.com/office/drawing/2014/main" id="{E1E7F39D-05BD-41D5-82F5-95B818B2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266825" cy="847725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Mʳ − B₀(Cʳ)</a:t>
            </a:r>
          </a:p>
        </p:txBody>
      </p:sp>
      <p:sp>
        <p:nvSpPr>
          <p:cNvPr id="114" name="encoder_348">
            <a:extLst xmlns:a="http://schemas.openxmlformats.org/drawingml/2006/main">
              <a:ext uri="{FF2B5EF4-FFF2-40B4-BE49-F238E27FC236}">
                <a16:creationId xmlns:a16="http://schemas.microsoft.com/office/drawing/2014/main" id="{B1520B4F-B404-4C67-9D42-90B7B21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52950"/>
            <a:ext cx="1095375" cy="847725"/>
          </a:xfrm>
          <a:custGeom xmlns:a="http://schemas.openxmlformats.org/drawingml/2006/main">
            <a:pathLst>
              <a:path w="1095375" h="847725">
                <a:moveTo>
                  <a:pt x="0" y="0"/>
                </a:moveTo>
                <a:lnTo>
                  <a:pt x="1095375" y="135636"/>
                </a:lnTo>
                <a:lnTo>
                  <a:pt x="1095375" y="712089"/>
                </a:lnTo>
                <a:lnTo>
                  <a:pt x="0" y="847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5" name="element_349">
            <a:extLst xmlns:a="http://schemas.openxmlformats.org/drawingml/2006/main">
              <a:ext uri="{FF2B5EF4-FFF2-40B4-BE49-F238E27FC236}">
                <a16:creationId xmlns:a16="http://schemas.microsoft.com/office/drawing/2014/main" id="{2674D231-5E61-40E2-A66E-986A5CC5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48200"/>
            <a:ext cx="952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残差统计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116" name="element_350">
            <a:extLst xmlns:a="http://schemas.openxmlformats.org/drawingml/2006/main">
              <a:ext uri="{FF2B5EF4-FFF2-40B4-BE49-F238E27FC236}">
                <a16:creationId xmlns:a16="http://schemas.microsoft.com/office/drawing/2014/main" id="{FBC47878-C9EB-4681-A38C-D00673B5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686300"/>
            <a:ext cx="790575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聚合</a:t>
            </a:r>
          </a:p>
        </p:txBody>
      </p:sp>
      <p:sp>
        <p:nvSpPr>
          <p:cNvPr id="117" name="encoder_351">
            <a:extLst xmlns:a="http://schemas.openxmlformats.org/drawingml/2006/main">
              <a:ext uri="{FF2B5EF4-FFF2-40B4-BE49-F238E27FC236}">
                <a16:creationId xmlns:a16="http://schemas.microsoft.com/office/drawing/2014/main" id="{7686D669-C656-4D81-8A95-6D27AF7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00575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8" name="encoder_352">
            <a:extLst xmlns:a="http://schemas.openxmlformats.org/drawingml/2006/main">
              <a:ext uri="{FF2B5EF4-FFF2-40B4-BE49-F238E27FC236}">
                <a16:creationId xmlns:a16="http://schemas.microsoft.com/office/drawing/2014/main" id="{7E54F773-A233-4A2E-A989-FAC4CFD3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00575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119" name="element_353">
            <a:extLst xmlns:a="http://schemas.openxmlformats.org/drawingml/2006/main">
              <a:ext uri="{FF2B5EF4-FFF2-40B4-BE49-F238E27FC236}">
                <a16:creationId xmlns:a16="http://schemas.microsoft.com/office/drawing/2014/main" id="{A7A114B1-805A-454E-883E-0EA8310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120" name="element_354">
            <a:extLst xmlns:a="http://schemas.openxmlformats.org/drawingml/2006/main">
              <a:ext uri="{FF2B5EF4-FFF2-40B4-BE49-F238E27FC236}">
                <a16:creationId xmlns:a16="http://schemas.microsoft.com/office/drawing/2014/main" id="{84B176A8-184D-477F-9B35-063DA1F8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element_355">
            <a:extLst xmlns:a="http://schemas.openxmlformats.org/drawingml/2006/main">
              <a:ext uri="{FF2B5EF4-FFF2-40B4-BE49-F238E27FC236}">
                <a16:creationId xmlns:a16="http://schemas.microsoft.com/office/drawing/2014/main" id="{5A1D0C5F-DF92-473C-89D3-CF3BCFA0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6553201" y="468725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3" name="element_356">
            <a:extLst xmlns:a="http://schemas.openxmlformats.org/drawingml/2006/main">
              <a:ext uri="{FF2B5EF4-FFF2-40B4-BE49-F238E27FC236}">
                <a16:creationId xmlns:a16="http://schemas.microsoft.com/office/drawing/2014/main" id="{7FAC4BB8-EA6E-4B97-B8ED-0E4D95DD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98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element_357">
            <a:extLst xmlns:a="http://schemas.openxmlformats.org/drawingml/2006/main">
              <a:ext uri="{FF2B5EF4-FFF2-40B4-BE49-F238E27FC236}">
                <a16:creationId xmlns:a16="http://schemas.microsoft.com/office/drawing/2014/main" id="{BDFAEA5F-12AC-4324-A342-83988D1F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9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6648451" y="468725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6" name="element_358">
            <a:extLst xmlns:a="http://schemas.openxmlformats.org/drawingml/2006/main">
              <a:ext uri="{FF2B5EF4-FFF2-40B4-BE49-F238E27FC236}">
                <a16:creationId xmlns:a16="http://schemas.microsoft.com/office/drawing/2014/main" id="{11EBCBE1-38BC-4158-95D6-DA79ED0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element_359">
            <a:extLst xmlns:a="http://schemas.openxmlformats.org/drawingml/2006/main">
              <a:ext uri="{FF2B5EF4-FFF2-40B4-BE49-F238E27FC236}">
                <a16:creationId xmlns:a16="http://schemas.microsoft.com/office/drawing/2014/main" id="{1717A42D-9EF2-443C-BE74-AE50A9B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6458903" y="47815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9" name="element_360">
            <a:extLst xmlns:a="http://schemas.openxmlformats.org/drawingml/2006/main">
              <a:ext uri="{FF2B5EF4-FFF2-40B4-BE49-F238E27FC236}">
                <a16:creationId xmlns:a16="http://schemas.microsoft.com/office/drawing/2014/main" id="{5D340621-A335-46B7-91D4-558D05F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875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element_361">
            <a:extLst xmlns:a="http://schemas.openxmlformats.org/drawingml/2006/main">
              <a:ext uri="{FF2B5EF4-FFF2-40B4-BE49-F238E27FC236}">
                <a16:creationId xmlns:a16="http://schemas.microsoft.com/office/drawing/2014/main" id="{B211FAC1-93D2-4E39-B56E-1615A2D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875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9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6458903" y="48768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2" name="element_362">
            <a:extLst xmlns:a="http://schemas.openxmlformats.org/drawingml/2006/main">
              <a:ext uri="{FF2B5EF4-FFF2-40B4-BE49-F238E27FC236}">
                <a16:creationId xmlns:a16="http://schemas.microsoft.com/office/drawing/2014/main" id="{1AA61F9D-A4B1-4468-8CA4-16C0E33E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element_363">
            <a:extLst xmlns:a="http://schemas.openxmlformats.org/drawingml/2006/main">
              <a:ext uri="{FF2B5EF4-FFF2-40B4-BE49-F238E27FC236}">
                <a16:creationId xmlns:a16="http://schemas.microsoft.com/office/drawing/2014/main" id="{E49220DC-DEFE-422F-8437-BEE00474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6458903" y="4972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5" name="element_364">
            <a:extLst xmlns:a="http://schemas.openxmlformats.org/drawingml/2006/main">
              <a:ext uri="{FF2B5EF4-FFF2-40B4-BE49-F238E27FC236}">
                <a16:creationId xmlns:a16="http://schemas.microsoft.com/office/drawing/2014/main" id="{E665A1C6-0AAF-4535-A709-055756F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element_365">
            <a:extLst xmlns:a="http://schemas.openxmlformats.org/drawingml/2006/main">
              <a:ext uri="{FF2B5EF4-FFF2-40B4-BE49-F238E27FC236}">
                <a16:creationId xmlns:a16="http://schemas.microsoft.com/office/drawing/2014/main" id="{CDD3DF3A-E262-4D5E-8AE3-ED4B71E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748" y="5066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6458903" y="506730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8" name="element_366">
            <a:extLst xmlns:a="http://schemas.openxmlformats.org/drawingml/2006/main">
              <a:ext uri="{FF2B5EF4-FFF2-40B4-BE49-F238E27FC236}">
                <a16:creationId xmlns:a16="http://schemas.microsoft.com/office/drawing/2014/main" id="{1BA6E85B-9FC6-4333-98D6-F98D6919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1019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Sᵢd</a:t>
            </a:r>
          </a:p>
        </p:txBody>
      </p:sp>
      <p:sp>
        <p:nvSpPr>
          <p:cNvPr id="139" name="element_367">
            <a:extLst xmlns:a="http://schemas.openxmlformats.org/drawingml/2006/main">
              <a:ext uri="{FF2B5EF4-FFF2-40B4-BE49-F238E27FC236}">
                <a16:creationId xmlns:a16="http://schemas.microsoft.com/office/drawing/2014/main" id="{161C278A-6AD0-4233-9AC8-FECCB3A3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734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element_368">
            <a:extLst xmlns:a="http://schemas.openxmlformats.org/drawingml/2006/main">
              <a:ext uri="{FF2B5EF4-FFF2-40B4-BE49-F238E27FC236}">
                <a16:creationId xmlns:a16="http://schemas.microsoft.com/office/drawing/2014/main" id="{7AA3A2C7-855F-49D5-8F8E-782E2063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4856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639253" y="4857751"/>
            <a:ext cx="607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2" name="element_369">
            <a:extLst xmlns:a="http://schemas.openxmlformats.org/drawingml/2006/main">
              <a:ext uri="{FF2B5EF4-FFF2-40B4-BE49-F238E27FC236}">
                <a16:creationId xmlns:a16="http://schemas.microsoft.com/office/drawing/2014/main" id="{58657DC1-5CD6-47DA-A4AC-2CB1057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77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element_370">
            <a:extLst xmlns:a="http://schemas.openxmlformats.org/drawingml/2006/main">
              <a:ext uri="{FF2B5EF4-FFF2-40B4-BE49-F238E27FC236}">
                <a16:creationId xmlns:a16="http://schemas.microsoft.com/office/drawing/2014/main" id="{1D5645C1-A88E-4140-BF12-5625D51C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7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3515678" y="497205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5" name="element_371">
            <a:extLst xmlns:a="http://schemas.openxmlformats.org/drawingml/2006/main">
              <a:ext uri="{FF2B5EF4-FFF2-40B4-BE49-F238E27FC236}">
                <a16:creationId xmlns:a16="http://schemas.microsoft.com/office/drawing/2014/main" id="{7F7D04F8-3E81-4CE0-8AAF-2430E15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94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element_372">
            <a:extLst xmlns:a="http://schemas.openxmlformats.org/drawingml/2006/main">
              <a:ext uri="{FF2B5EF4-FFF2-40B4-BE49-F238E27FC236}">
                <a16:creationId xmlns:a16="http://schemas.microsoft.com/office/drawing/2014/main" id="{41AFCFBA-D024-4B29-BC71-83F82C8B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7323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4915853" y="4972051"/>
            <a:ext cx="3314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48" name="element_373">
            <a:extLst xmlns:a="http://schemas.openxmlformats.org/drawingml/2006/main">
              <a:ext uri="{FF2B5EF4-FFF2-40B4-BE49-F238E27FC236}">
                <a16:creationId xmlns:a16="http://schemas.microsoft.com/office/drawing/2014/main" id="{3FE8DB29-344C-4365-840A-47E6A0B5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8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element_374">
            <a:extLst xmlns:a="http://schemas.openxmlformats.org/drawingml/2006/main">
              <a:ext uri="{FF2B5EF4-FFF2-40B4-BE49-F238E27FC236}">
                <a16:creationId xmlns:a16="http://schemas.microsoft.com/office/drawing/2014/main" id="{4D267676-7791-43D9-9E6F-65CE77E6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998" y="4971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6039803" y="49720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1" name="element_375">
            <a:extLst xmlns:a="http://schemas.openxmlformats.org/drawingml/2006/main">
              <a:ext uri="{FF2B5EF4-FFF2-40B4-BE49-F238E27FC236}">
                <a16:creationId xmlns:a16="http://schemas.microsoft.com/office/drawing/2014/main" id="{1A845F91-618E-4258-AF5A-DCB3B4F4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667375"/>
            <a:ext cx="518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参考残差个体条件</a:t>
            </a:r>
          </a:p>
        </p:txBody>
      </p:sp>
      <p:sp>
        <p:nvSpPr>
          <p:cNvPr id="152" name="encoder_376">
            <a:extLst xmlns:a="http://schemas.openxmlformats.org/drawingml/2006/main">
              <a:ext uri="{FF2B5EF4-FFF2-40B4-BE49-F238E27FC236}">
                <a16:creationId xmlns:a16="http://schemas.microsoft.com/office/drawing/2014/main" id="{2EEFFF37-9B56-4BCB-A161-F990ADBB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43125"/>
            <a:ext cx="1466850" cy="1724025"/>
          </a:xfrm>
          <a:custGeom xmlns:a="http://schemas.openxmlformats.org/drawingml/2006/main">
            <a:pathLst>
              <a:path w="1466850" h="1724025">
                <a:moveTo>
                  <a:pt x="0" y="0"/>
                </a:moveTo>
                <a:lnTo>
                  <a:pt x="1466850" y="275844"/>
                </a:lnTo>
                <a:lnTo>
                  <a:pt x="1466850" y="1448181"/>
                </a:lnTo>
                <a:lnTo>
                  <a:pt x="0" y="172402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53" name="element_377">
            <a:extLst xmlns:a="http://schemas.openxmlformats.org/drawingml/2006/main">
              <a:ext uri="{FF2B5EF4-FFF2-40B4-BE49-F238E27FC236}">
                <a16:creationId xmlns:a16="http://schemas.microsoft.com/office/drawing/2014/main" id="{B76181F0-7B63-43B7-8DBC-D1C05D9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38375"/>
            <a:ext cx="13239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条件流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解码器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Dθ</a:t>
            </a:r>
          </a:p>
        </p:txBody>
      </p:sp>
      <p:sp>
        <p:nvSpPr>
          <p:cNvPr id="154" name="element_378">
            <a:extLst xmlns:a="http://schemas.openxmlformats.org/drawingml/2006/main">
              <a:ext uri="{FF2B5EF4-FFF2-40B4-BE49-F238E27FC236}">
                <a16:creationId xmlns:a16="http://schemas.microsoft.com/office/drawing/2014/main" id="{04268022-B57F-4D4D-93BF-6391CD8A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48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element_379">
            <a:extLst xmlns:a="http://schemas.openxmlformats.org/drawingml/2006/main">
              <a:ext uri="{FF2B5EF4-FFF2-40B4-BE49-F238E27FC236}">
                <a16:creationId xmlns:a16="http://schemas.microsoft.com/office/drawing/2014/main" id="{6A706C09-295A-4927-837D-82FED32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6173153" y="1123951"/>
            <a:ext cx="17983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157" name="element_380">
            <a:extLst xmlns:a="http://schemas.openxmlformats.org/drawingml/2006/main">
              <a:ext uri="{FF2B5EF4-FFF2-40B4-BE49-F238E27FC236}">
                <a16:creationId xmlns:a16="http://schemas.microsoft.com/office/drawing/2014/main" id="{D28911F8-7671-4A51-8392-6EBF2D9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1122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element_381">
            <a:extLst xmlns:a="http://schemas.openxmlformats.org/drawingml/2006/main">
              <a:ext uri="{FF2B5EF4-FFF2-40B4-BE49-F238E27FC236}">
                <a16:creationId xmlns:a16="http://schemas.microsoft.com/office/drawing/2014/main" id="{BBBDF7B8-C3DE-4C74-8501-B32750F5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7972426" y="112490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160" name="element_382">
            <a:extLst xmlns:a="http://schemas.openxmlformats.org/drawingml/2006/main">
              <a:ext uri="{FF2B5EF4-FFF2-40B4-BE49-F238E27FC236}">
                <a16:creationId xmlns:a16="http://schemas.microsoft.com/office/drawing/2014/main" id="{ACFCF3BB-4051-4BB4-857D-674894F1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element_383">
            <a:extLst xmlns:a="http://schemas.openxmlformats.org/drawingml/2006/main">
              <a:ext uri="{FF2B5EF4-FFF2-40B4-BE49-F238E27FC236}">
                <a16:creationId xmlns:a16="http://schemas.microsoft.com/office/drawing/2014/main" id="{5EC48EF6-BB4C-407E-A049-0DCC262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2323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160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>
            <a:off x="7973378" y="232410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163" name="element_384">
            <a:extLst xmlns:a="http://schemas.openxmlformats.org/drawingml/2006/main">
              <a:ext uri="{FF2B5EF4-FFF2-40B4-BE49-F238E27FC236}">
                <a16:creationId xmlns:a16="http://schemas.microsoft.com/office/drawing/2014/main" id="{11CF4AFB-18E0-45F5-A480-35533F7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element_385">
            <a:extLst xmlns:a="http://schemas.openxmlformats.org/drawingml/2006/main">
              <a:ext uri="{FF2B5EF4-FFF2-40B4-BE49-F238E27FC236}">
                <a16:creationId xmlns:a16="http://schemas.microsoft.com/office/drawing/2014/main" id="{3DAFCFE6-0C5C-4A24-B2D6-AF80FCD6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163" idx="3"/>
            <a:endCxn xmlns:a="http://schemas.openxmlformats.org/drawingml/2006/main" id="164" idx="1"/>
          </p:cNvCxnSpPr>
          <p:nvPr/>
        </p:nvCxnSpPr>
        <p:spPr>
          <a:xfrm xmlns:a="http://schemas.openxmlformats.org/drawingml/2006/main">
            <a:off x="5982653" y="2657476"/>
            <a:ext cx="2217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6" name="element_386">
            <a:extLst xmlns:a="http://schemas.openxmlformats.org/drawingml/2006/main">
              <a:ext uri="{FF2B5EF4-FFF2-40B4-BE49-F238E27FC236}">
                <a16:creationId xmlns:a16="http://schemas.microsoft.com/office/drawing/2014/main" id="{42C34AC3-ABC3-40FF-BB1B-D31FD4C0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656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element_387">
            <a:extLst xmlns:a="http://schemas.openxmlformats.org/drawingml/2006/main">
              <a:ext uri="{FF2B5EF4-FFF2-40B4-BE49-F238E27FC236}">
                <a16:creationId xmlns:a16="http://schemas.microsoft.com/office/drawing/2014/main" id="{E8ED6808-695C-4754-A215-45769C1B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8201026" y="2658428"/>
            <a:ext cx="0" cy="131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9" name="element_388">
            <a:extLst xmlns:a="http://schemas.openxmlformats.org/drawingml/2006/main">
              <a:ext uri="{FF2B5EF4-FFF2-40B4-BE49-F238E27FC236}">
                <a16:creationId xmlns:a16="http://schemas.microsoft.com/office/drawing/2014/main" id="{341896C6-1F54-4727-9926-00AA8ED5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073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element_389">
            <a:extLst xmlns:a="http://schemas.openxmlformats.org/drawingml/2006/main">
              <a:ext uri="{FF2B5EF4-FFF2-40B4-BE49-F238E27FC236}">
                <a16:creationId xmlns:a16="http://schemas.microsoft.com/office/drawing/2014/main" id="{B6FE43DF-9B32-409C-B400-F79E8CA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2789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8201978" y="2790826"/>
            <a:ext cx="5791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72" name="element_390">
            <a:extLst xmlns:a="http://schemas.openxmlformats.org/drawingml/2006/main">
              <a:ext uri="{FF2B5EF4-FFF2-40B4-BE49-F238E27FC236}">
                <a16:creationId xmlns:a16="http://schemas.microsoft.com/office/drawing/2014/main" id="{59288CB6-A857-4293-A4BA-F21CEA3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948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element_391">
            <a:extLst xmlns:a="http://schemas.openxmlformats.org/drawingml/2006/main">
              <a:ext uri="{FF2B5EF4-FFF2-40B4-BE49-F238E27FC236}">
                <a16:creationId xmlns:a16="http://schemas.microsoft.com/office/drawing/2014/main" id="{56B0FAE4-8F3E-48C8-A350-1CC301A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172" idx="3"/>
            <a:endCxn xmlns:a="http://schemas.openxmlformats.org/drawingml/2006/main" id="173" idx="1"/>
          </p:cNvCxnSpPr>
          <p:nvPr/>
        </p:nvCxnSpPr>
        <p:spPr>
          <a:xfrm xmlns:a="http://schemas.openxmlformats.org/drawingml/2006/main">
            <a:off x="6058853" y="3429001"/>
            <a:ext cx="24079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</a:ln>
        </p:spPr>
      </p:cxnSp>
      <p:sp>
        <p:nvSpPr>
          <p:cNvPr id="175" name="element_392">
            <a:extLst xmlns:a="http://schemas.openxmlformats.org/drawingml/2006/main">
              <a:ext uri="{FF2B5EF4-FFF2-40B4-BE49-F238E27FC236}">
                <a16:creationId xmlns:a16="http://schemas.microsoft.com/office/drawing/2014/main" id="{54CA7D6D-D4FD-4325-86B4-95FAED77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428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element_393">
            <a:extLst xmlns:a="http://schemas.openxmlformats.org/drawingml/2006/main">
              <a:ext uri="{FF2B5EF4-FFF2-40B4-BE49-F238E27FC236}">
                <a16:creationId xmlns:a16="http://schemas.microsoft.com/office/drawing/2014/main" id="{9EA2DAD2-0C88-4F6B-AEB7-D3F5A6D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175" idx="0"/>
            <a:endCxn xmlns:a="http://schemas.openxmlformats.org/drawingml/2006/main" id="176" idx="2"/>
          </p:cNvCxnSpPr>
          <p:nvPr/>
        </p:nvCxnSpPr>
        <p:spPr>
          <a:xfrm xmlns:a="http://schemas.openxmlformats.org/drawingml/2006/main" flipV="1">
            <a:off x="8467726" y="323945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</a:ln>
        </p:spPr>
      </p:cxnSp>
      <p:sp>
        <p:nvSpPr>
          <p:cNvPr id="178" name="element_394">
            <a:extLst xmlns:a="http://schemas.openxmlformats.org/drawingml/2006/main">
              <a:ext uri="{FF2B5EF4-FFF2-40B4-BE49-F238E27FC236}">
                <a16:creationId xmlns:a16="http://schemas.microsoft.com/office/drawing/2014/main" id="{03FB1C0B-DFE5-4FFC-83E5-46548E2C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773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element_395">
            <a:extLst xmlns:a="http://schemas.openxmlformats.org/drawingml/2006/main">
              <a:ext uri="{FF2B5EF4-FFF2-40B4-BE49-F238E27FC236}">
                <a16:creationId xmlns:a16="http://schemas.microsoft.com/office/drawing/2014/main" id="{B0D44854-3094-4D72-B552-9FE795E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3237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178" idx="3"/>
            <a:endCxn xmlns:a="http://schemas.openxmlformats.org/drawingml/2006/main" id="179" idx="1"/>
          </p:cNvCxnSpPr>
          <p:nvPr/>
        </p:nvCxnSpPr>
        <p:spPr>
          <a:xfrm xmlns:a="http://schemas.openxmlformats.org/drawingml/2006/main">
            <a:off x="8468678" y="323850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4C9998"/>
            </a:solidFill>
            <a:prstDash val="solid"/>
            <a:tailEnd type="triangle" w="sm" len="sm"/>
          </a:ln>
        </p:spPr>
      </p:cxnSp>
      <p:sp>
        <p:nvSpPr>
          <p:cNvPr id="181" name="element_396">
            <a:extLst xmlns:a="http://schemas.openxmlformats.org/drawingml/2006/main">
              <a:ext uri="{FF2B5EF4-FFF2-40B4-BE49-F238E27FC236}">
                <a16:creationId xmlns:a16="http://schemas.microsoft.com/office/drawing/2014/main" id="{5DCA487C-DCB9-4B6B-97C7-4FC47D2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element_397">
            <a:extLst xmlns:a="http://schemas.openxmlformats.org/drawingml/2006/main">
              <a:ext uri="{FF2B5EF4-FFF2-40B4-BE49-F238E27FC236}">
                <a16:creationId xmlns:a16="http://schemas.microsoft.com/office/drawing/2014/main" id="{202E37EC-D823-4887-AB08-42C5CF8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6830378" y="4905376"/>
            <a:ext cx="11410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84" name="element_398">
            <a:extLst xmlns:a="http://schemas.openxmlformats.org/drawingml/2006/main">
              <a:ext uri="{FF2B5EF4-FFF2-40B4-BE49-F238E27FC236}">
                <a16:creationId xmlns:a16="http://schemas.microsoft.com/office/drawing/2014/main" id="{5580C591-AD14-4FB0-BA3D-F3E7F2BD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4904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element_399">
            <a:extLst xmlns:a="http://schemas.openxmlformats.org/drawingml/2006/main">
              <a:ext uri="{FF2B5EF4-FFF2-40B4-BE49-F238E27FC236}">
                <a16:creationId xmlns:a16="http://schemas.microsoft.com/office/drawing/2014/main" id="{B47967AF-2D56-4DE6-8203-942FE48A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184" idx="0"/>
            <a:endCxn xmlns:a="http://schemas.openxmlformats.org/drawingml/2006/main" id="185" idx="2"/>
          </p:cNvCxnSpPr>
          <p:nvPr/>
        </p:nvCxnSpPr>
        <p:spPr>
          <a:xfrm xmlns:a="http://schemas.openxmlformats.org/drawingml/2006/main" flipV="1">
            <a:off x="7972426" y="3696653"/>
            <a:ext cx="0" cy="12077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87" name="element_400">
            <a:extLst xmlns:a="http://schemas.openxmlformats.org/drawingml/2006/main">
              <a:ext uri="{FF2B5EF4-FFF2-40B4-BE49-F238E27FC236}">
                <a16:creationId xmlns:a16="http://schemas.microsoft.com/office/drawing/2014/main" id="{4C8709DD-712D-492A-B468-126B264E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73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element_401">
            <a:extLst xmlns:a="http://schemas.openxmlformats.org/drawingml/2006/main">
              <a:ext uri="{FF2B5EF4-FFF2-40B4-BE49-F238E27FC236}">
                <a16:creationId xmlns:a16="http://schemas.microsoft.com/office/drawing/2014/main" id="{A354E8D7-1C7B-40BC-8321-AB73A62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3694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7973378" y="3695701"/>
            <a:ext cx="8077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90" name="element_402">
            <a:extLst xmlns:a="http://schemas.openxmlformats.org/drawingml/2006/main">
              <a:ext uri="{FF2B5EF4-FFF2-40B4-BE49-F238E27FC236}">
                <a16:creationId xmlns:a16="http://schemas.microsoft.com/office/drawing/2014/main" id="{69A7DAF1-195F-4BAF-AEC4-2291C4E4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524000"/>
            <a:ext cx="2105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z ∼ N(0, I)</a:t>
            </a:r>
          </a:p>
        </p:txBody>
      </p:sp>
      <p:sp>
        <p:nvSpPr>
          <p:cNvPr id="191" name="element_403">
            <a:extLst xmlns:a="http://schemas.openxmlformats.org/drawingml/2006/main">
              <a:ext uri="{FF2B5EF4-FFF2-40B4-BE49-F238E27FC236}">
                <a16:creationId xmlns:a16="http://schemas.microsoft.com/office/drawing/2014/main" id="{4B553EE2-D236-43FF-AEF4-924E6A38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1856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element_404">
            <a:extLst xmlns:a="http://schemas.openxmlformats.org/drawingml/2006/main">
              <a:ext uri="{FF2B5EF4-FFF2-40B4-BE49-F238E27FC236}">
                <a16:creationId xmlns:a16="http://schemas.microsoft.com/office/drawing/2014/main" id="{8AE11FA1-D2F7-44C7-BEB1-C1671ABD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2142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1" name=""/>
          <p:cNvCxnSpPr>
            <a:stCxn xmlns:a="http://schemas.openxmlformats.org/drawingml/2006/main" id="19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9515476" y="18583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94" name="encoder_405">
            <a:extLst xmlns:a="http://schemas.openxmlformats.org/drawingml/2006/main">
              <a:ext uri="{FF2B5EF4-FFF2-40B4-BE49-F238E27FC236}">
                <a16:creationId xmlns:a16="http://schemas.microsoft.com/office/drawing/2014/main" id="{7E6F9190-17BE-4239-93BA-DFC7C6F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10050"/>
            <a:ext cx="371475" cy="85725"/>
          </a:xfrm>
          <a:custGeom xmlns:a="http://schemas.openxmlformats.org/drawingml/2006/main">
            <a:pathLst>
              <a:path w="371475" h="85725">
                <a:moveTo>
                  <a:pt x="0" y="85725"/>
                </a:moveTo>
                <a:lnTo>
                  <a:pt x="85725" y="0"/>
                </a:lnTo>
                <a:lnTo>
                  <a:pt x="371475" y="0"/>
                </a:lnTo>
                <a:lnTo>
                  <a:pt x="285750" y="8572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95" name="encoder_406">
            <a:extLst xmlns:a="http://schemas.openxmlformats.org/drawingml/2006/main">
              <a:ext uri="{FF2B5EF4-FFF2-40B4-BE49-F238E27FC236}">
                <a16:creationId xmlns:a16="http://schemas.microsoft.com/office/drawing/2014/main" id="{22347271-B0CB-413B-9A10-68EF5B63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85725" cy="561975"/>
          </a:xfrm>
          <a:custGeom xmlns:a="http://schemas.openxmlformats.org/drawingml/2006/main">
            <a:pathLst>
              <a:path w="85725" h="561975">
                <a:moveTo>
                  <a:pt x="0" y="85725"/>
                </a:moveTo>
                <a:lnTo>
                  <a:pt x="85725" y="0"/>
                </a:lnTo>
                <a:lnTo>
                  <a:pt x="85725" y="4762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E6DEEE"/>
          </a:solidFill>
          <a:ln xmlns:a="http://schemas.openxmlformats.org/drawingml/2006/main" w="11430">
            <a:solidFill>
              <a:srgbClr val="8F7DAB"/>
            </a:solidFill>
          </a:ln>
        </p:spPr>
      </p:sp>
      <p:sp>
        <p:nvSpPr>
          <p:cNvPr id="196" name="element_407">
            <a:extLst xmlns:a="http://schemas.openxmlformats.org/drawingml/2006/main">
              <a:ext uri="{FF2B5EF4-FFF2-40B4-BE49-F238E27FC236}">
                <a16:creationId xmlns:a16="http://schemas.microsoft.com/office/drawing/2014/main" id="{804EF1DD-AED5-4EDD-8441-3E53ED24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95775"/>
            <a:ext cx="28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</p:sp>
      <p:sp>
        <p:nvSpPr>
          <p:cNvPr id="197" name="element_408">
            <a:extLst xmlns:a="http://schemas.openxmlformats.org/drawingml/2006/main">
              <a:ext uri="{FF2B5EF4-FFF2-40B4-BE49-F238E27FC236}">
                <a16:creationId xmlns:a16="http://schemas.microsoft.com/office/drawing/2014/main" id="{1A305B01-E990-4621-9543-13AE95F9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element_409">
            <a:extLst xmlns:a="http://schemas.openxmlformats.org/drawingml/2006/main">
              <a:ext uri="{FF2B5EF4-FFF2-40B4-BE49-F238E27FC236}">
                <a16:creationId xmlns:a16="http://schemas.microsoft.com/office/drawing/2014/main" id="{AD2C572F-85CB-4E89-BE22-124D2D2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798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7" name=""/>
          <p:cNvCxnSpPr>
            <a:stCxn xmlns:a="http://schemas.openxmlformats.org/drawingml/2006/main" id="197" idx="2"/>
            <a:endCxn xmlns:a="http://schemas.openxmlformats.org/drawingml/2006/main" id="198" idx="0"/>
          </p:cNvCxnSpPr>
          <p:nvPr/>
        </p:nvCxnSpPr>
        <p:spPr>
          <a:xfrm xmlns:a="http://schemas.openxmlformats.org/drawingml/2006/main">
            <a:off x="9429751" y="429672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0" name="element_410">
            <a:extLst xmlns:a="http://schemas.openxmlformats.org/drawingml/2006/main">
              <a:ext uri="{FF2B5EF4-FFF2-40B4-BE49-F238E27FC236}">
                <a16:creationId xmlns:a16="http://schemas.microsoft.com/office/drawing/2014/main" id="{7BC347C2-84DC-4ACE-B657-71A9D56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element_411">
            <a:extLst xmlns:a="http://schemas.openxmlformats.org/drawingml/2006/main">
              <a:ext uri="{FF2B5EF4-FFF2-40B4-BE49-F238E27FC236}">
                <a16:creationId xmlns:a16="http://schemas.microsoft.com/office/drawing/2014/main" id="{9AC35184-3FED-4727-B6F0-987A1BD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4048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00" idx="2"/>
            <a:endCxn xmlns:a="http://schemas.openxmlformats.org/drawingml/2006/main" id="201" idx="0"/>
          </p:cNvCxnSpPr>
          <p:nvPr/>
        </p:nvCxnSpPr>
        <p:spPr>
          <a:xfrm xmlns:a="http://schemas.openxmlformats.org/drawingml/2006/main">
            <a:off x="9525001" y="4296728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3" name="element_412">
            <a:extLst xmlns:a="http://schemas.openxmlformats.org/drawingml/2006/main">
              <a:ext uri="{FF2B5EF4-FFF2-40B4-BE49-F238E27FC236}">
                <a16:creationId xmlns:a16="http://schemas.microsoft.com/office/drawing/2014/main" id="{AD8FB78D-42FB-4A32-915F-9A41EDE8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element_413">
            <a:extLst xmlns:a="http://schemas.openxmlformats.org/drawingml/2006/main">
              <a:ext uri="{FF2B5EF4-FFF2-40B4-BE49-F238E27FC236}">
                <a16:creationId xmlns:a16="http://schemas.microsoft.com/office/drawing/2014/main" id="{5E4AF4A8-F529-4514-9D61-0CC491A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9335453" y="43910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6" name="element_414">
            <a:extLst xmlns:a="http://schemas.openxmlformats.org/drawingml/2006/main">
              <a:ext uri="{FF2B5EF4-FFF2-40B4-BE49-F238E27FC236}">
                <a16:creationId xmlns:a16="http://schemas.microsoft.com/office/drawing/2014/main" id="{88329E39-6674-4198-AFB3-C7870F2E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element_415">
            <a:extLst xmlns:a="http://schemas.openxmlformats.org/drawingml/2006/main">
              <a:ext uri="{FF2B5EF4-FFF2-40B4-BE49-F238E27FC236}">
                <a16:creationId xmlns:a16="http://schemas.microsoft.com/office/drawing/2014/main" id="{5BC66490-501A-4F20-9A4E-0FF7047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485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9335453" y="44862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09" name="element_416">
            <a:extLst xmlns:a="http://schemas.openxmlformats.org/drawingml/2006/main">
              <a:ext uri="{FF2B5EF4-FFF2-40B4-BE49-F238E27FC236}">
                <a16:creationId xmlns:a16="http://schemas.microsoft.com/office/drawing/2014/main" id="{B8D3860F-F8F1-4C10-89DB-6E8522C5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element_417">
            <a:extLst xmlns:a="http://schemas.openxmlformats.org/drawingml/2006/main">
              <a:ext uri="{FF2B5EF4-FFF2-40B4-BE49-F238E27FC236}">
                <a16:creationId xmlns:a16="http://schemas.microsoft.com/office/drawing/2014/main" id="{B76F6FE4-9FE7-4D40-BFA3-B654A06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9" name="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9335453" y="45815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12" name="element_418">
            <a:extLst xmlns:a="http://schemas.openxmlformats.org/drawingml/2006/main">
              <a:ext uri="{FF2B5EF4-FFF2-40B4-BE49-F238E27FC236}">
                <a16:creationId xmlns:a16="http://schemas.microsoft.com/office/drawing/2014/main" id="{7A2B7696-8C46-4479-9C28-52FEB1D9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54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3" name="element_419">
            <a:extLst xmlns:a="http://schemas.openxmlformats.org/drawingml/2006/main">
              <a:ext uri="{FF2B5EF4-FFF2-40B4-BE49-F238E27FC236}">
                <a16:creationId xmlns:a16="http://schemas.microsoft.com/office/drawing/2014/main" id="{608DD187-F662-4439-8AB3-5C154B81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298" y="4675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212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9335453" y="467677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</a:ln>
        </p:spPr>
      </p:cxnSp>
      <p:sp>
        <p:nvSpPr>
          <p:cNvPr id="215" name="element_420">
            <a:extLst xmlns:a="http://schemas.openxmlformats.org/drawingml/2006/main">
              <a:ext uri="{FF2B5EF4-FFF2-40B4-BE49-F238E27FC236}">
                <a16:creationId xmlns:a16="http://schemas.microsoft.com/office/drawing/2014/main" id="{1623C139-3B82-457C-BDD2-58804A18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3866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element_421">
            <a:extLst xmlns:a="http://schemas.openxmlformats.org/drawingml/2006/main">
              <a:ext uri="{FF2B5EF4-FFF2-40B4-BE49-F238E27FC236}">
                <a16:creationId xmlns:a16="http://schemas.microsoft.com/office/drawing/2014/main" id="{D52D2842-3B05-4550-987F-7528067C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4209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5" name=""/>
          <p:cNvCxnSpPr>
            <a:stCxn xmlns:a="http://schemas.openxmlformats.org/drawingml/2006/main" id="215" idx="2"/>
            <a:endCxn xmlns:a="http://schemas.openxmlformats.org/drawingml/2006/main" id="216" idx="0"/>
          </p:cNvCxnSpPr>
          <p:nvPr/>
        </p:nvCxnSpPr>
        <p:spPr>
          <a:xfrm xmlns:a="http://schemas.openxmlformats.org/drawingml/2006/main">
            <a:off x="9515476" y="3868103"/>
            <a:ext cx="0" cy="3409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18" name="element_422">
            <a:extLst xmlns:a="http://schemas.openxmlformats.org/drawingml/2006/main">
              <a:ext uri="{FF2B5EF4-FFF2-40B4-BE49-F238E27FC236}">
                <a16:creationId xmlns:a16="http://schemas.microsoft.com/office/drawing/2014/main" id="{154DACC3-106A-46E3-AF14-AD6A364D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R₁:ₜ</a:t>
            </a:r>
          </a:p>
        </p:txBody>
      </p:sp>
      <p:sp>
        <p:nvSpPr>
          <p:cNvPr id="219" name="element_423">
            <a:extLst xmlns:a="http://schemas.openxmlformats.org/drawingml/2006/main">
              <a:ext uri="{FF2B5EF4-FFF2-40B4-BE49-F238E27FC236}">
                <a16:creationId xmlns:a16="http://schemas.microsoft.com/office/drawing/2014/main" id="{4C160E3B-C5D4-4F1E-9EB5-09F6B8B9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38725"/>
            <a:ext cx="1076325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非口部</a:t>
            </a:r>
          </a:p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0" name="element_424">
            <a:extLst xmlns:a="http://schemas.openxmlformats.org/drawingml/2006/main">
              <a:ext uri="{FF2B5EF4-FFF2-40B4-BE49-F238E27FC236}">
                <a16:creationId xmlns:a16="http://schemas.microsoft.com/office/drawing/2014/main" id="{7B292A6E-4A75-4F08-A682-53DBBB5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4771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element_425">
            <a:extLst xmlns:a="http://schemas.openxmlformats.org/drawingml/2006/main">
              <a:ext uri="{FF2B5EF4-FFF2-40B4-BE49-F238E27FC236}">
                <a16:creationId xmlns:a16="http://schemas.microsoft.com/office/drawing/2014/main" id="{356814D2-9C06-4589-99F5-9DF9C69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4523" y="5037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9515476" y="4772978"/>
            <a:ext cx="0" cy="2647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8F7DAB"/>
            </a:solidFill>
            <a:prstDash val="solid"/>
            <a:tailEnd type="triangle" w="sm" len="sm"/>
          </a:ln>
        </p:spPr>
      </p:cxnSp>
      <p:sp>
        <p:nvSpPr>
          <p:cNvPr id="223" name="operator_426">
            <a:extLst xmlns:a="http://schemas.openxmlformats.org/drawingml/2006/main">
              <a:ext uri="{FF2B5EF4-FFF2-40B4-BE49-F238E27FC236}">
                <a16:creationId xmlns:a16="http://schemas.microsoft.com/office/drawing/2014/main" id="{C21053EB-6776-4723-A07A-081D7A1B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5302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9323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24" name="element_427">
            <a:extLst xmlns:a="http://schemas.openxmlformats.org/drawingml/2006/main">
              <a:ext uri="{FF2B5EF4-FFF2-40B4-BE49-F238E27FC236}">
                <a16:creationId xmlns:a16="http://schemas.microsoft.com/office/drawing/2014/main" id="{E644797C-601B-45C0-B9DF-9ED594FA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element_428">
            <a:extLst xmlns:a="http://schemas.openxmlformats.org/drawingml/2006/main">
              <a:ext uri="{FF2B5EF4-FFF2-40B4-BE49-F238E27FC236}">
                <a16:creationId xmlns:a16="http://schemas.microsoft.com/office/drawing/2014/main" id="{8E021EB0-5F1F-45B0-B16A-59E5BFE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948" y="5294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4" name=""/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9859328" y="529590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27" name="element_429">
            <a:extLst xmlns:a="http://schemas.openxmlformats.org/drawingml/2006/main">
              <a:ext uri="{FF2B5EF4-FFF2-40B4-BE49-F238E27FC236}">
                <a16:creationId xmlns:a16="http://schemas.microsoft.com/office/drawing/2014/main" id="{408C982C-85D8-4C69-B024-3595C96C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591175"/>
            <a:ext cx="1914525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静态个体偏移 Pᵢd</a:t>
            </a:r>
          </a:p>
        </p:txBody>
      </p:sp>
      <p:sp>
        <p:nvSpPr>
          <p:cNvPr id="228" name="element_430">
            <a:extLst xmlns:a="http://schemas.openxmlformats.org/drawingml/2006/main">
              <a:ext uri="{FF2B5EF4-FFF2-40B4-BE49-F238E27FC236}">
                <a16:creationId xmlns:a16="http://schemas.microsoft.com/office/drawing/2014/main" id="{62F14F00-0A03-4016-941A-5830668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4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element_431">
            <a:extLst xmlns:a="http://schemas.openxmlformats.org/drawingml/2006/main">
              <a:ext uri="{FF2B5EF4-FFF2-40B4-BE49-F238E27FC236}">
                <a16:creationId xmlns:a16="http://schemas.microsoft.com/office/drawing/2014/main" id="{B00B00D1-40CA-4C7D-89B7-CFFA929E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8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>
            <a:off x="6830378" y="5057776"/>
            <a:ext cx="8743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31" name="element_432">
            <a:extLst xmlns:a="http://schemas.openxmlformats.org/drawingml/2006/main">
              <a:ext uri="{FF2B5EF4-FFF2-40B4-BE49-F238E27FC236}">
                <a16:creationId xmlns:a16="http://schemas.microsoft.com/office/drawing/2014/main" id="{E36C87E4-5725-4DAA-8B84-9155A536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element_433">
            <a:extLst xmlns:a="http://schemas.openxmlformats.org/drawingml/2006/main">
              <a:ext uri="{FF2B5EF4-FFF2-40B4-BE49-F238E27FC236}">
                <a16:creationId xmlns:a16="http://schemas.microsoft.com/office/drawing/2014/main" id="{FE9C1F1C-EFF2-40AE-A5A9-394F2203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1" name=""/>
          <p:cNvCxnSpPr>
            <a:stCxn xmlns:a="http://schemas.openxmlformats.org/drawingml/2006/main" id="231" idx="2"/>
            <a:endCxn xmlns:a="http://schemas.openxmlformats.org/drawingml/2006/main" id="232" idx="0"/>
          </p:cNvCxnSpPr>
          <p:nvPr/>
        </p:nvCxnSpPr>
        <p:spPr>
          <a:xfrm xmlns:a="http://schemas.openxmlformats.org/drawingml/2006/main">
            <a:off x="7705726" y="5058728"/>
            <a:ext cx="0" cy="7791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34" name="element_434">
            <a:extLst xmlns:a="http://schemas.openxmlformats.org/drawingml/2006/main">
              <a:ext uri="{FF2B5EF4-FFF2-40B4-BE49-F238E27FC236}">
                <a16:creationId xmlns:a16="http://schemas.microsoft.com/office/drawing/2014/main" id="{C64B4C76-C0D6-4C60-A1E5-B96F47A1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element_435">
            <a:extLst xmlns:a="http://schemas.openxmlformats.org/drawingml/2006/main">
              <a:ext uri="{FF2B5EF4-FFF2-40B4-BE49-F238E27FC236}">
                <a16:creationId xmlns:a16="http://schemas.microsoft.com/office/drawing/2014/main" id="{62C685FD-4E0E-4917-AEDB-B2401390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337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4" name=""/>
          <p:cNvCxnSpPr>
            <a:stCxn xmlns:a="http://schemas.openxmlformats.org/drawingml/2006/main" id="234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>
            <a:off x="7706678" y="5838826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37" name="element_436">
            <a:extLst xmlns:a="http://schemas.openxmlformats.org/drawingml/2006/main">
              <a:ext uri="{FF2B5EF4-FFF2-40B4-BE49-F238E27FC236}">
                <a16:creationId xmlns:a16="http://schemas.microsoft.com/office/drawing/2014/main" id="{3AACCA8B-EA70-4959-BDF9-13594E1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7898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element_437">
            <a:extLst xmlns:a="http://schemas.openxmlformats.org/drawingml/2006/main">
              <a:ext uri="{FF2B5EF4-FFF2-40B4-BE49-F238E27FC236}">
                <a16:creationId xmlns:a16="http://schemas.microsoft.com/office/drawing/2014/main" id="{801610A4-7172-48F6-925A-99167BE5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7" name=""/>
          <p:cNvCxnSpPr>
            <a:stCxn xmlns:a="http://schemas.openxmlformats.org/drawingml/2006/main" id="237" idx="3"/>
            <a:endCxn xmlns:a="http://schemas.openxmlformats.org/drawingml/2006/main" id="238" idx="1"/>
          </p:cNvCxnSpPr>
          <p:nvPr/>
        </p:nvCxnSpPr>
        <p:spPr>
          <a:xfrm xmlns:a="http://schemas.openxmlformats.org/drawingml/2006/main">
            <a:off x="9849803" y="5838826"/>
            <a:ext cx="5410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240" name="element_438">
            <a:extLst xmlns:a="http://schemas.openxmlformats.org/drawingml/2006/main">
              <a:ext uri="{FF2B5EF4-FFF2-40B4-BE49-F238E27FC236}">
                <a16:creationId xmlns:a16="http://schemas.microsoft.com/office/drawing/2014/main" id="{92F39BA1-D396-417B-ADD9-5977F8D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837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element_439">
            <a:extLst xmlns:a="http://schemas.openxmlformats.org/drawingml/2006/main">
              <a:ext uri="{FF2B5EF4-FFF2-40B4-BE49-F238E27FC236}">
                <a16:creationId xmlns:a16="http://schemas.microsoft.com/office/drawing/2014/main" id="{C2B786A6-4C16-44A3-B6A3-04B26AB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0" name=""/>
          <p:cNvCxnSpPr>
            <a:stCxn xmlns:a="http://schemas.openxmlformats.org/drawingml/2006/main" id="240" idx="0"/>
            <a:endCxn xmlns:a="http://schemas.openxmlformats.org/drawingml/2006/main" id="241" idx="2"/>
          </p:cNvCxnSpPr>
          <p:nvPr/>
        </p:nvCxnSpPr>
        <p:spPr>
          <a:xfrm xmlns:a="http://schemas.openxmlformats.org/drawingml/2006/main" flipV="1">
            <a:off x="10391776" y="5449253"/>
            <a:ext cx="0" cy="3886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243" name="element_440">
            <a:extLst xmlns:a="http://schemas.openxmlformats.org/drawingml/2006/main">
              <a:ext uri="{FF2B5EF4-FFF2-40B4-BE49-F238E27FC236}">
                <a16:creationId xmlns:a16="http://schemas.microsoft.com/office/drawing/2014/main" id="{44808E90-CF99-488C-8299-DB68113B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134100"/>
            <a:ext cx="1933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798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9849"/>
                </a:solidFill>
                <a:latin typeface="Microsoft YaHei"/>
                <a:ea typeface="Microsoft YaHei"/>
                <a:cs typeface="Microsoft YaHei"/>
              </a:rPr>
              <a:t>参考口部静态校准</a:t>
            </a:r>
          </a:p>
        </p:txBody>
      </p:sp>
      <p:sp>
        <p:nvSpPr>
          <p:cNvPr id="244" name="element_441">
            <a:extLst xmlns:a="http://schemas.openxmlformats.org/drawingml/2006/main">
              <a:ext uri="{FF2B5EF4-FFF2-40B4-BE49-F238E27FC236}">
                <a16:creationId xmlns:a16="http://schemas.microsoft.com/office/drawing/2014/main" id="{9CCD1867-F7FF-4F2E-B6B9-7B9F948C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element_442">
            <a:extLst xmlns:a="http://schemas.openxmlformats.org/drawingml/2006/main">
              <a:ext uri="{FF2B5EF4-FFF2-40B4-BE49-F238E27FC236}">
                <a16:creationId xmlns:a16="http://schemas.microsoft.com/office/drawing/2014/main" id="{17877B08-1CBE-4602-AAA2-D92A770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244" idx="3"/>
            <a:endCxn xmlns:a="http://schemas.openxmlformats.org/drawingml/2006/main" id="245" idx="1"/>
          </p:cNvCxnSpPr>
          <p:nvPr/>
        </p:nvCxnSpPr>
        <p:spPr>
          <a:xfrm xmlns:a="http://schemas.openxmlformats.org/drawingml/2006/main">
            <a:off x="10392728" y="5448301"/>
            <a:ext cx="9886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47" name="element_443">
            <a:extLst xmlns:a="http://schemas.openxmlformats.org/drawingml/2006/main">
              <a:ext uri="{FF2B5EF4-FFF2-40B4-BE49-F238E27FC236}">
                <a16:creationId xmlns:a16="http://schemas.microsoft.com/office/drawing/2014/main" id="{449C61A2-B6A4-470F-B7ED-B536D1B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5447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element_444">
            <a:extLst xmlns:a="http://schemas.openxmlformats.org/drawingml/2006/main">
              <a:ext uri="{FF2B5EF4-FFF2-40B4-BE49-F238E27FC236}">
                <a16:creationId xmlns:a16="http://schemas.microsoft.com/office/drawing/2014/main" id="{0D7E3619-5C28-4C4F-9DC4-361A0797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1382376" y="5449253"/>
            <a:ext cx="0" cy="9601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50" name="element_445">
            <a:extLst xmlns:a="http://schemas.openxmlformats.org/drawingml/2006/main">
              <a:ext uri="{FF2B5EF4-FFF2-40B4-BE49-F238E27FC236}">
                <a16:creationId xmlns:a16="http://schemas.microsoft.com/office/drawing/2014/main" id="{4BDE72FD-85F6-408C-BAC7-84ED5402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1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element_446">
            <a:extLst xmlns:a="http://schemas.openxmlformats.org/drawingml/2006/main">
              <a:ext uri="{FF2B5EF4-FFF2-40B4-BE49-F238E27FC236}">
                <a16:creationId xmlns:a16="http://schemas.microsoft.com/office/drawing/2014/main" id="{2C34B951-6BE7-441B-B1A2-9FE05E6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250" idx="1"/>
            <a:endCxn xmlns:a="http://schemas.openxmlformats.org/drawingml/2006/main" id="251" idx="3"/>
          </p:cNvCxnSpPr>
          <p:nvPr/>
        </p:nvCxnSpPr>
        <p:spPr>
          <a:xfrm xmlns:a="http://schemas.openxmlformats.org/drawingml/2006/main" flipH="1">
            <a:off x="10240328" y="6410326"/>
            <a:ext cx="11410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253" name="element_447">
            <a:extLst xmlns:a="http://schemas.openxmlformats.org/drawingml/2006/main">
              <a:ext uri="{FF2B5EF4-FFF2-40B4-BE49-F238E27FC236}">
                <a16:creationId xmlns:a16="http://schemas.microsoft.com/office/drawing/2014/main" id="{B3E2AE6D-359B-4762-A6AE-5386148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409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element_448">
            <a:extLst xmlns:a="http://schemas.openxmlformats.org/drawingml/2006/main">
              <a:ext uri="{FF2B5EF4-FFF2-40B4-BE49-F238E27FC236}">
                <a16:creationId xmlns:a16="http://schemas.microsoft.com/office/drawing/2014/main" id="{EC6D3895-125E-40CC-9193-01C4ABFD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8423" y="662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0239376" y="6411278"/>
            <a:ext cx="0" cy="2171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56" name="element_449">
            <a:extLst xmlns:a="http://schemas.openxmlformats.org/drawingml/2006/main">
              <a:ext uri="{FF2B5EF4-FFF2-40B4-BE49-F238E27FC236}">
                <a16:creationId xmlns:a16="http://schemas.microsoft.com/office/drawing/2014/main" id="{0925720C-EEC8-45AC-8518-89A6D39E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57" name="element_450">
            <a:extLst xmlns:a="http://schemas.openxmlformats.org/drawingml/2006/main">
              <a:ext uri="{FF2B5EF4-FFF2-40B4-BE49-F238E27FC236}">
                <a16:creationId xmlns:a16="http://schemas.microsoft.com/office/drawing/2014/main" id="{9C66EEAF-2B2A-478D-83BA-77704A6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真实帧 1</a:t>
            </a:r>
          </a:p>
        </p:txBody>
      </p:sp>
      <p:sp>
        <p:nvSpPr>
          <p:cNvPr id="258" name="element_451">
            <a:extLst xmlns:a="http://schemas.openxmlformats.org/drawingml/2006/main">
              <a:ext uri="{FF2B5EF4-FFF2-40B4-BE49-F238E27FC236}">
                <a16:creationId xmlns:a16="http://schemas.microsoft.com/office/drawing/2014/main" id="{AB567144-D35A-43B0-852B-81E6119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59" name="element_452">
            <a:extLst xmlns:a="http://schemas.openxmlformats.org/drawingml/2006/main">
              <a:ext uri="{FF2B5EF4-FFF2-40B4-BE49-F238E27FC236}">
                <a16:creationId xmlns:a16="http://schemas.microsoft.com/office/drawing/2014/main" id="{C008732B-F697-411F-AE67-F69B9F0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真实帧 2</a:t>
            </a:r>
          </a:p>
        </p:txBody>
      </p:sp>
      <p:sp>
        <p:nvSpPr>
          <p:cNvPr id="260" name="element_453">
            <a:extLst xmlns:a="http://schemas.openxmlformats.org/drawingml/2006/main">
              <a:ext uri="{FF2B5EF4-FFF2-40B4-BE49-F238E27FC236}">
                <a16:creationId xmlns:a16="http://schemas.microsoft.com/office/drawing/2014/main" id="{B03E831C-14C4-4AB5-9FA7-DFDF6A6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77025"/>
            <a:ext cx="828675" cy="933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261" name="element_454">
            <a:extLst xmlns:a="http://schemas.openxmlformats.org/drawingml/2006/main">
              <a:ext uri="{FF2B5EF4-FFF2-40B4-BE49-F238E27FC236}">
                <a16:creationId xmlns:a16="http://schemas.microsoft.com/office/drawing/2014/main" id="{2AC1F3F7-FE1F-4435-BE9A-2FD11FDE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705600"/>
            <a:ext cx="7715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真实帧 3</a:t>
            </a:r>
          </a:p>
        </p:txBody>
      </p:sp>
      <p:sp>
        <p:nvSpPr>
          <p:cNvPr id="262" name="element_455">
            <a:extLst xmlns:a="http://schemas.openxmlformats.org/drawingml/2006/main">
              <a:ext uri="{FF2B5EF4-FFF2-40B4-BE49-F238E27FC236}">
                <a16:creationId xmlns:a16="http://schemas.microsoft.com/office/drawing/2014/main" id="{21B30A51-06A7-4052-9C76-68BDDD5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6390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ARKit52 面部动画</a:t>
            </a:r>
          </a:p>
        </p:txBody>
      </p:sp>
      <p:sp>
        <p:nvSpPr>
          <p:cNvPr id="263" name="element_456">
            <a:extLst xmlns:a="http://schemas.openxmlformats.org/drawingml/2006/main">
              <a:ext uri="{FF2B5EF4-FFF2-40B4-BE49-F238E27FC236}">
                <a16:creationId xmlns:a16="http://schemas.microsoft.com/office/drawing/2014/main" id="{3A1B61DE-9A1C-4707-84C6-45222C1A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381750"/>
            <a:ext cx="7239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0478">
            <a:solidFill>
              <a:srgbClr val="D9BA84"/>
            </a:solidFill>
            <a:prstDash val="dash"/>
          </a:ln>
        </p:spPr>
      </p:sp>
      <p:sp>
        <p:nvSpPr>
          <p:cNvPr id="264" name="element_457">
            <a:extLst xmlns:a="http://schemas.openxmlformats.org/drawingml/2006/main">
              <a:ext uri="{FF2B5EF4-FFF2-40B4-BE49-F238E27FC236}">
                <a16:creationId xmlns:a16="http://schemas.microsoft.com/office/drawing/2014/main" id="{42266541-15FA-46D8-AE1F-FABBF0AC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19850"/>
            <a:ext cx="687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动作引导的全局情感学习（仅训练期）</a:t>
            </a:r>
          </a:p>
        </p:txBody>
      </p:sp>
      <p:sp>
        <p:nvSpPr>
          <p:cNvPr id="265" name="element_458">
            <a:extLst xmlns:a="http://schemas.openxmlformats.org/drawingml/2006/main">
              <a:ext uri="{FF2B5EF4-FFF2-40B4-BE49-F238E27FC236}">
                <a16:creationId xmlns:a16="http://schemas.microsoft.com/office/drawing/2014/main" id="{6D21FAAA-BC2B-48F0-B3D2-EE1578F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886575"/>
            <a:ext cx="1809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 − B₀(C) − Pᵢd</a:t>
            </a:r>
          </a:p>
        </p:txBody>
      </p:sp>
      <p:sp>
        <p:nvSpPr>
          <p:cNvPr id="266" name="encoder_459">
            <a:extLst xmlns:a="http://schemas.openxmlformats.org/drawingml/2006/main">
              <a:ext uri="{FF2B5EF4-FFF2-40B4-BE49-F238E27FC236}">
                <a16:creationId xmlns:a16="http://schemas.microsoft.com/office/drawing/2014/main" id="{474B7469-C46A-4D47-9D30-E4D83EF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00850"/>
            <a:ext cx="1266825" cy="723900"/>
          </a:xfrm>
          <a:custGeom xmlns:a="http://schemas.openxmlformats.org/drawingml/2006/main">
            <a:pathLst>
              <a:path w="1266825" h="723900">
                <a:moveTo>
                  <a:pt x="0" y="0"/>
                </a:moveTo>
                <a:lnTo>
                  <a:pt x="1266825" y="115824"/>
                </a:lnTo>
                <a:lnTo>
                  <a:pt x="1266825" y="608076"/>
                </a:lnTo>
                <a:lnTo>
                  <a:pt x="0" y="72390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67" name="element_460">
            <a:extLst xmlns:a="http://schemas.openxmlformats.org/drawingml/2006/main">
              <a:ext uri="{FF2B5EF4-FFF2-40B4-BE49-F238E27FC236}">
                <a16:creationId xmlns:a16="http://schemas.microsoft.com/office/drawing/2014/main" id="{C7025163-EA61-4FC2-82EB-8F6A3A8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689610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动作情感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268" name="encoder_461">
            <a:extLst xmlns:a="http://schemas.openxmlformats.org/drawingml/2006/main">
              <a:ext uri="{FF2B5EF4-FFF2-40B4-BE49-F238E27FC236}">
                <a16:creationId xmlns:a16="http://schemas.microsoft.com/office/drawing/2014/main" id="{DA69724F-D7C3-4173-A28D-F5818B47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48475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69" name="encoder_462">
            <a:extLst xmlns:a="http://schemas.openxmlformats.org/drawingml/2006/main">
              <a:ext uri="{FF2B5EF4-FFF2-40B4-BE49-F238E27FC236}">
                <a16:creationId xmlns:a16="http://schemas.microsoft.com/office/drawing/2014/main" id="{AD9A96DD-750E-48D3-A448-124D92B3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848475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70" name="element_463">
            <a:extLst xmlns:a="http://schemas.openxmlformats.org/drawingml/2006/main">
              <a:ext uri="{FF2B5EF4-FFF2-40B4-BE49-F238E27FC236}">
                <a16:creationId xmlns:a16="http://schemas.microsoft.com/office/drawing/2014/main" id="{D317D574-0402-49A9-9DAB-0F725556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934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271" name="element_464">
            <a:extLst xmlns:a="http://schemas.openxmlformats.org/drawingml/2006/main">
              <a:ext uri="{FF2B5EF4-FFF2-40B4-BE49-F238E27FC236}">
                <a16:creationId xmlns:a16="http://schemas.microsoft.com/office/drawing/2014/main" id="{B550916A-35B4-462E-B3D2-7D75D22C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element_465">
            <a:extLst xmlns:a="http://schemas.openxmlformats.org/drawingml/2006/main">
              <a:ext uri="{FF2B5EF4-FFF2-40B4-BE49-F238E27FC236}">
                <a16:creationId xmlns:a16="http://schemas.microsoft.com/office/drawing/2014/main" id="{85E8C975-1193-4F2B-BC5F-7DB615E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4295776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74" name="element_466">
            <a:extLst xmlns:a="http://schemas.openxmlformats.org/drawingml/2006/main">
              <a:ext uri="{FF2B5EF4-FFF2-40B4-BE49-F238E27FC236}">
                <a16:creationId xmlns:a16="http://schemas.microsoft.com/office/drawing/2014/main" id="{482675BE-4109-4375-93A3-6478485C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98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element_467">
            <a:extLst xmlns:a="http://schemas.openxmlformats.org/drawingml/2006/main">
              <a:ext uri="{FF2B5EF4-FFF2-40B4-BE49-F238E27FC236}">
                <a16:creationId xmlns:a16="http://schemas.microsoft.com/office/drawing/2014/main" id="{8195055A-A335-4F36-9CA4-A6762926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598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4400551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77" name="element_468">
            <a:extLst xmlns:a="http://schemas.openxmlformats.org/drawingml/2006/main">
              <a:ext uri="{FF2B5EF4-FFF2-40B4-BE49-F238E27FC236}">
                <a16:creationId xmlns:a16="http://schemas.microsoft.com/office/drawing/2014/main" id="{A7B6D574-71DF-458C-AE88-4D26A1BF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element_469">
            <a:extLst xmlns:a="http://schemas.openxmlformats.org/drawingml/2006/main">
              <a:ext uri="{FF2B5EF4-FFF2-40B4-BE49-F238E27FC236}">
                <a16:creationId xmlns:a16="http://schemas.microsoft.com/office/drawing/2014/main" id="{7A42B8EC-D30E-42A3-BE74-D4CD200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373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4191953" y="703897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80" name="element_470">
            <a:extLst xmlns:a="http://schemas.openxmlformats.org/drawingml/2006/main">
              <a:ext uri="{FF2B5EF4-FFF2-40B4-BE49-F238E27FC236}">
                <a16:creationId xmlns:a16="http://schemas.microsoft.com/office/drawing/2014/main" id="{7C4DBC79-E685-4981-BE9D-B136793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element_471">
            <a:extLst xmlns:a="http://schemas.openxmlformats.org/drawingml/2006/main">
              <a:ext uri="{FF2B5EF4-FFF2-40B4-BE49-F238E27FC236}">
                <a16:creationId xmlns:a16="http://schemas.microsoft.com/office/drawing/2014/main" id="{BCA3DE05-1473-4C63-94AB-6E18B11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373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4191953" y="71437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83" name="element_472">
            <a:extLst xmlns:a="http://schemas.openxmlformats.org/drawingml/2006/main">
              <a:ext uri="{FF2B5EF4-FFF2-40B4-BE49-F238E27FC236}">
                <a16:creationId xmlns:a16="http://schemas.microsoft.com/office/drawing/2014/main" id="{77331541-1611-4D94-99C9-383C355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74295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Eᴍg</a:t>
            </a:r>
          </a:p>
        </p:txBody>
      </p:sp>
      <p:sp>
        <p:nvSpPr>
          <p:cNvPr id="284" name="element_473">
            <a:extLst xmlns:a="http://schemas.openxmlformats.org/drawingml/2006/main">
              <a:ext uri="{FF2B5EF4-FFF2-40B4-BE49-F238E27FC236}">
                <a16:creationId xmlns:a16="http://schemas.microsoft.com/office/drawing/2014/main" id="{E678BB18-14FA-4A3D-9C87-6903388F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943725"/>
            <a:ext cx="116205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L_align</a:t>
            </a:r>
          </a:p>
        </p:txBody>
      </p:sp>
      <p:sp>
        <p:nvSpPr>
          <p:cNvPr id="285" name="encoder_474">
            <a:extLst xmlns:a="http://schemas.openxmlformats.org/drawingml/2006/main">
              <a:ext uri="{FF2B5EF4-FFF2-40B4-BE49-F238E27FC236}">
                <a16:creationId xmlns:a16="http://schemas.microsoft.com/office/drawing/2014/main" id="{72320536-0AD1-47FD-B028-E9A1BDE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848475"/>
            <a:ext cx="400050" cy="85725"/>
          </a:xfrm>
          <a:custGeom xmlns:a="http://schemas.openxmlformats.org/drawingml/2006/main">
            <a:pathLst>
              <a:path w="400050" h="85725">
                <a:moveTo>
                  <a:pt x="0" y="85725"/>
                </a:moveTo>
                <a:lnTo>
                  <a:pt x="85725" y="0"/>
                </a:lnTo>
                <a:lnTo>
                  <a:pt x="400050" y="0"/>
                </a:lnTo>
                <a:lnTo>
                  <a:pt x="314325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86" name="encoder_475">
            <a:extLst xmlns:a="http://schemas.openxmlformats.org/drawingml/2006/main">
              <a:ext uri="{FF2B5EF4-FFF2-40B4-BE49-F238E27FC236}">
                <a16:creationId xmlns:a16="http://schemas.microsoft.com/office/drawing/2014/main" id="{D9F86BBF-6484-40A5-ABD5-39B2D637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848475"/>
            <a:ext cx="85725" cy="400050"/>
          </a:xfrm>
          <a:custGeom xmlns:a="http://schemas.openxmlformats.org/drawingml/2006/main">
            <a:pathLst>
              <a:path w="85725" h="400050">
                <a:moveTo>
                  <a:pt x="0" y="85725"/>
                </a:moveTo>
                <a:lnTo>
                  <a:pt x="85725" y="0"/>
                </a:lnTo>
                <a:lnTo>
                  <a:pt x="85725" y="314325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287" name="element_476">
            <a:extLst xmlns:a="http://schemas.openxmlformats.org/drawingml/2006/main">
              <a:ext uri="{FF2B5EF4-FFF2-40B4-BE49-F238E27FC236}">
                <a16:creationId xmlns:a16="http://schemas.microsoft.com/office/drawing/2014/main" id="{59A9EE84-CF5B-42AC-AFCA-2005166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934200"/>
            <a:ext cx="314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288" name="element_477">
            <a:extLst xmlns:a="http://schemas.openxmlformats.org/drawingml/2006/main">
              <a:ext uri="{FF2B5EF4-FFF2-40B4-BE49-F238E27FC236}">
                <a16:creationId xmlns:a16="http://schemas.microsoft.com/office/drawing/2014/main" id="{C2CB7DE5-D01B-47DB-9E41-13B8A022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898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9" name="element_478">
            <a:extLst xmlns:a="http://schemas.openxmlformats.org/drawingml/2006/main">
              <a:ext uri="{FF2B5EF4-FFF2-40B4-BE49-F238E27FC236}">
                <a16:creationId xmlns:a16="http://schemas.microsoft.com/office/drawing/2014/main" id="{71ED1728-1CD8-4BAE-9EE6-14C0BA1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898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8" name=""/>
          <p:cNvCxnSpPr>
            <a:stCxn xmlns:a="http://schemas.openxmlformats.org/drawingml/2006/main" id="288" idx="2"/>
            <a:endCxn xmlns:a="http://schemas.openxmlformats.org/drawingml/2006/main" id="289" idx="0"/>
          </p:cNvCxnSpPr>
          <p:nvPr/>
        </p:nvCxnSpPr>
        <p:spPr>
          <a:xfrm xmlns:a="http://schemas.openxmlformats.org/drawingml/2006/main">
            <a:off x="6800851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1" name="element_479">
            <a:extLst xmlns:a="http://schemas.openxmlformats.org/drawingml/2006/main">
              <a:ext uri="{FF2B5EF4-FFF2-40B4-BE49-F238E27FC236}">
                <a16:creationId xmlns:a16="http://schemas.microsoft.com/office/drawing/2014/main" id="{B99EA791-3968-4B08-9660-6EFEBBD5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693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2" name="element_480">
            <a:extLst xmlns:a="http://schemas.openxmlformats.org/drawingml/2006/main">
              <a:ext uri="{FF2B5EF4-FFF2-40B4-BE49-F238E27FC236}">
                <a16:creationId xmlns:a16="http://schemas.microsoft.com/office/drawing/2014/main" id="{6E9D603B-67A6-419D-9CDF-698E21C9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673" y="7247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1" name=""/>
          <p:cNvCxnSpPr>
            <a:stCxn xmlns:a="http://schemas.openxmlformats.org/drawingml/2006/main" id="291" idx="2"/>
            <a:endCxn xmlns:a="http://schemas.openxmlformats.org/drawingml/2006/main" id="292" idx="0"/>
          </p:cNvCxnSpPr>
          <p:nvPr/>
        </p:nvCxnSpPr>
        <p:spPr>
          <a:xfrm xmlns:a="http://schemas.openxmlformats.org/drawingml/2006/main">
            <a:off x="6905626" y="6935153"/>
            <a:ext cx="0" cy="3124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4" name="element_481">
            <a:extLst xmlns:a="http://schemas.openxmlformats.org/drawingml/2006/main">
              <a:ext uri="{FF2B5EF4-FFF2-40B4-BE49-F238E27FC236}">
                <a16:creationId xmlns:a16="http://schemas.microsoft.com/office/drawing/2014/main" id="{A9CD243D-80DD-4A76-B422-94F76C4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5" name="element_482">
            <a:extLst xmlns:a="http://schemas.openxmlformats.org/drawingml/2006/main">
              <a:ext uri="{FF2B5EF4-FFF2-40B4-BE49-F238E27FC236}">
                <a16:creationId xmlns:a16="http://schemas.microsoft.com/office/drawing/2014/main" id="{782BCC99-2910-4AA0-9511-7961726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48" y="7038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4" name=""/>
          <p:cNvCxnSpPr>
            <a:stCxn xmlns:a="http://schemas.openxmlformats.org/drawingml/2006/main" id="294" idx="3"/>
            <a:endCxn xmlns:a="http://schemas.openxmlformats.org/drawingml/2006/main" id="295" idx="1"/>
          </p:cNvCxnSpPr>
          <p:nvPr/>
        </p:nvCxnSpPr>
        <p:spPr>
          <a:xfrm xmlns:a="http://schemas.openxmlformats.org/drawingml/2006/main">
            <a:off x="6697028" y="7038976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97" name="element_483">
            <a:extLst xmlns:a="http://schemas.openxmlformats.org/drawingml/2006/main">
              <a:ext uri="{FF2B5EF4-FFF2-40B4-BE49-F238E27FC236}">
                <a16:creationId xmlns:a16="http://schemas.microsoft.com/office/drawing/2014/main" id="{A15DD4E4-0C52-4A94-BD84-7BA88A82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8" name="element_484">
            <a:extLst xmlns:a="http://schemas.openxmlformats.org/drawingml/2006/main">
              <a:ext uri="{FF2B5EF4-FFF2-40B4-BE49-F238E27FC236}">
                <a16:creationId xmlns:a16="http://schemas.microsoft.com/office/drawing/2014/main" id="{4277CB22-1AE6-46B0-B818-72ED8F1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448" y="714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7" name=""/>
          <p:cNvCxnSpPr>
            <a:stCxn xmlns:a="http://schemas.openxmlformats.org/drawingml/2006/main" id="297" idx="3"/>
            <a:endCxn xmlns:a="http://schemas.openxmlformats.org/drawingml/2006/main" id="298" idx="1"/>
          </p:cNvCxnSpPr>
          <p:nvPr/>
        </p:nvCxnSpPr>
        <p:spPr>
          <a:xfrm xmlns:a="http://schemas.openxmlformats.org/drawingml/2006/main">
            <a:off x="6697028" y="7143751"/>
            <a:ext cx="3124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300" name="element_485">
            <a:extLst xmlns:a="http://schemas.openxmlformats.org/drawingml/2006/main">
              <a:ext uri="{FF2B5EF4-FFF2-40B4-BE49-F238E27FC236}">
                <a16:creationId xmlns:a16="http://schemas.microsoft.com/office/drawing/2014/main" id="{CFDC990E-04C8-46A3-9095-FC1A5C2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74295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Eᴀg</a:t>
            </a:r>
          </a:p>
        </p:txBody>
      </p:sp>
      <p:sp>
        <p:nvSpPr>
          <p:cNvPr id="301" name="element_486">
            <a:extLst xmlns:a="http://schemas.openxmlformats.org/drawingml/2006/main">
              <a:ext uri="{FF2B5EF4-FFF2-40B4-BE49-F238E27FC236}">
                <a16:creationId xmlns:a16="http://schemas.microsoft.com/office/drawing/2014/main" id="{3B9A27E1-C637-47A9-9F2C-C828DB9A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5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element_487">
            <a:extLst xmlns:a="http://schemas.openxmlformats.org/drawingml/2006/main">
              <a:ext uri="{FF2B5EF4-FFF2-40B4-BE49-F238E27FC236}">
                <a16:creationId xmlns:a16="http://schemas.microsoft.com/office/drawing/2014/main" id="{BC77DD0C-324A-4926-8CEC-F0C306F6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2277428" y="7153276"/>
            <a:ext cx="2933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4" name="element_488">
            <a:extLst xmlns:a="http://schemas.openxmlformats.org/drawingml/2006/main">
              <a:ext uri="{FF2B5EF4-FFF2-40B4-BE49-F238E27FC236}">
                <a16:creationId xmlns:a16="http://schemas.microsoft.com/office/drawing/2014/main" id="{2ED4D9CC-989F-4512-AAFD-D05F28FF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6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element_489">
            <a:extLst xmlns:a="http://schemas.openxmlformats.org/drawingml/2006/main">
              <a:ext uri="{FF2B5EF4-FFF2-40B4-BE49-F238E27FC236}">
                <a16:creationId xmlns:a16="http://schemas.microsoft.com/office/drawing/2014/main" id="{596A4BCC-9EB9-410F-B349-C5F2882A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3839528" y="7153276"/>
            <a:ext cx="3505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07" name="element_490">
            <a:extLst xmlns:a="http://schemas.openxmlformats.org/drawingml/2006/main">
              <a:ext uri="{FF2B5EF4-FFF2-40B4-BE49-F238E27FC236}">
                <a16:creationId xmlns:a16="http://schemas.microsoft.com/office/drawing/2014/main" id="{5ADB8264-3770-4ECF-BCFA-D7A1F44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element_491">
            <a:extLst xmlns:a="http://schemas.openxmlformats.org/drawingml/2006/main">
              <a:ext uri="{FF2B5EF4-FFF2-40B4-BE49-F238E27FC236}">
                <a16:creationId xmlns:a16="http://schemas.microsoft.com/office/drawing/2014/main" id="{AC2926D3-10D2-4901-B080-98EF9C67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919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4563428" y="7153276"/>
            <a:ext cx="4457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0" name="element_492">
            <a:extLst xmlns:a="http://schemas.openxmlformats.org/drawingml/2006/main">
              <a:ext uri="{FF2B5EF4-FFF2-40B4-BE49-F238E27FC236}">
                <a16:creationId xmlns:a16="http://schemas.microsoft.com/office/drawing/2014/main" id="{9E1BAC84-2BDB-4232-AC5D-36F5500E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123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element_493">
            <a:extLst xmlns:a="http://schemas.openxmlformats.org/drawingml/2006/main">
              <a:ext uri="{FF2B5EF4-FFF2-40B4-BE49-F238E27FC236}">
                <a16:creationId xmlns:a16="http://schemas.microsoft.com/office/drawing/2014/main" id="{933F5CB8-EB57-4921-B260-4FB19DF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48" y="715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6173153" y="7153276"/>
            <a:ext cx="5219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313" name="element_494">
            <a:extLst xmlns:a="http://schemas.openxmlformats.org/drawingml/2006/main">
              <a:ext uri="{FF2B5EF4-FFF2-40B4-BE49-F238E27FC236}">
                <a16:creationId xmlns:a16="http://schemas.microsoft.com/office/drawing/2014/main" id="{7D8071D2-177C-42D4-89E5-E939F92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628650"/>
            <a:ext cx="29813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Hctx = Pₕ(H₀) + Pₗ(L₁:ₜ)</a:t>
            </a:r>
          </a:p>
          <a:p xmlns:a="http://schemas.openxmlformats.org/drawingml/2006/main">
            <a:pPr algn="ctr">
              <a:def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g = T(τ) + Pₑ[Eᴀg,Iᴀg] + Pₛ(Sᵢd)</a:t>
            </a:r>
          </a:p>
        </p:txBody>
      </p:sp>
      <p:sp>
        <p:nvSpPr>
          <p:cNvPr id="314" name="element_495">
            <a:extLst xmlns:a="http://schemas.openxmlformats.org/drawingml/2006/main">
              <a:ext uri="{FF2B5EF4-FFF2-40B4-BE49-F238E27FC236}">
                <a16:creationId xmlns:a16="http://schemas.microsoft.com/office/drawing/2014/main" id="{98A35A40-B540-4742-A920-681C895C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400175"/>
            <a:ext cx="25812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Pₓ(xτ) + Hctx</a:t>
            </a:r>
          </a:p>
        </p:txBody>
      </p:sp>
      <p:sp>
        <p:nvSpPr>
          <p:cNvPr id="315" name="element_496">
            <a:extLst xmlns:a="http://schemas.openxmlformats.org/drawingml/2006/main">
              <a:ext uri="{FF2B5EF4-FFF2-40B4-BE49-F238E27FC236}">
                <a16:creationId xmlns:a16="http://schemas.microsoft.com/office/drawing/2014/main" id="{1E0E3362-4DCE-4CEC-9F77-0D947EA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038350"/>
            <a:ext cx="3038475" cy="3162300"/>
          </a:xfrm>
          <a:prstGeom xmlns:a="http://schemas.openxmlformats.org/drawingml/2006/main" prst="roundRect">
            <a:avLst>
              <a:gd name="adj" fmla="val 5643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3335">
            <a:solidFill>
              <a:srgbClr val="D39243"/>
            </a:solidFill>
          </a:ln>
        </p:spPr>
      </p:sp>
      <p:sp>
        <p:nvSpPr>
          <p:cNvPr id="316" name="element_497">
            <a:extLst xmlns:a="http://schemas.openxmlformats.org/drawingml/2006/main">
              <a:ext uri="{FF2B5EF4-FFF2-40B4-BE49-F238E27FC236}">
                <a16:creationId xmlns:a16="http://schemas.microsoft.com/office/drawing/2014/main" id="{F25C0D21-028F-4864-84AC-DD507D2B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860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AdaLN + 自注意力</a:t>
            </a:r>
          </a:p>
        </p:txBody>
      </p:sp>
      <p:sp>
        <p:nvSpPr>
          <p:cNvPr id="317" name="element_498">
            <a:extLst xmlns:a="http://schemas.openxmlformats.org/drawingml/2006/main">
              <a:ext uri="{FF2B5EF4-FFF2-40B4-BE49-F238E27FC236}">
                <a16:creationId xmlns:a16="http://schemas.microsoft.com/office/drawing/2014/main" id="{B2AA5B2A-6099-4756-A4E7-EC83F509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718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个体执行特征调制</a:t>
            </a:r>
          </a:p>
        </p:txBody>
      </p:sp>
      <p:sp>
        <p:nvSpPr>
          <p:cNvPr id="318" name="element_499">
            <a:extLst xmlns:a="http://schemas.openxmlformats.org/drawingml/2006/main">
              <a:ext uri="{FF2B5EF4-FFF2-40B4-BE49-F238E27FC236}">
                <a16:creationId xmlns:a16="http://schemas.microsoft.com/office/drawing/2014/main" id="{4D73B189-88C2-4230-AC9F-972C514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723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element_500">
            <a:extLst xmlns:a="http://schemas.openxmlformats.org/drawingml/2006/main">
              <a:ext uri="{FF2B5EF4-FFF2-40B4-BE49-F238E27FC236}">
                <a16:creationId xmlns:a16="http://schemas.microsoft.com/office/drawing/2014/main" id="{9D6F0425-EB4B-440D-BB97-572570F5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970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8" name=""/>
          <p:cNvCxnSpPr>
            <a:stCxn xmlns:a="http://schemas.openxmlformats.org/drawingml/2006/main" id="318" idx="2"/>
            <a:endCxn xmlns:a="http://schemas.openxmlformats.org/drawingml/2006/main" id="319" idx="0"/>
          </p:cNvCxnSpPr>
          <p:nvPr/>
        </p:nvCxnSpPr>
        <p:spPr>
          <a:xfrm xmlns:a="http://schemas.openxmlformats.org/drawingml/2006/main">
            <a:off x="13439776" y="27251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1" name="element_501">
            <a:extLst xmlns:a="http://schemas.openxmlformats.org/drawingml/2006/main">
              <a:ext uri="{FF2B5EF4-FFF2-40B4-BE49-F238E27FC236}">
                <a16:creationId xmlns:a16="http://schemas.microsoft.com/office/drawing/2014/main" id="{458E353C-ADD9-47D5-9C1E-15D705D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576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AdaLN + 交叉注意力</a:t>
            </a:r>
          </a:p>
        </p:txBody>
      </p:sp>
      <p:sp>
        <p:nvSpPr>
          <p:cNvPr id="322" name="element_502">
            <a:extLst xmlns:a="http://schemas.openxmlformats.org/drawingml/2006/main">
              <a:ext uri="{FF2B5EF4-FFF2-40B4-BE49-F238E27FC236}">
                <a16:creationId xmlns:a16="http://schemas.microsoft.com/office/drawing/2014/main" id="{E51AC11D-3467-415D-9C12-DF59098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3408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element_503">
            <a:extLst xmlns:a="http://schemas.openxmlformats.org/drawingml/2006/main">
              <a:ext uri="{FF2B5EF4-FFF2-40B4-BE49-F238E27FC236}">
                <a16:creationId xmlns:a16="http://schemas.microsoft.com/office/drawing/2014/main" id="{5852788A-D8F8-4EA3-86D1-96326603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3656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>
            <a:off x="13439776" y="34109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5" name="element_504">
            <a:extLst xmlns:a="http://schemas.openxmlformats.org/drawingml/2006/main">
              <a:ext uri="{FF2B5EF4-FFF2-40B4-BE49-F238E27FC236}">
                <a16:creationId xmlns:a16="http://schemas.microsoft.com/office/drawing/2014/main" id="{0FBB7AA1-EECC-4DD4-A4BD-3FF0EBC6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343400"/>
            <a:ext cx="24955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AdaLN + 前馈网络</a:t>
            </a:r>
          </a:p>
        </p:txBody>
      </p:sp>
      <p:sp>
        <p:nvSpPr>
          <p:cNvPr id="326" name="element_505">
            <a:extLst xmlns:a="http://schemas.openxmlformats.org/drawingml/2006/main">
              <a:ext uri="{FF2B5EF4-FFF2-40B4-BE49-F238E27FC236}">
                <a16:creationId xmlns:a16="http://schemas.microsoft.com/office/drawing/2014/main" id="{0CEC9058-80BA-4972-8673-E1DF96B4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094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7" name="element_506">
            <a:extLst xmlns:a="http://schemas.openxmlformats.org/drawingml/2006/main">
              <a:ext uri="{FF2B5EF4-FFF2-40B4-BE49-F238E27FC236}">
                <a16:creationId xmlns:a16="http://schemas.microsoft.com/office/drawing/2014/main" id="{3D7C75F3-8BAA-431E-93FF-52BA4EBA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342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6" name=""/>
          <p:cNvCxnSpPr>
            <a:stCxn xmlns:a="http://schemas.openxmlformats.org/drawingml/2006/main" id="326" idx="2"/>
            <a:endCxn xmlns:a="http://schemas.openxmlformats.org/drawingml/2006/main" id="327" idx="0"/>
          </p:cNvCxnSpPr>
          <p:nvPr/>
        </p:nvCxnSpPr>
        <p:spPr>
          <a:xfrm xmlns:a="http://schemas.openxmlformats.org/drawingml/2006/main">
            <a:off x="13439776" y="4096703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29" name="element_507">
            <a:extLst xmlns:a="http://schemas.openxmlformats.org/drawingml/2006/main">
              <a:ext uri="{FF2B5EF4-FFF2-40B4-BE49-F238E27FC236}">
                <a16:creationId xmlns:a16="http://schemas.microsoft.com/office/drawing/2014/main" id="{87977743-D731-4082-B0C8-7D68E253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1818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0" name="element_508">
            <a:extLst xmlns:a="http://schemas.openxmlformats.org/drawingml/2006/main">
              <a:ext uri="{FF2B5EF4-FFF2-40B4-BE49-F238E27FC236}">
                <a16:creationId xmlns:a16="http://schemas.microsoft.com/office/drawing/2014/main" id="{7D51945E-1860-4FAE-B02A-6B142F2A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2285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9" name=""/>
          <p:cNvCxnSpPr>
            <a:stCxn xmlns:a="http://schemas.openxmlformats.org/drawingml/2006/main" id="329" idx="2"/>
            <a:endCxn xmlns:a="http://schemas.openxmlformats.org/drawingml/2006/main" id="330" idx="0"/>
          </p:cNvCxnSpPr>
          <p:nvPr/>
        </p:nvCxnSpPr>
        <p:spPr>
          <a:xfrm xmlns:a="http://schemas.openxmlformats.org/drawingml/2006/main">
            <a:off x="13439776" y="1820228"/>
            <a:ext cx="0" cy="46482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2" name="element_509">
            <a:extLst xmlns:a="http://schemas.openxmlformats.org/drawingml/2006/main">
              <a:ext uri="{FF2B5EF4-FFF2-40B4-BE49-F238E27FC236}">
                <a16:creationId xmlns:a16="http://schemas.microsoft.com/office/drawing/2014/main" id="{3602A00B-F269-4EAB-8130-E1A6724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895850"/>
            <a:ext cx="2886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079"/>
                </a:solidFill>
                <a:latin typeface="Microsoft YaHei"/>
                <a:ea typeface="Microsoft YaHei"/>
                <a:cs typeface="Microsoft YaHei"/>
              </a:rPr>
              <a:t>× N 层（含门控残差连接）</a:t>
            </a:r>
          </a:p>
        </p:txBody>
      </p:sp>
      <p:sp>
        <p:nvSpPr>
          <p:cNvPr id="333" name="element_510">
            <a:extLst xmlns:a="http://schemas.openxmlformats.org/drawingml/2006/main">
              <a:ext uri="{FF2B5EF4-FFF2-40B4-BE49-F238E27FC236}">
                <a16:creationId xmlns:a16="http://schemas.microsoft.com/office/drawing/2014/main" id="{7592DC0D-1BFA-44E2-8A64-F7F9C4FC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45757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3924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D39243"/>
                </a:solidFill>
                <a:latin typeface="Times New Roman"/>
                <a:ea typeface="Times New Roman"/>
                <a:cs typeface="Times New Roman"/>
              </a:rPr>
              <a:t>K,V = Hctx</a:t>
            </a:r>
          </a:p>
        </p:txBody>
      </p:sp>
      <p:sp>
        <p:nvSpPr>
          <p:cNvPr id="334" name="element_511">
            <a:extLst xmlns:a="http://schemas.openxmlformats.org/drawingml/2006/main">
              <a:ext uri="{FF2B5EF4-FFF2-40B4-BE49-F238E27FC236}">
                <a16:creationId xmlns:a16="http://schemas.microsoft.com/office/drawing/2014/main" id="{BF696725-1B01-4B22-B57B-16938BE1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57825"/>
            <a:ext cx="249555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0EFED"/>
          </a:solidFill>
          <a:ln xmlns:a="http://schemas.openxmlformats.org/drawingml/2006/main" w="10478">
            <a:solidFill>
              <a:srgbClr val="4C9998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输出 AdaLN + Linear</a:t>
            </a:r>
          </a:p>
        </p:txBody>
      </p:sp>
      <p:sp>
        <p:nvSpPr>
          <p:cNvPr id="335" name="element_512">
            <a:extLst xmlns:a="http://schemas.openxmlformats.org/drawingml/2006/main">
              <a:ext uri="{FF2B5EF4-FFF2-40B4-BE49-F238E27FC236}">
                <a16:creationId xmlns:a16="http://schemas.microsoft.com/office/drawing/2014/main" id="{E6FDDC43-116C-4738-BCFD-9C2F0C8C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4780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element_513">
            <a:extLst xmlns:a="http://schemas.openxmlformats.org/drawingml/2006/main">
              <a:ext uri="{FF2B5EF4-FFF2-40B4-BE49-F238E27FC236}">
                <a16:creationId xmlns:a16="http://schemas.microsoft.com/office/drawing/2014/main" id="{85193E6F-7F38-4F1C-81D7-146BD9D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5456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5" name=""/>
          <p:cNvCxnSpPr>
            <a:stCxn xmlns:a="http://schemas.openxmlformats.org/drawingml/2006/main" id="335" idx="2"/>
            <a:endCxn xmlns:a="http://schemas.openxmlformats.org/drawingml/2006/main" id="336" idx="0"/>
          </p:cNvCxnSpPr>
          <p:nvPr/>
        </p:nvCxnSpPr>
        <p:spPr>
          <a:xfrm xmlns:a="http://schemas.openxmlformats.org/drawingml/2006/main">
            <a:off x="13439776" y="4782503"/>
            <a:ext cx="0" cy="6743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38" name="element_514">
            <a:extLst xmlns:a="http://schemas.openxmlformats.org/drawingml/2006/main">
              <a:ext uri="{FF2B5EF4-FFF2-40B4-BE49-F238E27FC236}">
                <a16:creationId xmlns:a16="http://schemas.microsoft.com/office/drawing/2014/main" id="{04FB859D-6FBA-44CA-9B97-B71BCC2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924550"/>
            <a:ext cx="1657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vθ(xτ, τ)</a:t>
            </a:r>
          </a:p>
        </p:txBody>
      </p:sp>
      <p:sp>
        <p:nvSpPr>
          <p:cNvPr id="339" name="element_515">
            <a:extLst xmlns:a="http://schemas.openxmlformats.org/drawingml/2006/main">
              <a:ext uri="{FF2B5EF4-FFF2-40B4-BE49-F238E27FC236}">
                <a16:creationId xmlns:a16="http://schemas.microsoft.com/office/drawing/2014/main" id="{B0AEA16F-8500-4B7F-A534-D3EE0BE9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305550"/>
            <a:ext cx="2495550" cy="466725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流积分采样</a:t>
            </a:r>
          </a:p>
        </p:txBody>
      </p:sp>
      <p:sp>
        <p:nvSpPr>
          <p:cNvPr id="340" name="element_516">
            <a:extLst xmlns:a="http://schemas.openxmlformats.org/drawingml/2006/main">
              <a:ext uri="{FF2B5EF4-FFF2-40B4-BE49-F238E27FC236}">
                <a16:creationId xmlns:a16="http://schemas.microsoft.com/office/drawing/2014/main" id="{62B07A0B-391F-4B8D-9357-83A1288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element_517">
            <a:extLst xmlns:a="http://schemas.openxmlformats.org/drawingml/2006/main">
              <a:ext uri="{FF2B5EF4-FFF2-40B4-BE49-F238E27FC236}">
                <a16:creationId xmlns:a16="http://schemas.microsoft.com/office/drawing/2014/main" id="{3E6CAC19-BD0E-4D06-9F14-C6B918FE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8823" y="630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13439776" y="6173153"/>
            <a:ext cx="0" cy="1314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343" name="element_518">
            <a:extLst xmlns:a="http://schemas.openxmlformats.org/drawingml/2006/main">
              <a:ext uri="{FF2B5EF4-FFF2-40B4-BE49-F238E27FC236}">
                <a16:creationId xmlns:a16="http://schemas.microsoft.com/office/drawing/2014/main" id="{9C3D257C-C6ED-4827-BDA1-13D6D7C3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6858000"/>
            <a:ext cx="2809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R = s · Integrate(vθ, z)</a:t>
            </a:r>
          </a:p>
          <a:p xmlns:a="http://schemas.openxmlformats.org/drawingml/2006/main">
            <a:pPr algn="ctr">
              <a:def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M̂ = B₀(C) + Pᵢd + Sexp ⊙ R</a:t>
            </a:r>
          </a:p>
        </p:txBody>
      </p:sp>
      <p:sp>
        <p:nvSpPr>
          <p:cNvPr id="344" name="element_519">
            <a:extLst xmlns:a="http://schemas.openxmlformats.org/drawingml/2006/main">
              <a:ext uri="{FF2B5EF4-FFF2-40B4-BE49-F238E27FC236}">
                <a16:creationId xmlns:a16="http://schemas.microsoft.com/office/drawing/2014/main" id="{7450D889-93DE-414F-B4E1-F1B9EC3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0075" y="7515225"/>
            <a:ext cx="2809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F7DA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8F7DAB"/>
                </a:solidFill>
                <a:latin typeface="Times New Roman"/>
                <a:ea typeface="Times New Roman"/>
                <a:cs typeface="Times New Roman"/>
              </a:rPr>
              <a:t>Sexp,mouth/jaw = 0</a:t>
            </a:r>
          </a:p>
        </p:txBody>
      </p:sp>
      <p:sp>
        <p:nvSpPr>
          <p:cNvPr id="345" name="element_520">
            <a:extLst xmlns:a="http://schemas.openxmlformats.org/drawingml/2006/main">
              <a:ext uri="{FF2B5EF4-FFF2-40B4-BE49-F238E27FC236}">
                <a16:creationId xmlns:a16="http://schemas.microsoft.com/office/drawing/2014/main" id="{A0369381-3F93-441C-87B7-A25A3437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8" y="8009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6" name="element_521">
            <a:extLst xmlns:a="http://schemas.openxmlformats.org/drawingml/2006/main">
              <a:ext uri="{FF2B5EF4-FFF2-40B4-BE49-F238E27FC236}">
                <a16:creationId xmlns:a16="http://schemas.microsoft.com/office/drawing/2014/main" id="{ABDE5A36-97D3-4057-ADA5-DCE2A400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298" y="8009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5" name=""/>
          <p:cNvCxnSpPr>
            <a:stCxn xmlns:a="http://schemas.openxmlformats.org/drawingml/2006/main" id="345" idx="3"/>
            <a:endCxn xmlns:a="http://schemas.openxmlformats.org/drawingml/2006/main" id="346" idx="1"/>
          </p:cNvCxnSpPr>
          <p:nvPr/>
        </p:nvCxnSpPr>
        <p:spPr>
          <a:xfrm xmlns:a="http://schemas.openxmlformats.org/drawingml/2006/main">
            <a:off x="286703" y="8010526"/>
            <a:ext cx="14666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1B9"/>
            </a:solidFill>
            <a:prstDash val="solid"/>
          </a:ln>
        </p:spPr>
      </p:cxnSp>
      <p:sp>
        <p:nvSpPr>
          <p:cNvPr id="348" name="element_522">
            <a:extLst xmlns:a="http://schemas.openxmlformats.org/drawingml/2006/main">
              <a:ext uri="{FF2B5EF4-FFF2-40B4-BE49-F238E27FC236}">
                <a16:creationId xmlns:a16="http://schemas.microsoft.com/office/drawing/2014/main" id="{8D515914-9DA8-4BC0-8589-B43BF74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124825"/>
            <a:ext cx="1466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632"/>
                </a:solidFill>
                <a:latin typeface="Microsoft YaHei"/>
                <a:ea typeface="Microsoft YaHei"/>
                <a:cs typeface="Microsoft YaHei"/>
              </a:rPr>
              <a:t>图 1. KineTalk 总体架构。中性参考提供个体执行条件，音频提供情感条件，表达生成通过固定输出约束保护发音时序。</a:t>
            </a:r>
          </a:p>
        </p:txBody>
      </p:sp>
    </p:spTree>
    <p:extLst>
      <p:ext uri="{BB962C8B-B14F-4D97-AF65-F5344CB8AC3E}">
        <p14:creationId xmlns:p14="http://schemas.microsoft.com/office/powerpoint/2010/main" val="1882915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element_523">
            <a:extLst xmlns:a="http://schemas.openxmlformats.org/drawingml/2006/main">
              <a:ext uri="{FF2B5EF4-FFF2-40B4-BE49-F238E27FC236}">
                <a16:creationId xmlns:a16="http://schemas.microsoft.com/office/drawing/2014/main" id="{ABBA2656-4DE0-4C2A-8F49-B013C73A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438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KineTalk: reference encoding and motion-guided affect transfer</a:t>
            </a:r>
          </a:p>
        </p:txBody>
      </p:sp>
      <p:sp>
        <p:nvSpPr>
          <p:cNvPr id="2" name="element_524">
            <a:extLst xmlns:a="http://schemas.openxmlformats.org/drawingml/2006/main">
              <a:ext uri="{FF2B5EF4-FFF2-40B4-BE49-F238E27FC236}">
                <a16:creationId xmlns:a16="http://schemas.microsoft.com/office/drawing/2014/main" id="{2646353B-BF20-43F7-99B4-DF78589B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048" y="732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element_525">
            <a:extLst xmlns:a="http://schemas.openxmlformats.org/drawingml/2006/main">
              <a:ext uri="{FF2B5EF4-FFF2-40B4-BE49-F238E27FC236}">
                <a16:creationId xmlns:a16="http://schemas.microsoft.com/office/drawing/2014/main" id="{F1675904-CF23-4F85-9B3F-F66280B4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048" y="7552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7620001" y="734378"/>
            <a:ext cx="0" cy="68179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47079"/>
            </a:solidFill>
            <a:prstDash val="dash"/>
          </a:ln>
        </p:spPr>
      </p:cxnSp>
      <p:sp>
        <p:nvSpPr>
          <p:cNvPr id="5" name="element_526">
            <a:extLst xmlns:a="http://schemas.openxmlformats.org/drawingml/2006/main">
              <a:ext uri="{FF2B5EF4-FFF2-40B4-BE49-F238E27FC236}">
                <a16:creationId xmlns:a16="http://schemas.microsoft.com/office/drawing/2014/main" id="{820D32D6-FFD4-49C3-8FAD-47992047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1525"/>
            <a:ext cx="6848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(a) Reference execution representation</a:t>
            </a:r>
          </a:p>
        </p:txBody>
      </p:sp>
      <p:sp>
        <p:nvSpPr>
          <p:cNvPr id="6" name="element_527">
            <a:extLst xmlns:a="http://schemas.openxmlformats.org/drawingml/2006/main">
              <a:ext uri="{FF2B5EF4-FFF2-40B4-BE49-F238E27FC236}">
                <a16:creationId xmlns:a16="http://schemas.microsoft.com/office/drawing/2014/main" id="{5B234412-1758-4A43-9F99-4DCCF15A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771525"/>
            <a:ext cx="683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632"/>
                </a:solidFill>
                <a:latin typeface="Arial"/>
                <a:ea typeface="Arial"/>
                <a:cs typeface="Arial"/>
              </a:rPr>
              <a:t>(b) Global affect transfer</a:t>
            </a:r>
          </a:p>
        </p:txBody>
      </p:sp>
      <p:sp>
        <p:nvSpPr>
          <p:cNvPr id="7" name="element_528">
            <a:extLst xmlns:a="http://schemas.openxmlformats.org/drawingml/2006/main">
              <a:ext uri="{FF2B5EF4-FFF2-40B4-BE49-F238E27FC236}">
                <a16:creationId xmlns:a16="http://schemas.microsoft.com/office/drawing/2014/main" id="{9C50BF2E-8216-43EB-B097-2AB9ADF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09725"/>
            <a:ext cx="1362075" cy="1038225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8" name="element_529">
            <a:extLst xmlns:a="http://schemas.openxmlformats.org/drawingml/2006/main">
              <a:ext uri="{FF2B5EF4-FFF2-40B4-BE49-F238E27FC236}">
                <a16:creationId xmlns:a16="http://schemas.microsoft.com/office/drawing/2014/main" id="{F42EF86B-92AD-4564-B963-708B97E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13049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Neutral motion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Mʳ</a:t>
            </a:r>
          </a:p>
        </p:txBody>
      </p:sp>
      <p:sp>
        <p:nvSpPr>
          <p:cNvPr id="9" name="element_530">
            <a:extLst xmlns:a="http://schemas.openxmlformats.org/drawingml/2006/main">
              <a:ext uri="{FF2B5EF4-FFF2-40B4-BE49-F238E27FC236}">
                <a16:creationId xmlns:a16="http://schemas.microsoft.com/office/drawing/2014/main" id="{3CDA6B92-5CC4-474C-AA06-FB989B6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90875"/>
            <a:ext cx="13620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CFCFC"/>
          </a:solidFill>
          <a:ln xmlns:a="http://schemas.openxmlformats.org/drawingml/2006/main" w="10478">
            <a:solidFill>
              <a:srgbClr val="A7ADB3"/>
            </a:solidFill>
            <a:prstDash val="dash"/>
          </a:ln>
        </p:spPr>
      </p:sp>
      <p:sp>
        <p:nvSpPr>
          <p:cNvPr id="10" name="element_531">
            <a:extLst xmlns:a="http://schemas.openxmlformats.org/drawingml/2006/main">
              <a:ext uri="{FF2B5EF4-FFF2-40B4-BE49-F238E27FC236}">
                <a16:creationId xmlns:a16="http://schemas.microsoft.com/office/drawing/2014/main" id="{9A6EC2D2-C57E-4D7B-81E7-B2A27A95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3049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Paired speech</a:t>
            </a:r>
          </a:p>
          <a:p xmlns:a="http://schemas.openxmlformats.org/drawingml/2006/main">
            <a:pPr algn="ctr">
              <a:defRPr sz="1275" b="0">
                <a:solidFill>
                  <a:srgbClr val="6470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079"/>
                </a:solidFill>
                <a:latin typeface="Arial"/>
                <a:ea typeface="Arial"/>
                <a:cs typeface="Arial"/>
              </a:rPr>
              <a:t>Aʳ</a:t>
            </a:r>
          </a:p>
        </p:txBody>
      </p:sp>
      <p:sp>
        <p:nvSpPr>
          <p:cNvPr id="11" name="element_532">
            <a:extLst xmlns:a="http://schemas.openxmlformats.org/drawingml/2006/main">
              <a:ext uri="{FF2B5EF4-FFF2-40B4-BE49-F238E27FC236}">
                <a16:creationId xmlns:a16="http://schemas.microsoft.com/office/drawing/2014/main" id="{6CFB3F1F-774F-4015-971D-5AB03E80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81350"/>
            <a:ext cx="16383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D5ECFA"/>
          </a:solidFill>
          <a:ln xmlns:a="http://schemas.openxmlformats.org/drawingml/2006/main" w="10478">
            <a:solidFill>
              <a:srgbClr val="328FC1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Shared articulation</a:t>
            </a:r>
          </a:p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base B₀</a:t>
            </a:r>
          </a:p>
        </p:txBody>
      </p:sp>
      <p:sp>
        <p:nvSpPr>
          <p:cNvPr id="12" name="element_533">
            <a:extLst xmlns:a="http://schemas.openxmlformats.org/drawingml/2006/main">
              <a:ext uri="{FF2B5EF4-FFF2-40B4-BE49-F238E27FC236}">
                <a16:creationId xmlns:a16="http://schemas.microsoft.com/office/drawing/2014/main" id="{71980CC1-86E7-4046-BF8A-436B1DA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748" y="3542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element_534">
            <a:extLst xmlns:a="http://schemas.openxmlformats.org/drawingml/2006/main">
              <a:ext uri="{FF2B5EF4-FFF2-40B4-BE49-F238E27FC236}">
                <a16:creationId xmlns:a16="http://schemas.microsoft.com/office/drawing/2014/main" id="{F73F9248-A5E3-4A46-B013-491CE688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948" y="3542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791653" y="3543301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15" name="operator_535">
            <a:extLst xmlns:a="http://schemas.openxmlformats.org/drawingml/2006/main">
              <a:ext uri="{FF2B5EF4-FFF2-40B4-BE49-F238E27FC236}">
                <a16:creationId xmlns:a16="http://schemas.microsoft.com/office/drawing/2014/main" id="{A04C7081-0869-4E44-96A7-1D797AB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9323A"/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6" name="element_536">
            <a:extLst xmlns:a="http://schemas.openxmlformats.org/drawingml/2006/main">
              <a:ext uri="{FF2B5EF4-FFF2-40B4-BE49-F238E27FC236}">
                <a16:creationId xmlns:a16="http://schemas.microsoft.com/office/drawing/2014/main" id="{5990B0D5-4259-4E64-92DA-B89A30D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9748" y="2123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element_537">
            <a:extLst xmlns:a="http://schemas.openxmlformats.org/drawingml/2006/main">
              <a:ext uri="{FF2B5EF4-FFF2-40B4-BE49-F238E27FC236}">
                <a16:creationId xmlns:a16="http://schemas.microsoft.com/office/drawing/2014/main" id="{AB62E040-88D4-4E91-9FC3-9ED8DB79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123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91653" y="2124076"/>
            <a:ext cx="26460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</a:ln>
        </p:spPr>
      </p:cxnSp>
      <p:sp>
        <p:nvSpPr>
          <p:cNvPr id="19" name="element_538">
            <a:extLst xmlns:a="http://schemas.openxmlformats.org/drawingml/2006/main">
              <a:ext uri="{FF2B5EF4-FFF2-40B4-BE49-F238E27FC236}">
                <a16:creationId xmlns:a16="http://schemas.microsoft.com/office/drawing/2014/main" id="{04516DBD-92AA-4901-A05B-583AD522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123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element_539">
            <a:extLst xmlns:a="http://schemas.openxmlformats.org/drawingml/2006/main">
              <a:ext uri="{FF2B5EF4-FFF2-40B4-BE49-F238E27FC236}">
                <a16:creationId xmlns:a16="http://schemas.microsoft.com/office/drawing/2014/main" id="{53C2927E-2623-4913-971D-26AB500C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189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4438651" y="2125028"/>
            <a:ext cx="0" cy="647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9323A"/>
            </a:solidFill>
            <a:prstDash val="solid"/>
            <a:tailEnd type="triangle" w="sm" len="sm"/>
          </a:ln>
        </p:spPr>
      </p:cxnSp>
      <p:sp>
        <p:nvSpPr>
          <p:cNvPr id="22" name="element_540">
            <a:extLst xmlns:a="http://schemas.openxmlformats.org/drawingml/2006/main">
              <a:ext uri="{FF2B5EF4-FFF2-40B4-BE49-F238E27FC236}">
                <a16:creationId xmlns:a16="http://schemas.microsoft.com/office/drawing/2014/main" id="{BDC2135E-747A-4371-B0F5-FAD5E69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3542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element_541">
            <a:extLst xmlns:a="http://schemas.openxmlformats.org/drawingml/2006/main">
              <a:ext uri="{FF2B5EF4-FFF2-40B4-BE49-F238E27FC236}">
                <a16:creationId xmlns:a16="http://schemas.microsoft.com/office/drawing/2014/main" id="{A2D94D56-06BB-448F-861E-ADEB40C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3542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3887153" y="3543301"/>
            <a:ext cx="5505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</a:ln>
        </p:spPr>
      </p:cxnSp>
      <p:sp>
        <p:nvSpPr>
          <p:cNvPr id="25" name="element_542">
            <a:extLst xmlns:a="http://schemas.openxmlformats.org/drawingml/2006/main">
              <a:ext uri="{FF2B5EF4-FFF2-40B4-BE49-F238E27FC236}">
                <a16:creationId xmlns:a16="http://schemas.microsoft.com/office/drawing/2014/main" id="{B084F732-F731-4A5F-B451-364DECF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3542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element_543">
            <a:extLst xmlns:a="http://schemas.openxmlformats.org/drawingml/2006/main">
              <a:ext uri="{FF2B5EF4-FFF2-40B4-BE49-F238E27FC236}">
                <a16:creationId xmlns:a16="http://schemas.microsoft.com/office/drawing/2014/main" id="{17CA6008-39A6-457A-9411-952D7D3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551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" name=""/>
          <p:cNvCxnSpPr>
            <a:stCxn xmlns:a="http://schemas.openxmlformats.org/drawingml/2006/main" id="25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4438651" y="2553653"/>
            <a:ext cx="0" cy="9886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28FC1"/>
            </a:solidFill>
            <a:prstDash val="solid"/>
            <a:tailEnd type="triangle" w="sm" len="sm"/>
          </a:ln>
        </p:spPr>
      </p:cxnSp>
      <p:sp>
        <p:nvSpPr>
          <p:cNvPr id="28" name="encoder_544">
            <a:extLst xmlns:a="http://schemas.openxmlformats.org/drawingml/2006/main">
              <a:ext uri="{FF2B5EF4-FFF2-40B4-BE49-F238E27FC236}">
                <a16:creationId xmlns:a16="http://schemas.microsoft.com/office/drawing/2014/main" id="{4D874772-E451-4893-A4F0-F3E0F53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504825" cy="85725"/>
          </a:xfrm>
          <a:custGeom xmlns:a="http://schemas.openxmlformats.org/drawingml/2006/main">
            <a:pathLst>
              <a:path w="504825" h="85725">
                <a:moveTo>
                  <a:pt x="0" y="85725"/>
                </a:moveTo>
                <a:lnTo>
                  <a:pt x="85725" y="0"/>
                </a:lnTo>
                <a:lnTo>
                  <a:pt x="504825" y="0"/>
                </a:lnTo>
                <a:lnTo>
                  <a:pt x="419100" y="85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29" name="encoder_545">
            <a:extLst xmlns:a="http://schemas.openxmlformats.org/drawingml/2006/main">
              <a:ext uri="{FF2B5EF4-FFF2-40B4-BE49-F238E27FC236}">
                <a16:creationId xmlns:a16="http://schemas.microsoft.com/office/drawing/2014/main" id="{BE61C8EB-2CE9-48BE-A1E0-F8D585E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62150"/>
            <a:ext cx="85725" cy="714375"/>
          </a:xfrm>
          <a:custGeom xmlns:a="http://schemas.openxmlformats.org/drawingml/2006/main">
            <a:pathLst>
              <a:path w="85725" h="714375">
                <a:moveTo>
                  <a:pt x="0" y="85725"/>
                </a:moveTo>
                <a:lnTo>
                  <a:pt x="85725" y="0"/>
                </a:lnTo>
                <a:lnTo>
                  <a:pt x="85725" y="628650"/>
                </a:lnTo>
                <a:lnTo>
                  <a:pt x="0" y="71437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30" name="element_546">
            <a:extLst xmlns:a="http://schemas.openxmlformats.org/drawingml/2006/main">
              <a:ext uri="{FF2B5EF4-FFF2-40B4-BE49-F238E27FC236}">
                <a16:creationId xmlns:a16="http://schemas.microsoft.com/office/drawing/2014/main" id="{14D28603-9AEF-4D67-8083-768AC64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47875"/>
            <a:ext cx="419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31" name="element_547">
            <a:extLst xmlns:a="http://schemas.openxmlformats.org/drawingml/2006/main">
              <a:ext uri="{FF2B5EF4-FFF2-40B4-BE49-F238E27FC236}">
                <a16:creationId xmlns:a16="http://schemas.microsoft.com/office/drawing/2014/main" id="{61B9EAA3-819A-432B-82FD-E7298CD9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046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element_548">
            <a:extLst xmlns:a="http://schemas.openxmlformats.org/drawingml/2006/main">
              <a:ext uri="{FF2B5EF4-FFF2-40B4-BE49-F238E27FC236}">
                <a16:creationId xmlns:a16="http://schemas.microsoft.com/office/drawing/2014/main" id="{D4D298FD-C285-43DB-9A5C-F963EE6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5257801" y="2048828"/>
            <a:ext cx="0" cy="626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34" name="element_549">
            <a:extLst xmlns:a="http://schemas.openxmlformats.org/drawingml/2006/main">
              <a:ext uri="{FF2B5EF4-FFF2-40B4-BE49-F238E27FC236}">
                <a16:creationId xmlns:a16="http://schemas.microsoft.com/office/drawing/2014/main" id="{D60E1AF2-7643-416C-AB81-4F3984E9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23" y="2046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element_550">
            <a:extLst xmlns:a="http://schemas.openxmlformats.org/drawingml/2006/main">
              <a:ext uri="{FF2B5EF4-FFF2-40B4-BE49-F238E27FC236}">
                <a16:creationId xmlns:a16="http://schemas.microsoft.com/office/drawing/2014/main" id="{6241608C-245D-4FBA-AC8D-09062839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5362576" y="2048828"/>
            <a:ext cx="0" cy="626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37" name="element_551">
            <a:extLst xmlns:a="http://schemas.openxmlformats.org/drawingml/2006/main">
              <a:ext uri="{FF2B5EF4-FFF2-40B4-BE49-F238E27FC236}">
                <a16:creationId xmlns:a16="http://schemas.microsoft.com/office/drawing/2014/main" id="{72C23F1A-74EF-4C5D-A9B6-DF9FEEB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398" y="2046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element_552">
            <a:extLst xmlns:a="http://schemas.openxmlformats.org/drawingml/2006/main">
              <a:ext uri="{FF2B5EF4-FFF2-40B4-BE49-F238E27FC236}">
                <a16:creationId xmlns:a16="http://schemas.microsoft.com/office/drawing/2014/main" id="{99E674FF-6E19-4DC1-AD3E-7D18B29D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39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5467351" y="2048828"/>
            <a:ext cx="0" cy="626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40" name="element_553">
            <a:extLst xmlns:a="http://schemas.openxmlformats.org/drawingml/2006/main">
              <a:ext uri="{FF2B5EF4-FFF2-40B4-BE49-F238E27FC236}">
                <a16:creationId xmlns:a16="http://schemas.microsoft.com/office/drawing/2014/main" id="{79C93584-32BA-4A20-BBCF-C6464C93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15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element_554">
            <a:extLst xmlns:a="http://schemas.openxmlformats.org/drawingml/2006/main">
              <a:ext uri="{FF2B5EF4-FFF2-40B4-BE49-F238E27FC236}">
                <a16:creationId xmlns:a16="http://schemas.microsoft.com/office/drawing/2014/main" id="{C8E47066-5CB3-471F-A5A9-9EC2A197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15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153978" y="21526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43" name="element_555">
            <a:extLst xmlns:a="http://schemas.openxmlformats.org/drawingml/2006/main">
              <a:ext uri="{FF2B5EF4-FFF2-40B4-BE49-F238E27FC236}">
                <a16:creationId xmlns:a16="http://schemas.microsoft.com/office/drawing/2014/main" id="{4E957BD3-69DD-4FE6-84C5-CF0F181F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element_556">
            <a:extLst xmlns:a="http://schemas.openxmlformats.org/drawingml/2006/main">
              <a:ext uri="{FF2B5EF4-FFF2-40B4-BE49-F238E27FC236}">
                <a16:creationId xmlns:a16="http://schemas.microsoft.com/office/drawing/2014/main" id="{47B5ADD8-C6D2-4FC6-A702-32A9AA0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256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5153978" y="225742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46" name="element_557">
            <a:extLst xmlns:a="http://schemas.openxmlformats.org/drawingml/2006/main">
              <a:ext uri="{FF2B5EF4-FFF2-40B4-BE49-F238E27FC236}">
                <a16:creationId xmlns:a16="http://schemas.microsoft.com/office/drawing/2014/main" id="{BDA454AF-E67A-4809-8A56-4E8B3CB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36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element_558">
            <a:extLst xmlns:a="http://schemas.openxmlformats.org/drawingml/2006/main">
              <a:ext uri="{FF2B5EF4-FFF2-40B4-BE49-F238E27FC236}">
                <a16:creationId xmlns:a16="http://schemas.microsoft.com/office/drawing/2014/main" id="{F4550BFB-72D6-4856-BABD-46361FB5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36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5153978" y="23622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49" name="element_559">
            <a:extLst xmlns:a="http://schemas.openxmlformats.org/drawingml/2006/main">
              <a:ext uri="{FF2B5EF4-FFF2-40B4-BE49-F238E27FC236}">
                <a16:creationId xmlns:a16="http://schemas.microsoft.com/office/drawing/2014/main" id="{540B9075-E318-422D-8682-0DE8D8C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element_560">
            <a:extLst xmlns:a="http://schemas.openxmlformats.org/drawingml/2006/main">
              <a:ext uri="{FF2B5EF4-FFF2-40B4-BE49-F238E27FC236}">
                <a16:creationId xmlns:a16="http://schemas.microsoft.com/office/drawing/2014/main" id="{8BF7AD6C-698B-4BEF-8E91-14D0171E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466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5153978" y="246697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52" name="element_561">
            <a:extLst xmlns:a="http://schemas.openxmlformats.org/drawingml/2006/main">
              <a:ext uri="{FF2B5EF4-FFF2-40B4-BE49-F238E27FC236}">
                <a16:creationId xmlns:a16="http://schemas.microsoft.com/office/drawing/2014/main" id="{13CF7B83-D355-47DB-B2B7-13EAF498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570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element_562">
            <a:extLst xmlns:a="http://schemas.openxmlformats.org/drawingml/2006/main">
              <a:ext uri="{FF2B5EF4-FFF2-40B4-BE49-F238E27FC236}">
                <a16:creationId xmlns:a16="http://schemas.microsoft.com/office/drawing/2014/main" id="{8F21F3DB-1EDB-49D7-AE9F-05676BA8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570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5153978" y="25717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55" name="element_563">
            <a:extLst xmlns:a="http://schemas.openxmlformats.org/drawingml/2006/main">
              <a:ext uri="{FF2B5EF4-FFF2-40B4-BE49-F238E27FC236}">
                <a16:creationId xmlns:a16="http://schemas.microsoft.com/office/drawing/2014/main" id="{3E564AEA-4E98-44CC-AA06-8EDBE2B8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element_564">
            <a:extLst xmlns:a="http://schemas.openxmlformats.org/drawingml/2006/main">
              <a:ext uri="{FF2B5EF4-FFF2-40B4-BE49-F238E27FC236}">
                <a16:creationId xmlns:a16="http://schemas.microsoft.com/office/drawing/2014/main" id="{08CA8470-7750-4A2C-8F86-958AF738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2073" y="237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620578" y="2371726"/>
            <a:ext cx="5314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58" name="element_565">
            <a:extLst xmlns:a="http://schemas.openxmlformats.org/drawingml/2006/main">
              <a:ext uri="{FF2B5EF4-FFF2-40B4-BE49-F238E27FC236}">
                <a16:creationId xmlns:a16="http://schemas.microsoft.com/office/drawing/2014/main" id="{A9B0DF8F-D6CF-403B-9959-F2AF713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28850"/>
            <a:ext cx="1362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Rʳ = Mʳ − B₀(Cʳ)</a:t>
            </a:r>
          </a:p>
        </p:txBody>
      </p:sp>
      <p:sp>
        <p:nvSpPr>
          <p:cNvPr id="59" name="element_566">
            <a:extLst xmlns:a="http://schemas.openxmlformats.org/drawingml/2006/main">
              <a:ext uri="{FF2B5EF4-FFF2-40B4-BE49-F238E27FC236}">
                <a16:creationId xmlns:a16="http://schemas.microsoft.com/office/drawing/2014/main" id="{C8D5A017-9AD8-4743-BB25-DE62A45B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48025"/>
            <a:ext cx="2038350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Masked mean / std</a:t>
            </a:r>
          </a:p>
        </p:txBody>
      </p:sp>
      <p:sp>
        <p:nvSpPr>
          <p:cNvPr id="60" name="element_567">
            <a:extLst xmlns:a="http://schemas.openxmlformats.org/drawingml/2006/main">
              <a:ext uri="{FF2B5EF4-FFF2-40B4-BE49-F238E27FC236}">
                <a16:creationId xmlns:a16="http://schemas.microsoft.com/office/drawing/2014/main" id="{422A661D-3A54-4D89-9F2D-10369A03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23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element_568">
            <a:extLst xmlns:a="http://schemas.openxmlformats.org/drawingml/2006/main">
              <a:ext uri="{FF2B5EF4-FFF2-40B4-BE49-F238E27FC236}">
                <a16:creationId xmlns:a16="http://schemas.microsoft.com/office/drawing/2014/main" id="{5A407F99-7867-42CB-9782-F56B1F52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623" y="3247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5362576" y="2677478"/>
            <a:ext cx="0" cy="5695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63" name="encoder_569">
            <a:extLst xmlns:a="http://schemas.openxmlformats.org/drawingml/2006/main">
              <a:ext uri="{FF2B5EF4-FFF2-40B4-BE49-F238E27FC236}">
                <a16:creationId xmlns:a16="http://schemas.microsoft.com/office/drawing/2014/main" id="{9A631320-4EDE-49A8-B559-D22314C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95775"/>
            <a:ext cx="2038350" cy="904875"/>
          </a:xfrm>
          <a:custGeom xmlns:a="http://schemas.openxmlformats.org/drawingml/2006/main">
            <a:pathLst>
              <a:path w="2038350" h="904875">
                <a:moveTo>
                  <a:pt x="0" y="0"/>
                </a:moveTo>
                <a:lnTo>
                  <a:pt x="2038350" y="144780"/>
                </a:lnTo>
                <a:lnTo>
                  <a:pt x="2038350" y="760095"/>
                </a:lnTo>
                <a:lnTo>
                  <a:pt x="0" y="90487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64" name="element_570">
            <a:extLst xmlns:a="http://schemas.openxmlformats.org/drawingml/2006/main">
              <a:ext uri="{FF2B5EF4-FFF2-40B4-BE49-F238E27FC236}">
                <a16:creationId xmlns:a16="http://schemas.microsoft.com/office/drawing/2014/main" id="{C2696A23-C5FF-4DDC-8966-C844668D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91025"/>
            <a:ext cx="1895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Shared reference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5" name="element_571">
            <a:extLst xmlns:a="http://schemas.openxmlformats.org/drawingml/2006/main">
              <a:ext uri="{FF2B5EF4-FFF2-40B4-BE49-F238E27FC236}">
                <a16:creationId xmlns:a16="http://schemas.microsoft.com/office/drawing/2014/main" id="{4D4FDAEE-3A59-4506-97EC-9A8A654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element_572">
            <a:extLst xmlns:a="http://schemas.openxmlformats.org/drawingml/2006/main">
              <a:ext uri="{FF2B5EF4-FFF2-40B4-BE49-F238E27FC236}">
                <a16:creationId xmlns:a16="http://schemas.microsoft.com/office/drawing/2014/main" id="{80416094-3CC2-4FE0-A809-DD911D3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04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6096001" y="3925253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68" name="element_573">
            <a:extLst xmlns:a="http://schemas.openxmlformats.org/drawingml/2006/main">
              <a:ext uri="{FF2B5EF4-FFF2-40B4-BE49-F238E27FC236}">
                <a16:creationId xmlns:a16="http://schemas.microsoft.com/office/drawing/2014/main" id="{25ED4705-1D23-48B1-9F19-3520706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52925"/>
            <a:ext cx="24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69" name="element_574">
            <a:extLst xmlns:a="http://schemas.openxmlformats.org/drawingml/2006/main">
              <a:ext uri="{FF2B5EF4-FFF2-40B4-BE49-F238E27FC236}">
                <a16:creationId xmlns:a16="http://schemas.microsoft.com/office/drawing/2014/main" id="{461242DB-4324-4C64-9462-0D18BAF3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429125"/>
            <a:ext cx="24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70" name="element_575">
            <a:extLst xmlns:a="http://schemas.openxmlformats.org/drawingml/2006/main">
              <a:ext uri="{FF2B5EF4-FFF2-40B4-BE49-F238E27FC236}">
                <a16:creationId xmlns:a16="http://schemas.microsoft.com/office/drawing/2014/main" id="{F4340007-96C5-4481-9BF9-208339CF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505325"/>
            <a:ext cx="24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71" name="element_576">
            <a:extLst xmlns:a="http://schemas.openxmlformats.org/drawingml/2006/main">
              <a:ext uri="{FF2B5EF4-FFF2-40B4-BE49-F238E27FC236}">
                <a16:creationId xmlns:a16="http://schemas.microsoft.com/office/drawing/2014/main" id="{1BA3CCD0-5C0F-48E2-8AB0-C14C967B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581525"/>
            <a:ext cx="247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72" name="element_577">
            <a:extLst xmlns:a="http://schemas.openxmlformats.org/drawingml/2006/main">
              <a:ext uri="{FF2B5EF4-FFF2-40B4-BE49-F238E27FC236}">
                <a16:creationId xmlns:a16="http://schemas.microsoft.com/office/drawing/2014/main" id="{80C5EC80-05A0-4C6A-8E3E-261CC96A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923" y="4694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element_578">
            <a:extLst xmlns:a="http://schemas.openxmlformats.org/drawingml/2006/main">
              <a:ext uri="{FF2B5EF4-FFF2-40B4-BE49-F238E27FC236}">
                <a16:creationId xmlns:a16="http://schemas.microsoft.com/office/drawing/2014/main" id="{C3D3A794-19DB-4FF8-8F69-04E38AB4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423" y="46948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72" idx="1"/>
            <a:endCxn xmlns:a="http://schemas.openxmlformats.org/drawingml/2006/main" id="73" idx="3"/>
          </p:cNvCxnSpPr>
          <p:nvPr/>
        </p:nvCxnSpPr>
        <p:spPr>
          <a:xfrm xmlns:a="http://schemas.openxmlformats.org/drawingml/2006/main" flipH="1">
            <a:off x="4144328" y="4695826"/>
            <a:ext cx="950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75" name="element_579">
            <a:extLst xmlns:a="http://schemas.openxmlformats.org/drawingml/2006/main">
              <a:ext uri="{FF2B5EF4-FFF2-40B4-BE49-F238E27FC236}">
                <a16:creationId xmlns:a16="http://schemas.microsoft.com/office/drawing/2014/main" id="{32A02451-3E45-498D-9717-534FDDB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95775"/>
            <a:ext cx="18669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632"/>
                </a:solidFill>
                <a:latin typeface="Arial"/>
                <a:ea typeface="Arial"/>
                <a:cs typeface="Arial"/>
              </a:rPr>
              <a:t>Multi-reference</a:t>
            </a:r>
          </a:p>
          <a:p xmlns:a="http://schemas.openxmlformats.org/drawingml/2006/main">
            <a:pPr algn="ctr">
              <a:defRPr sz="180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42632"/>
                </a:solidFill>
                <a:latin typeface="Arial"/>
                <a:ea typeface="Arial"/>
                <a:cs typeface="Arial"/>
              </a:rPr>
              <a:t>averaging</a:t>
            </a:r>
          </a:p>
        </p:txBody>
      </p:sp>
      <p:sp>
        <p:nvSpPr>
          <p:cNvPr id="76" name="element_580">
            <a:extLst xmlns:a="http://schemas.openxmlformats.org/drawingml/2006/main">
              <a:ext uri="{FF2B5EF4-FFF2-40B4-BE49-F238E27FC236}">
                <a16:creationId xmlns:a16="http://schemas.microsoft.com/office/drawing/2014/main" id="{22754D2C-4651-4441-B2A1-F19718CF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23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element_581">
            <a:extLst xmlns:a="http://schemas.openxmlformats.org/drawingml/2006/main">
              <a:ext uri="{FF2B5EF4-FFF2-40B4-BE49-F238E27FC236}">
                <a16:creationId xmlns:a16="http://schemas.microsoft.com/office/drawing/2014/main" id="{929D531F-59CF-4DFD-BA81-E5FE491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3" y="4685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2925128" y="4686301"/>
            <a:ext cx="6838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79" name="encoder_582">
            <a:extLst xmlns:a="http://schemas.openxmlformats.org/drawingml/2006/main">
              <a:ext uri="{FF2B5EF4-FFF2-40B4-BE49-F238E27FC236}">
                <a16:creationId xmlns:a16="http://schemas.microsoft.com/office/drawing/2014/main" id="{B085483A-0CEF-4E72-8DE8-19317B41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91175"/>
            <a:ext cx="504825" cy="85725"/>
          </a:xfrm>
          <a:custGeom xmlns:a="http://schemas.openxmlformats.org/drawingml/2006/main">
            <a:pathLst>
              <a:path w="504825" h="85725">
                <a:moveTo>
                  <a:pt x="0" y="85725"/>
                </a:moveTo>
                <a:lnTo>
                  <a:pt x="85725" y="0"/>
                </a:lnTo>
                <a:lnTo>
                  <a:pt x="504825" y="0"/>
                </a:lnTo>
                <a:lnTo>
                  <a:pt x="419100" y="85725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80" name="encoder_583">
            <a:extLst xmlns:a="http://schemas.openxmlformats.org/drawingml/2006/main">
              <a:ext uri="{FF2B5EF4-FFF2-40B4-BE49-F238E27FC236}">
                <a16:creationId xmlns:a16="http://schemas.microsoft.com/office/drawing/2014/main" id="{9E444883-3EA7-47B9-BF7D-4382CD88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91175"/>
            <a:ext cx="85725" cy="609600"/>
          </a:xfrm>
          <a:custGeom xmlns:a="http://schemas.openxmlformats.org/drawingml/2006/main">
            <a:pathLst>
              <a:path w="85725" h="609600">
                <a:moveTo>
                  <a:pt x="0" y="85725"/>
                </a:moveTo>
                <a:lnTo>
                  <a:pt x="85725" y="0"/>
                </a:lnTo>
                <a:lnTo>
                  <a:pt x="85725" y="523875"/>
                </a:lnTo>
                <a:lnTo>
                  <a:pt x="0" y="609600"/>
                </a:lnTo>
                <a:close/>
              </a:path>
            </a:pathLst>
          </a:custGeom>
          <a:solidFill xmlns:a="http://schemas.openxmlformats.org/drawingml/2006/main">
            <a:srgbClr val="DDEECF"/>
          </a:solidFill>
          <a:ln xmlns:a="http://schemas.openxmlformats.org/drawingml/2006/main" w="11430">
            <a:solidFill>
              <a:srgbClr val="579849"/>
            </a:solidFill>
          </a:ln>
        </p:spPr>
      </p:sp>
      <p:sp>
        <p:nvSpPr>
          <p:cNvPr id="81" name="element_584">
            <a:extLst xmlns:a="http://schemas.openxmlformats.org/drawingml/2006/main">
              <a:ext uri="{FF2B5EF4-FFF2-40B4-BE49-F238E27FC236}">
                <a16:creationId xmlns:a16="http://schemas.microsoft.com/office/drawing/2014/main" id="{935E433C-76F6-4BC7-8362-802E854D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76900"/>
            <a:ext cx="419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</p:sp>
      <p:sp>
        <p:nvSpPr>
          <p:cNvPr id="82" name="element_585">
            <a:extLst xmlns:a="http://schemas.openxmlformats.org/drawingml/2006/main">
              <a:ext uri="{FF2B5EF4-FFF2-40B4-BE49-F238E27FC236}">
                <a16:creationId xmlns:a16="http://schemas.microsoft.com/office/drawing/2014/main" id="{57C4A2B5-7632-489B-B9D5-C040F9D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5675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element_586">
            <a:extLst xmlns:a="http://schemas.openxmlformats.org/drawingml/2006/main">
              <a:ext uri="{FF2B5EF4-FFF2-40B4-BE49-F238E27FC236}">
                <a16:creationId xmlns:a16="http://schemas.microsoft.com/office/drawing/2014/main" id="{960DE491-1150-4B45-9A30-FDB9C024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73" y="6199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952626" y="5677853"/>
            <a:ext cx="0" cy="521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85" name="element_587">
            <a:extLst xmlns:a="http://schemas.openxmlformats.org/drawingml/2006/main">
              <a:ext uri="{FF2B5EF4-FFF2-40B4-BE49-F238E27FC236}">
                <a16:creationId xmlns:a16="http://schemas.microsoft.com/office/drawing/2014/main" id="{E11B1D86-9666-46B5-8476-4E81AC2E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5675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element_588">
            <a:extLst xmlns:a="http://schemas.openxmlformats.org/drawingml/2006/main">
              <a:ext uri="{FF2B5EF4-FFF2-40B4-BE49-F238E27FC236}">
                <a16:creationId xmlns:a16="http://schemas.microsoft.com/office/drawing/2014/main" id="{0A40EDA3-5499-47AF-B984-80B88E4A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48" y="6199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057401" y="5677853"/>
            <a:ext cx="0" cy="521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88" name="element_589">
            <a:extLst xmlns:a="http://schemas.openxmlformats.org/drawingml/2006/main">
              <a:ext uri="{FF2B5EF4-FFF2-40B4-BE49-F238E27FC236}">
                <a16:creationId xmlns:a16="http://schemas.microsoft.com/office/drawing/2014/main" id="{7D8A144B-EF5A-49AB-B116-8C31D99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223" y="5675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element_590">
            <a:extLst xmlns:a="http://schemas.openxmlformats.org/drawingml/2006/main">
              <a:ext uri="{FF2B5EF4-FFF2-40B4-BE49-F238E27FC236}">
                <a16:creationId xmlns:a16="http://schemas.microsoft.com/office/drawing/2014/main" id="{B6E84428-A0F4-4C7D-8284-AD8F5B14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223" y="6199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2162176" y="5677853"/>
            <a:ext cx="0" cy="5219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91" name="element_591">
            <a:extLst xmlns:a="http://schemas.openxmlformats.org/drawingml/2006/main">
              <a:ext uri="{FF2B5EF4-FFF2-40B4-BE49-F238E27FC236}">
                <a16:creationId xmlns:a16="http://schemas.microsoft.com/office/drawing/2014/main" id="{C96E4C3F-B126-4286-A926-2C82D95B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8" y="5780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element_592">
            <a:extLst xmlns:a="http://schemas.openxmlformats.org/drawingml/2006/main">
              <a:ext uri="{FF2B5EF4-FFF2-40B4-BE49-F238E27FC236}">
                <a16:creationId xmlns:a16="http://schemas.microsoft.com/office/drawing/2014/main" id="{7F6E2FB3-4417-4C3F-A61A-7B38C17C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780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1848803" y="578167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94" name="element_593">
            <a:extLst xmlns:a="http://schemas.openxmlformats.org/drawingml/2006/main">
              <a:ext uri="{FF2B5EF4-FFF2-40B4-BE49-F238E27FC236}">
                <a16:creationId xmlns:a16="http://schemas.microsoft.com/office/drawing/2014/main" id="{F9211B29-9323-4B52-941F-310B9E46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element_594">
            <a:extLst xmlns:a="http://schemas.openxmlformats.org/drawingml/2006/main">
              <a:ext uri="{FF2B5EF4-FFF2-40B4-BE49-F238E27FC236}">
                <a16:creationId xmlns:a16="http://schemas.microsoft.com/office/drawing/2014/main" id="{73E0FABF-82EC-43CB-B997-F9682256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885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848803" y="58864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97" name="element_595">
            <a:extLst xmlns:a="http://schemas.openxmlformats.org/drawingml/2006/main">
              <a:ext uri="{FF2B5EF4-FFF2-40B4-BE49-F238E27FC236}">
                <a16:creationId xmlns:a16="http://schemas.microsoft.com/office/drawing/2014/main" id="{9F7EA031-782F-4C8A-91F5-D33F300B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element_596">
            <a:extLst xmlns:a="http://schemas.openxmlformats.org/drawingml/2006/main">
              <a:ext uri="{FF2B5EF4-FFF2-40B4-BE49-F238E27FC236}">
                <a16:creationId xmlns:a16="http://schemas.microsoft.com/office/drawing/2014/main" id="{BBE41931-AD8A-45CC-9BA8-7129D161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1848803" y="599122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00" name="element_597">
            <a:extLst xmlns:a="http://schemas.openxmlformats.org/drawingml/2006/main">
              <a:ext uri="{FF2B5EF4-FFF2-40B4-BE49-F238E27FC236}">
                <a16:creationId xmlns:a16="http://schemas.microsoft.com/office/drawing/2014/main" id="{5C5C7E98-AEAD-4C89-B4B4-A3F9CEC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898" y="6095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element_598">
            <a:extLst xmlns:a="http://schemas.openxmlformats.org/drawingml/2006/main">
              <a:ext uri="{FF2B5EF4-FFF2-40B4-BE49-F238E27FC236}">
                <a16:creationId xmlns:a16="http://schemas.microsoft.com/office/drawing/2014/main" id="{ECF0F308-5078-4711-BCBA-0DDB9F54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8" y="6095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1848803" y="60960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03" name="element_599">
            <a:extLst xmlns:a="http://schemas.openxmlformats.org/drawingml/2006/main">
              <a:ext uri="{FF2B5EF4-FFF2-40B4-BE49-F238E27FC236}">
                <a16:creationId xmlns:a16="http://schemas.microsoft.com/office/drawing/2014/main" id="{A84848B3-AB0D-488E-94B9-B3EE42B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5171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element_600">
            <a:extLst xmlns:a="http://schemas.openxmlformats.org/drawingml/2006/main">
              <a:ext uri="{FF2B5EF4-FFF2-40B4-BE49-F238E27FC236}">
                <a16:creationId xmlns:a16="http://schemas.microsoft.com/office/drawing/2014/main" id="{98B0E721-301F-439A-8A60-7593A5C8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773" y="5590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990726" y="5173028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06" name="element_601">
            <a:extLst xmlns:a="http://schemas.openxmlformats.org/drawingml/2006/main">
              <a:ext uri="{FF2B5EF4-FFF2-40B4-BE49-F238E27FC236}">
                <a16:creationId xmlns:a16="http://schemas.microsoft.com/office/drawing/2014/main" id="{DEB81C36-ED10-4E54-99DF-4C56BBFD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2674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Sᵢd</a:t>
            </a:r>
          </a:p>
        </p:txBody>
      </p:sp>
      <p:sp>
        <p:nvSpPr>
          <p:cNvPr id="107" name="element_602">
            <a:extLst xmlns:a="http://schemas.openxmlformats.org/drawingml/2006/main">
              <a:ext uri="{FF2B5EF4-FFF2-40B4-BE49-F238E27FC236}">
                <a16:creationId xmlns:a16="http://schemas.microsoft.com/office/drawing/2014/main" id="{AD8031A5-3177-4209-AAAF-6177DB09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76900"/>
            <a:ext cx="17335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Bounded bias</a:t>
            </a:r>
          </a:p>
        </p:txBody>
      </p:sp>
      <p:sp>
        <p:nvSpPr>
          <p:cNvPr id="108" name="element_603">
            <a:extLst xmlns:a="http://schemas.openxmlformats.org/drawingml/2006/main">
              <a:ext uri="{FF2B5EF4-FFF2-40B4-BE49-F238E27FC236}">
                <a16:creationId xmlns:a16="http://schemas.microsoft.com/office/drawing/2014/main" id="{29C2F9BE-79AA-4A34-9117-2814E1C2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3" y="5933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element_604">
            <a:extLst xmlns:a="http://schemas.openxmlformats.org/drawingml/2006/main">
              <a:ext uri="{FF2B5EF4-FFF2-40B4-BE49-F238E27FC236}">
                <a16:creationId xmlns:a16="http://schemas.microsoft.com/office/drawing/2014/main" id="{C8F90DCF-F846-41D1-96C0-BD41D806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073" y="5933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2353628" y="5934076"/>
            <a:ext cx="8934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11" name="element_605">
            <a:extLst xmlns:a="http://schemas.openxmlformats.org/drawingml/2006/main">
              <a:ext uri="{FF2B5EF4-FFF2-40B4-BE49-F238E27FC236}">
                <a16:creationId xmlns:a16="http://schemas.microsoft.com/office/drawing/2014/main" id="{F8B3FEC5-024D-45E1-9E45-E957D9FB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676900"/>
            <a:ext cx="16383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42632"/>
                </a:solidFill>
                <a:latin typeface="Arial"/>
                <a:ea typeface="Arial"/>
                <a:cs typeface="Arial"/>
              </a:rPr>
              <a:t>Static offset Pᵢd</a:t>
            </a:r>
          </a:p>
        </p:txBody>
      </p:sp>
      <p:sp>
        <p:nvSpPr>
          <p:cNvPr id="112" name="element_606">
            <a:extLst xmlns:a="http://schemas.openxmlformats.org/drawingml/2006/main">
              <a:ext uri="{FF2B5EF4-FFF2-40B4-BE49-F238E27FC236}">
                <a16:creationId xmlns:a16="http://schemas.microsoft.com/office/drawing/2014/main" id="{405D6A2C-7E62-4A2B-9C9A-FBAA8E7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623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element_607">
            <a:extLst xmlns:a="http://schemas.openxmlformats.org/drawingml/2006/main">
              <a:ext uri="{FF2B5EF4-FFF2-40B4-BE49-F238E27FC236}">
                <a16:creationId xmlns:a16="http://schemas.microsoft.com/office/drawing/2014/main" id="{FD1B91D0-2C34-4152-BD38-5B9BD890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448" y="5990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4982528" y="5991226"/>
            <a:ext cx="5029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15" name="element_608">
            <a:extLst xmlns:a="http://schemas.openxmlformats.org/drawingml/2006/main">
              <a:ext uri="{FF2B5EF4-FFF2-40B4-BE49-F238E27FC236}">
                <a16:creationId xmlns:a16="http://schemas.microsoft.com/office/drawing/2014/main" id="{1C47568D-F834-4396-B577-B881217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772275"/>
            <a:ext cx="23241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EECF"/>
          </a:solidFill>
          <a:ln xmlns:a="http://schemas.openxmlformats.org/drawingml/2006/main" w="10478">
            <a:solidFill>
              <a:srgbClr val="579849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632"/>
                </a:solidFill>
                <a:latin typeface="Arial"/>
                <a:ea typeface="Arial"/>
                <a:cs typeface="Arial"/>
              </a:rPr>
              <a:t>Fixed mouth calibration</a:t>
            </a:r>
          </a:p>
        </p:txBody>
      </p:sp>
      <p:sp>
        <p:nvSpPr>
          <p:cNvPr id="116" name="element_609">
            <a:extLst xmlns:a="http://schemas.openxmlformats.org/drawingml/2006/main">
              <a:ext uri="{FF2B5EF4-FFF2-40B4-BE49-F238E27FC236}">
                <a16:creationId xmlns:a16="http://schemas.microsoft.com/office/drawing/2014/main" id="{1A90CFD2-A75F-46BE-A32F-5A285E5C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748" y="3580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element_610">
            <a:extLst xmlns:a="http://schemas.openxmlformats.org/drawingml/2006/main">
              <a:ext uri="{FF2B5EF4-FFF2-40B4-BE49-F238E27FC236}">
                <a16:creationId xmlns:a16="http://schemas.microsoft.com/office/drawing/2014/main" id="{D2BADD78-FE84-44F5-8093-3640F84D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873" y="3580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16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>
            <a:off x="7125653" y="3581401"/>
            <a:ext cx="2362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19" name="element_611">
            <a:extLst xmlns:a="http://schemas.openxmlformats.org/drawingml/2006/main">
              <a:ext uri="{FF2B5EF4-FFF2-40B4-BE49-F238E27FC236}">
                <a16:creationId xmlns:a16="http://schemas.microsoft.com/office/drawing/2014/main" id="{FCC47C42-B71D-4E21-AA9B-CA800091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873" y="3580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" name="element_612">
            <a:extLst xmlns:a="http://schemas.openxmlformats.org/drawingml/2006/main">
              <a:ext uri="{FF2B5EF4-FFF2-40B4-BE49-F238E27FC236}">
                <a16:creationId xmlns:a16="http://schemas.microsoft.com/office/drawing/2014/main" id="{8C0E28CF-DD77-4248-9BA8-9F9C52A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873" y="748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9" name=""/>
          <p:cNvCxnSpPr>
            <a:stCxn xmlns:a="http://schemas.openxmlformats.org/drawingml/2006/main" id="11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7362826" y="3582353"/>
            <a:ext cx="0" cy="39033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2" name="element_613">
            <a:extLst xmlns:a="http://schemas.openxmlformats.org/drawingml/2006/main">
              <a:ext uri="{FF2B5EF4-FFF2-40B4-BE49-F238E27FC236}">
                <a16:creationId xmlns:a16="http://schemas.microsoft.com/office/drawing/2014/main" id="{7A5DECCF-5A35-4441-A025-B7D62604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1873" y="748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element_614">
            <a:extLst xmlns:a="http://schemas.openxmlformats.org/drawingml/2006/main">
              <a:ext uri="{FF2B5EF4-FFF2-40B4-BE49-F238E27FC236}">
                <a16:creationId xmlns:a16="http://schemas.microsoft.com/office/drawing/2014/main" id="{5995F62B-0A2B-4B7F-9FDF-EFC9786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3" y="748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122" idx="1"/>
            <a:endCxn xmlns:a="http://schemas.openxmlformats.org/drawingml/2006/main" id="123" idx="3"/>
          </p:cNvCxnSpPr>
          <p:nvPr/>
        </p:nvCxnSpPr>
        <p:spPr>
          <a:xfrm xmlns:a="http://schemas.openxmlformats.org/drawingml/2006/main" flipH="1">
            <a:off x="5173028" y="7486651"/>
            <a:ext cx="21888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25" name="element_615">
            <a:extLst xmlns:a="http://schemas.openxmlformats.org/drawingml/2006/main">
              <a:ext uri="{FF2B5EF4-FFF2-40B4-BE49-F238E27FC236}">
                <a16:creationId xmlns:a16="http://schemas.microsoft.com/office/drawing/2014/main" id="{6BC9ADAA-EEDE-4804-8182-B858DF6F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3" y="7485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element_616">
            <a:extLst xmlns:a="http://schemas.openxmlformats.org/drawingml/2006/main">
              <a:ext uri="{FF2B5EF4-FFF2-40B4-BE49-F238E27FC236}">
                <a16:creationId xmlns:a16="http://schemas.microsoft.com/office/drawing/2014/main" id="{2E474FB6-55D5-4B7D-84DF-84CE2E53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1123" y="729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125" idx="0"/>
            <a:endCxn xmlns:a="http://schemas.openxmlformats.org/drawingml/2006/main" id="126" idx="2"/>
          </p:cNvCxnSpPr>
          <p:nvPr/>
        </p:nvCxnSpPr>
        <p:spPr>
          <a:xfrm xmlns:a="http://schemas.openxmlformats.org/drawingml/2006/main" flipV="1">
            <a:off x="5172076" y="729710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28" name="element_617">
            <a:extLst xmlns:a="http://schemas.openxmlformats.org/drawingml/2006/main">
              <a:ext uri="{FF2B5EF4-FFF2-40B4-BE49-F238E27FC236}">
                <a16:creationId xmlns:a16="http://schemas.microsoft.com/office/drawing/2014/main" id="{17AD4325-6909-4AEC-8805-2CFB853A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698" y="7028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element_618">
            <a:extLst xmlns:a="http://schemas.openxmlformats.org/drawingml/2006/main">
              <a:ext uri="{FF2B5EF4-FFF2-40B4-BE49-F238E27FC236}">
                <a16:creationId xmlns:a16="http://schemas.microsoft.com/office/drawing/2014/main" id="{215A33CB-0B21-4F2E-9A11-A163F46F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223" y="7028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128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6344603" y="7029451"/>
            <a:ext cx="38862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</a:ln>
        </p:spPr>
      </p:cxnSp>
      <p:sp>
        <p:nvSpPr>
          <p:cNvPr id="131" name="element_619">
            <a:extLst xmlns:a="http://schemas.openxmlformats.org/drawingml/2006/main">
              <a:ext uri="{FF2B5EF4-FFF2-40B4-BE49-F238E27FC236}">
                <a16:creationId xmlns:a16="http://schemas.microsoft.com/office/drawing/2014/main" id="{6BD4C7FA-7D42-4976-A6EE-B98CB1A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223" y="70284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element_620">
            <a:extLst xmlns:a="http://schemas.openxmlformats.org/drawingml/2006/main">
              <a:ext uri="{FF2B5EF4-FFF2-40B4-BE49-F238E27FC236}">
                <a16:creationId xmlns:a16="http://schemas.microsoft.com/office/drawing/2014/main" id="{648DE8B0-0339-417E-909B-9C020976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3223" y="630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131" idx="0"/>
            <a:endCxn xmlns:a="http://schemas.openxmlformats.org/drawingml/2006/main" id="132" idx="2"/>
          </p:cNvCxnSpPr>
          <p:nvPr/>
        </p:nvCxnSpPr>
        <p:spPr>
          <a:xfrm xmlns:a="http://schemas.openxmlformats.org/drawingml/2006/main" flipV="1">
            <a:off x="6734176" y="6306503"/>
            <a:ext cx="0" cy="7219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79849"/>
            </a:solidFill>
            <a:prstDash val="solid"/>
            <a:tailEnd type="triangle" w="sm" len="sm"/>
          </a:ln>
        </p:spPr>
      </p:cxnSp>
      <p:sp>
        <p:nvSpPr>
          <p:cNvPr id="134" name="element_621">
            <a:extLst xmlns:a="http://schemas.openxmlformats.org/drawingml/2006/main">
              <a:ext uri="{FF2B5EF4-FFF2-40B4-BE49-F238E27FC236}">
                <a16:creationId xmlns:a16="http://schemas.microsoft.com/office/drawing/2014/main" id="{6930A823-25E8-457C-89EC-FB098D2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47800"/>
            <a:ext cx="668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Training motion M and enrolled Pᵢd</a:t>
            </a:r>
          </a:p>
        </p:txBody>
      </p:sp>
      <p:sp>
        <p:nvSpPr>
          <p:cNvPr id="135" name="element_622">
            <a:extLst xmlns:a="http://schemas.openxmlformats.org/drawingml/2006/main">
              <a:ext uri="{FF2B5EF4-FFF2-40B4-BE49-F238E27FC236}">
                <a16:creationId xmlns:a16="http://schemas.microsoft.com/office/drawing/2014/main" id="{76AFE2D3-86AA-4623-98C6-EBFA31C4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29527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M − B₀(C) − Pᵢd</a:t>
            </a:r>
          </a:p>
        </p:txBody>
      </p:sp>
      <p:sp>
        <p:nvSpPr>
          <p:cNvPr id="136" name="encoder_623">
            <a:extLst xmlns:a="http://schemas.openxmlformats.org/drawingml/2006/main">
              <a:ext uri="{FF2B5EF4-FFF2-40B4-BE49-F238E27FC236}">
                <a16:creationId xmlns:a16="http://schemas.microsoft.com/office/drawing/2014/main" id="{CC5DD30C-7A7A-437D-BC7A-9928FDB8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1600200" cy="866775"/>
          </a:xfrm>
          <a:custGeom xmlns:a="http://schemas.openxmlformats.org/drawingml/2006/main">
            <a:pathLst>
              <a:path w="1600200" h="866775">
                <a:moveTo>
                  <a:pt x="0" y="0"/>
                </a:moveTo>
                <a:lnTo>
                  <a:pt x="1600200" y="138684"/>
                </a:lnTo>
                <a:lnTo>
                  <a:pt x="1600200" y="728091"/>
                </a:lnTo>
                <a:lnTo>
                  <a:pt x="0" y="86677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37" name="element_624">
            <a:extLst xmlns:a="http://schemas.openxmlformats.org/drawingml/2006/main">
              <a:ext uri="{FF2B5EF4-FFF2-40B4-BE49-F238E27FC236}">
                <a16:creationId xmlns:a16="http://schemas.microsoft.com/office/drawing/2014/main" id="{1C638ED6-88CD-4465-9A95-895002EE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29000"/>
            <a:ext cx="1457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Motion affect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138" name="element_625">
            <a:extLst xmlns:a="http://schemas.openxmlformats.org/drawingml/2006/main">
              <a:ext uri="{FF2B5EF4-FFF2-40B4-BE49-F238E27FC236}">
                <a16:creationId xmlns:a16="http://schemas.microsoft.com/office/drawing/2014/main" id="{2068CE31-0C0D-4F9F-A9A9-3FED39EB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2751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element_626">
            <a:extLst xmlns:a="http://schemas.openxmlformats.org/drawingml/2006/main">
              <a:ext uri="{FF2B5EF4-FFF2-40B4-BE49-F238E27FC236}">
                <a16:creationId xmlns:a16="http://schemas.microsoft.com/office/drawing/2014/main" id="{1C259BCD-D361-4C6E-BDC2-1B979531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9610726" y="2753678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41" name="element_627">
            <a:extLst xmlns:a="http://schemas.openxmlformats.org/drawingml/2006/main">
              <a:ext uri="{FF2B5EF4-FFF2-40B4-BE49-F238E27FC236}">
                <a16:creationId xmlns:a16="http://schemas.microsoft.com/office/drawing/2014/main" id="{4BF6CA08-EAE0-40B6-B385-E9C7A4F8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773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element_628">
            <a:extLst xmlns:a="http://schemas.openxmlformats.org/drawingml/2006/main">
              <a:ext uri="{FF2B5EF4-FFF2-40B4-BE49-F238E27FC236}">
                <a16:creationId xmlns:a16="http://schemas.microsoft.com/office/drawing/2014/main" id="{691DD029-9BC8-4340-824C-2816CDEA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98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41" idx="1"/>
            <a:endCxn xmlns:a="http://schemas.openxmlformats.org/drawingml/2006/main" id="142" idx="3"/>
          </p:cNvCxnSpPr>
          <p:nvPr/>
        </p:nvCxnSpPr>
        <p:spPr>
          <a:xfrm xmlns:a="http://schemas.openxmlformats.org/drawingml/2006/main" flipH="1">
            <a:off x="8935403" y="3124201"/>
            <a:ext cx="67437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44" name="element_629">
            <a:extLst xmlns:a="http://schemas.openxmlformats.org/drawingml/2006/main">
              <a:ext uri="{FF2B5EF4-FFF2-40B4-BE49-F238E27FC236}">
                <a16:creationId xmlns:a16="http://schemas.microsoft.com/office/drawing/2014/main" id="{CDD229D7-BFE4-4CA5-864A-CEAA5F2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98" y="3123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element_630">
            <a:extLst xmlns:a="http://schemas.openxmlformats.org/drawingml/2006/main">
              <a:ext uri="{FF2B5EF4-FFF2-40B4-BE49-F238E27FC236}">
                <a16:creationId xmlns:a16="http://schemas.microsoft.com/office/drawing/2014/main" id="{58CA62BF-3EEB-411C-BD0A-54D8B30B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498" y="3332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8934451" y="3125153"/>
            <a:ext cx="0" cy="2076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47" name="encoder_631">
            <a:extLst xmlns:a="http://schemas.openxmlformats.org/drawingml/2006/main">
              <a:ext uri="{FF2B5EF4-FFF2-40B4-BE49-F238E27FC236}">
                <a16:creationId xmlns:a16="http://schemas.microsoft.com/office/drawing/2014/main" id="{75F953D2-C1CF-4738-997A-1B02D61B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19475"/>
            <a:ext cx="504825" cy="85725"/>
          </a:xfrm>
          <a:custGeom xmlns:a="http://schemas.openxmlformats.org/drawingml/2006/main">
            <a:pathLst>
              <a:path w="504825" h="85725">
                <a:moveTo>
                  <a:pt x="0" y="85725"/>
                </a:moveTo>
                <a:lnTo>
                  <a:pt x="85725" y="0"/>
                </a:lnTo>
                <a:lnTo>
                  <a:pt x="504825" y="0"/>
                </a:lnTo>
                <a:lnTo>
                  <a:pt x="419100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48" name="encoder_632">
            <a:extLst xmlns:a="http://schemas.openxmlformats.org/drawingml/2006/main">
              <a:ext uri="{FF2B5EF4-FFF2-40B4-BE49-F238E27FC236}">
                <a16:creationId xmlns:a16="http://schemas.microsoft.com/office/drawing/2014/main" id="{31E65269-8312-4B18-98D0-FD81051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419475"/>
            <a:ext cx="85725" cy="504825"/>
          </a:xfrm>
          <a:custGeom xmlns:a="http://schemas.openxmlformats.org/drawingml/2006/main">
            <a:pathLst>
              <a:path w="85725" h="504825">
                <a:moveTo>
                  <a:pt x="0" y="85725"/>
                </a:moveTo>
                <a:lnTo>
                  <a:pt x="85725" y="0"/>
                </a:lnTo>
                <a:lnTo>
                  <a:pt x="85725" y="419100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49" name="element_633">
            <a:extLst xmlns:a="http://schemas.openxmlformats.org/drawingml/2006/main">
              <a:ext uri="{FF2B5EF4-FFF2-40B4-BE49-F238E27FC236}">
                <a16:creationId xmlns:a16="http://schemas.microsoft.com/office/drawing/2014/main" id="{7E737CBB-5C5B-4188-B0F4-E355267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052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150" name="element_634">
            <a:extLst xmlns:a="http://schemas.openxmlformats.org/drawingml/2006/main">
              <a:ext uri="{FF2B5EF4-FFF2-40B4-BE49-F238E27FC236}">
                <a16:creationId xmlns:a16="http://schemas.microsoft.com/office/drawing/2014/main" id="{23E5E51D-1414-44A3-9E44-B2C89DD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323" y="3504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element_635">
            <a:extLst xmlns:a="http://schemas.openxmlformats.org/drawingml/2006/main">
              <a:ext uri="{FF2B5EF4-FFF2-40B4-BE49-F238E27FC236}">
                <a16:creationId xmlns:a16="http://schemas.microsoft.com/office/drawing/2014/main" id="{6CF08586-3899-4BF5-830A-1005E121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323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582276" y="35061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53" name="element_636">
            <a:extLst xmlns:a="http://schemas.openxmlformats.org/drawingml/2006/main">
              <a:ext uri="{FF2B5EF4-FFF2-40B4-BE49-F238E27FC236}">
                <a16:creationId xmlns:a16="http://schemas.microsoft.com/office/drawing/2014/main" id="{E56932A9-632B-47F6-A8E7-134C389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3504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element_637">
            <a:extLst xmlns:a="http://schemas.openxmlformats.org/drawingml/2006/main">
              <a:ext uri="{FF2B5EF4-FFF2-40B4-BE49-F238E27FC236}">
                <a16:creationId xmlns:a16="http://schemas.microsoft.com/office/drawing/2014/main" id="{D2134F75-063F-4A2E-A51D-2116C318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3" name=""/>
          <p:cNvCxnSpPr>
            <a:stCxn xmlns:a="http://schemas.openxmlformats.org/drawingml/2006/main" id="153" idx="2"/>
            <a:endCxn xmlns:a="http://schemas.openxmlformats.org/drawingml/2006/main" id="154" idx="0"/>
          </p:cNvCxnSpPr>
          <p:nvPr/>
        </p:nvCxnSpPr>
        <p:spPr>
          <a:xfrm xmlns:a="http://schemas.openxmlformats.org/drawingml/2006/main">
            <a:off x="10687051" y="35061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56" name="element_638">
            <a:extLst xmlns:a="http://schemas.openxmlformats.org/drawingml/2006/main">
              <a:ext uri="{FF2B5EF4-FFF2-40B4-BE49-F238E27FC236}">
                <a16:creationId xmlns:a16="http://schemas.microsoft.com/office/drawing/2014/main" id="{97B1639B-209B-4C8B-B8B4-537E9A4F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873" y="3504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element_639">
            <a:extLst xmlns:a="http://schemas.openxmlformats.org/drawingml/2006/main">
              <a:ext uri="{FF2B5EF4-FFF2-40B4-BE49-F238E27FC236}">
                <a16:creationId xmlns:a16="http://schemas.microsoft.com/office/drawing/2014/main" id="{7409906A-2FA1-4FCE-8B37-362149E1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873" y="3923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791826" y="35061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59" name="element_640">
            <a:extLst xmlns:a="http://schemas.openxmlformats.org/drawingml/2006/main">
              <a:ext uri="{FF2B5EF4-FFF2-40B4-BE49-F238E27FC236}">
                <a16:creationId xmlns:a16="http://schemas.microsoft.com/office/drawing/2014/main" id="{D243D417-144C-46CF-9BF4-FF8B5A22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609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element_641">
            <a:extLst xmlns:a="http://schemas.openxmlformats.org/drawingml/2006/main">
              <a:ext uri="{FF2B5EF4-FFF2-40B4-BE49-F238E27FC236}">
                <a16:creationId xmlns:a16="http://schemas.microsoft.com/office/drawing/2014/main" id="{BD73E567-2FB1-4269-B141-0710EAE7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3609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10478453" y="360997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2" name="element_642">
            <a:extLst xmlns:a="http://schemas.openxmlformats.org/drawingml/2006/main">
              <a:ext uri="{FF2B5EF4-FFF2-40B4-BE49-F238E27FC236}">
                <a16:creationId xmlns:a16="http://schemas.microsoft.com/office/drawing/2014/main" id="{B066B0E3-110D-4065-9EC4-3BD1CCBB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713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element_643">
            <a:extLst xmlns:a="http://schemas.openxmlformats.org/drawingml/2006/main">
              <a:ext uri="{FF2B5EF4-FFF2-40B4-BE49-F238E27FC236}">
                <a16:creationId xmlns:a16="http://schemas.microsoft.com/office/drawing/2014/main" id="{CFC63262-0156-4353-92C8-40D45172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3713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10478453" y="37147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5" name="element_644">
            <a:extLst xmlns:a="http://schemas.openxmlformats.org/drawingml/2006/main">
              <a:ext uri="{FF2B5EF4-FFF2-40B4-BE49-F238E27FC236}">
                <a16:creationId xmlns:a16="http://schemas.microsoft.com/office/drawing/2014/main" id="{FFC41BD0-F418-408E-817B-E97F4C35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18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6" name="element_645">
            <a:extLst xmlns:a="http://schemas.openxmlformats.org/drawingml/2006/main">
              <a:ext uri="{FF2B5EF4-FFF2-40B4-BE49-F238E27FC236}">
                <a16:creationId xmlns:a16="http://schemas.microsoft.com/office/drawing/2014/main" id="{DF12D708-AFB2-4D18-9F95-4990C61C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3818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5" name=""/>
          <p:cNvCxnSpPr>
            <a:stCxn xmlns:a="http://schemas.openxmlformats.org/drawingml/2006/main" id="165" idx="3"/>
            <a:endCxn xmlns:a="http://schemas.openxmlformats.org/drawingml/2006/main" id="166" idx="1"/>
          </p:cNvCxnSpPr>
          <p:nvPr/>
        </p:nvCxnSpPr>
        <p:spPr>
          <a:xfrm xmlns:a="http://schemas.openxmlformats.org/drawingml/2006/main">
            <a:off x="10478453" y="381952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68" name="element_646">
            <a:extLst xmlns:a="http://schemas.openxmlformats.org/drawingml/2006/main">
              <a:ext uri="{FF2B5EF4-FFF2-40B4-BE49-F238E27FC236}">
                <a16:creationId xmlns:a16="http://schemas.microsoft.com/office/drawing/2014/main" id="{7D2F0176-0D79-4B0C-9CDF-D2611805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598" y="376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element_647">
            <a:extLst xmlns:a="http://schemas.openxmlformats.org/drawingml/2006/main">
              <a:ext uri="{FF2B5EF4-FFF2-40B4-BE49-F238E27FC236}">
                <a16:creationId xmlns:a16="http://schemas.microsoft.com/office/drawing/2014/main" id="{C8DDF1D0-F7AD-4058-AD71-42490BE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76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8" name=""/>
          <p:cNvCxnSpPr>
            <a:stCxn xmlns:a="http://schemas.openxmlformats.org/drawingml/2006/main" id="168" idx="3"/>
            <a:endCxn xmlns:a="http://schemas.openxmlformats.org/drawingml/2006/main" id="169" idx="1"/>
          </p:cNvCxnSpPr>
          <p:nvPr/>
        </p:nvCxnSpPr>
        <p:spPr>
          <a:xfrm xmlns:a="http://schemas.openxmlformats.org/drawingml/2006/main">
            <a:off x="9735503" y="37623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171" name="element_648">
            <a:extLst xmlns:a="http://schemas.openxmlformats.org/drawingml/2006/main">
              <a:ext uri="{FF2B5EF4-FFF2-40B4-BE49-F238E27FC236}">
                <a16:creationId xmlns:a16="http://schemas.microsoft.com/office/drawing/2014/main" id="{96A13C96-A05D-497F-A6F1-93EA2557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10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Eᴍg</a:t>
            </a:r>
          </a:p>
        </p:txBody>
      </p:sp>
      <p:sp>
        <p:nvSpPr>
          <p:cNvPr id="172" name="element_649">
            <a:extLst xmlns:a="http://schemas.openxmlformats.org/drawingml/2006/main">
              <a:ext uri="{FF2B5EF4-FFF2-40B4-BE49-F238E27FC236}">
                <a16:creationId xmlns:a16="http://schemas.microsoft.com/office/drawing/2014/main" id="{114CEF4B-EB98-4F71-98D4-B76D9E8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467100"/>
            <a:ext cx="2638425" cy="676275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Emotion / intensity</a:t>
            </a:r>
          </a:p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supervision</a:t>
            </a:r>
          </a:p>
        </p:txBody>
      </p:sp>
      <p:sp>
        <p:nvSpPr>
          <p:cNvPr id="173" name="element_650">
            <a:extLst xmlns:a="http://schemas.openxmlformats.org/drawingml/2006/main">
              <a:ext uri="{FF2B5EF4-FFF2-40B4-BE49-F238E27FC236}">
                <a16:creationId xmlns:a16="http://schemas.microsoft.com/office/drawing/2014/main" id="{38852668-29D3-4085-A917-810EDCF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748" y="3713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4" name="element_651">
            <a:extLst xmlns:a="http://schemas.openxmlformats.org/drawingml/2006/main">
              <a:ext uri="{FF2B5EF4-FFF2-40B4-BE49-F238E27FC236}">
                <a16:creationId xmlns:a16="http://schemas.microsoft.com/office/drawing/2014/main" id="{A73F4C85-CBBB-4193-863B-625B3E1B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3848" y="3713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3" name=""/>
          <p:cNvCxnSpPr>
            <a:stCxn xmlns:a="http://schemas.openxmlformats.org/drawingml/2006/main" id="173" idx="3"/>
            <a:endCxn xmlns:a="http://schemas.openxmlformats.org/drawingml/2006/main" id="174" idx="1"/>
          </p:cNvCxnSpPr>
          <p:nvPr/>
        </p:nvCxnSpPr>
        <p:spPr>
          <a:xfrm xmlns:a="http://schemas.openxmlformats.org/drawingml/2006/main">
            <a:off x="10935653" y="3714751"/>
            <a:ext cx="798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176" name="element_652">
            <a:extLst xmlns:a="http://schemas.openxmlformats.org/drawingml/2006/main">
              <a:ext uri="{FF2B5EF4-FFF2-40B4-BE49-F238E27FC236}">
                <a16:creationId xmlns:a16="http://schemas.microsoft.com/office/drawing/2014/main" id="{2929A079-9584-49AC-B383-63233486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572000"/>
            <a:ext cx="1371600" cy="61912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L_align</a:t>
            </a:r>
          </a:p>
        </p:txBody>
      </p:sp>
      <p:sp>
        <p:nvSpPr>
          <p:cNvPr id="177" name="element_653">
            <a:extLst xmlns:a="http://schemas.openxmlformats.org/drawingml/2006/main">
              <a:ext uri="{FF2B5EF4-FFF2-40B4-BE49-F238E27FC236}">
                <a16:creationId xmlns:a16="http://schemas.microsoft.com/office/drawing/2014/main" id="{F8E0996F-B990-430E-98A7-642B9B42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3942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element_654">
            <a:extLst xmlns:a="http://schemas.openxmlformats.org/drawingml/2006/main">
              <a:ext uri="{FF2B5EF4-FFF2-40B4-BE49-F238E27FC236}">
                <a16:creationId xmlns:a16="http://schemas.microsoft.com/office/drawing/2014/main" id="{D7C53997-CB82-4C92-B153-0C0D9FE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4571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7" name=""/>
          <p:cNvCxnSpPr>
            <a:stCxn xmlns:a="http://schemas.openxmlformats.org/drawingml/2006/main" id="177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>
            <a:off x="10687051" y="3944303"/>
            <a:ext cx="0" cy="62674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180" name="encoder_655">
            <a:extLst xmlns:a="http://schemas.openxmlformats.org/drawingml/2006/main">
              <a:ext uri="{FF2B5EF4-FFF2-40B4-BE49-F238E27FC236}">
                <a16:creationId xmlns:a16="http://schemas.microsoft.com/office/drawing/2014/main" id="{AE275CB0-9C0F-4622-8A1B-C11C6A5E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57850"/>
            <a:ext cx="1600200" cy="866775"/>
          </a:xfrm>
          <a:custGeom xmlns:a="http://schemas.openxmlformats.org/drawingml/2006/main">
            <a:pathLst>
              <a:path w="1600200" h="866775">
                <a:moveTo>
                  <a:pt x="0" y="0"/>
                </a:moveTo>
                <a:lnTo>
                  <a:pt x="1600200" y="138684"/>
                </a:lnTo>
                <a:lnTo>
                  <a:pt x="1600200" y="728091"/>
                </a:lnTo>
                <a:lnTo>
                  <a:pt x="0" y="86677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81" name="element_656">
            <a:extLst xmlns:a="http://schemas.openxmlformats.org/drawingml/2006/main">
              <a:ext uri="{FF2B5EF4-FFF2-40B4-BE49-F238E27FC236}">
                <a16:creationId xmlns:a16="http://schemas.microsoft.com/office/drawing/2014/main" id="{CBD3C099-559B-4620-BF11-88DF3FF0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53100"/>
            <a:ext cx="14573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Audio affect</a:t>
            </a:r>
          </a:p>
          <a:p xmlns:a="http://schemas.openxmlformats.org/drawingml/2006/main">
            <a:pPr algn="ctr">
              <a:defRPr sz="1650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182" name="encoder_657">
            <a:extLst xmlns:a="http://schemas.openxmlformats.org/drawingml/2006/main">
              <a:ext uri="{FF2B5EF4-FFF2-40B4-BE49-F238E27FC236}">
                <a16:creationId xmlns:a16="http://schemas.microsoft.com/office/drawing/2014/main" id="{9F69D4EA-9FEB-4077-8EA5-D4E35234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81675"/>
            <a:ext cx="504825" cy="85725"/>
          </a:xfrm>
          <a:custGeom xmlns:a="http://schemas.openxmlformats.org/drawingml/2006/main">
            <a:pathLst>
              <a:path w="504825" h="85725">
                <a:moveTo>
                  <a:pt x="0" y="85725"/>
                </a:moveTo>
                <a:lnTo>
                  <a:pt x="85725" y="0"/>
                </a:lnTo>
                <a:lnTo>
                  <a:pt x="504825" y="0"/>
                </a:lnTo>
                <a:lnTo>
                  <a:pt x="419100" y="857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83" name="encoder_658">
            <a:extLst xmlns:a="http://schemas.openxmlformats.org/drawingml/2006/main">
              <a:ext uri="{FF2B5EF4-FFF2-40B4-BE49-F238E27FC236}">
                <a16:creationId xmlns:a16="http://schemas.microsoft.com/office/drawing/2014/main" id="{A6F5DA2E-0AAD-4B2B-96F8-F40672C1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781675"/>
            <a:ext cx="85725" cy="504825"/>
          </a:xfrm>
          <a:custGeom xmlns:a="http://schemas.openxmlformats.org/drawingml/2006/main">
            <a:pathLst>
              <a:path w="85725" h="504825">
                <a:moveTo>
                  <a:pt x="0" y="85725"/>
                </a:moveTo>
                <a:lnTo>
                  <a:pt x="85725" y="0"/>
                </a:lnTo>
                <a:lnTo>
                  <a:pt x="85725" y="419100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FFE6B7"/>
          </a:solidFill>
          <a:ln xmlns:a="http://schemas.openxmlformats.org/drawingml/2006/main" w="11430">
            <a:solidFill>
              <a:srgbClr val="D39243"/>
            </a:solidFill>
          </a:ln>
        </p:spPr>
      </p:sp>
      <p:sp>
        <p:nvSpPr>
          <p:cNvPr id="184" name="element_659">
            <a:extLst xmlns:a="http://schemas.openxmlformats.org/drawingml/2006/main">
              <a:ext uri="{FF2B5EF4-FFF2-40B4-BE49-F238E27FC236}">
                <a16:creationId xmlns:a16="http://schemas.microsoft.com/office/drawing/2014/main" id="{33E091DC-9AAA-4B49-A702-94042FFC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67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B7"/>
          </a:solidFill>
          <a:ln xmlns:a="http://schemas.openxmlformats.org/drawingml/2006/main" w="10478">
            <a:solidFill>
              <a:srgbClr val="D39243"/>
            </a:solidFill>
          </a:ln>
        </p:spPr>
      </p:sp>
      <p:sp>
        <p:nvSpPr>
          <p:cNvPr id="185" name="element_660">
            <a:extLst xmlns:a="http://schemas.openxmlformats.org/drawingml/2006/main">
              <a:ext uri="{FF2B5EF4-FFF2-40B4-BE49-F238E27FC236}">
                <a16:creationId xmlns:a16="http://schemas.microsoft.com/office/drawing/2014/main" id="{34F82F34-D0DE-4076-BD5B-E5726674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323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6" name="element_661">
            <a:extLst xmlns:a="http://schemas.openxmlformats.org/drawingml/2006/main">
              <a:ext uri="{FF2B5EF4-FFF2-40B4-BE49-F238E27FC236}">
                <a16:creationId xmlns:a16="http://schemas.microsoft.com/office/drawing/2014/main" id="{7F448C41-2FCE-475D-B073-A9F47F18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32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5" name=""/>
          <p:cNvCxnSpPr>
            <a:stCxn xmlns:a="http://schemas.openxmlformats.org/drawingml/2006/main" id="185" idx="2"/>
            <a:endCxn xmlns:a="http://schemas.openxmlformats.org/drawingml/2006/main" id="186" idx="0"/>
          </p:cNvCxnSpPr>
          <p:nvPr/>
        </p:nvCxnSpPr>
        <p:spPr>
          <a:xfrm xmlns:a="http://schemas.openxmlformats.org/drawingml/2006/main">
            <a:off x="10582276" y="58683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88" name="element_662">
            <a:extLst xmlns:a="http://schemas.openxmlformats.org/drawingml/2006/main">
              <a:ext uri="{FF2B5EF4-FFF2-40B4-BE49-F238E27FC236}">
                <a16:creationId xmlns:a16="http://schemas.microsoft.com/office/drawing/2014/main" id="{02792334-634C-4980-891D-DCC5F0B4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9" name="element_663">
            <a:extLst xmlns:a="http://schemas.openxmlformats.org/drawingml/2006/main">
              <a:ext uri="{FF2B5EF4-FFF2-40B4-BE49-F238E27FC236}">
                <a16:creationId xmlns:a16="http://schemas.microsoft.com/office/drawing/2014/main" id="{73AE6C02-2D9E-49A8-81FB-60C47BA5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8" name=""/>
          <p:cNvCxnSpPr>
            <a:stCxn xmlns:a="http://schemas.openxmlformats.org/drawingml/2006/main" id="188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10687051" y="58683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91" name="element_664">
            <a:extLst xmlns:a="http://schemas.openxmlformats.org/drawingml/2006/main">
              <a:ext uri="{FF2B5EF4-FFF2-40B4-BE49-F238E27FC236}">
                <a16:creationId xmlns:a16="http://schemas.microsoft.com/office/drawing/2014/main" id="{374994A7-DBD7-4847-84E1-241CBEA8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873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element_665">
            <a:extLst xmlns:a="http://schemas.openxmlformats.org/drawingml/2006/main">
              <a:ext uri="{FF2B5EF4-FFF2-40B4-BE49-F238E27FC236}">
                <a16:creationId xmlns:a16="http://schemas.microsoft.com/office/drawing/2014/main" id="{705AB889-8A08-4E3B-9511-48E3460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873" y="6285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1" name=""/>
          <p:cNvCxnSpPr>
            <a:stCxn xmlns:a="http://schemas.openxmlformats.org/drawingml/2006/main" id="191" idx="2"/>
            <a:endCxn xmlns:a="http://schemas.openxmlformats.org/drawingml/2006/main" id="192" idx="0"/>
          </p:cNvCxnSpPr>
          <p:nvPr/>
        </p:nvCxnSpPr>
        <p:spPr>
          <a:xfrm xmlns:a="http://schemas.openxmlformats.org/drawingml/2006/main">
            <a:off x="10791826" y="58683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94" name="element_666">
            <a:extLst xmlns:a="http://schemas.openxmlformats.org/drawingml/2006/main">
              <a:ext uri="{FF2B5EF4-FFF2-40B4-BE49-F238E27FC236}">
                <a16:creationId xmlns:a16="http://schemas.microsoft.com/office/drawing/2014/main" id="{13328C79-9854-4F38-B408-26AF269E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5971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element_667">
            <a:extLst xmlns:a="http://schemas.openxmlformats.org/drawingml/2006/main">
              <a:ext uri="{FF2B5EF4-FFF2-40B4-BE49-F238E27FC236}">
                <a16:creationId xmlns:a16="http://schemas.microsoft.com/office/drawing/2014/main" id="{2B8D888B-F85C-464B-8972-02D1D8B9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5971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4" name=""/>
          <p:cNvCxnSpPr>
            <a:stCxn xmlns:a="http://schemas.openxmlformats.org/drawingml/2006/main" id="194" idx="3"/>
            <a:endCxn xmlns:a="http://schemas.openxmlformats.org/drawingml/2006/main" id="195" idx="1"/>
          </p:cNvCxnSpPr>
          <p:nvPr/>
        </p:nvCxnSpPr>
        <p:spPr>
          <a:xfrm xmlns:a="http://schemas.openxmlformats.org/drawingml/2006/main">
            <a:off x="10478453" y="597217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197" name="element_668">
            <a:extLst xmlns:a="http://schemas.openxmlformats.org/drawingml/2006/main">
              <a:ext uri="{FF2B5EF4-FFF2-40B4-BE49-F238E27FC236}">
                <a16:creationId xmlns:a16="http://schemas.microsoft.com/office/drawing/2014/main" id="{6977A514-F8ED-44ED-8D74-FDDBD2B9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6075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element_669">
            <a:extLst xmlns:a="http://schemas.openxmlformats.org/drawingml/2006/main">
              <a:ext uri="{FF2B5EF4-FFF2-40B4-BE49-F238E27FC236}">
                <a16:creationId xmlns:a16="http://schemas.microsoft.com/office/drawing/2014/main" id="{B603B4B1-C0F6-4FEF-A740-09965F71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6075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7" name=""/>
          <p:cNvCxnSpPr>
            <a:stCxn xmlns:a="http://schemas.openxmlformats.org/drawingml/2006/main" id="197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>
            <a:off x="10478453" y="60769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00" name="element_670">
            <a:extLst xmlns:a="http://schemas.openxmlformats.org/drawingml/2006/main">
              <a:ext uri="{FF2B5EF4-FFF2-40B4-BE49-F238E27FC236}">
                <a16:creationId xmlns:a16="http://schemas.microsoft.com/office/drawing/2014/main" id="{2793704A-62B9-42EF-B0A1-5CD6F484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618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element_671">
            <a:extLst xmlns:a="http://schemas.openxmlformats.org/drawingml/2006/main">
              <a:ext uri="{FF2B5EF4-FFF2-40B4-BE49-F238E27FC236}">
                <a16:creationId xmlns:a16="http://schemas.microsoft.com/office/drawing/2014/main" id="{EF4F03B6-B6A0-42C8-AEE3-38253C51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648" y="6180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0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10478453" y="6181726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</a:ln>
        </p:spPr>
      </p:cxnSp>
      <p:sp>
        <p:nvSpPr>
          <p:cNvPr id="203" name="element_672">
            <a:extLst xmlns:a="http://schemas.openxmlformats.org/drawingml/2006/main">
              <a:ext uri="{FF2B5EF4-FFF2-40B4-BE49-F238E27FC236}">
                <a16:creationId xmlns:a16="http://schemas.microsoft.com/office/drawing/2014/main" id="{AD95B20C-045C-4063-8C22-26085E9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598" y="6085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element_673">
            <a:extLst xmlns:a="http://schemas.openxmlformats.org/drawingml/2006/main">
              <a:ext uri="{FF2B5EF4-FFF2-40B4-BE49-F238E27FC236}">
                <a16:creationId xmlns:a16="http://schemas.microsoft.com/office/drawing/2014/main" id="{41658E4B-0A27-459A-81DF-4839D6CC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6085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3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9735503" y="6086476"/>
            <a:ext cx="7410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206" name="element_674">
            <a:extLst xmlns:a="http://schemas.openxmlformats.org/drawingml/2006/main">
              <a:ext uri="{FF2B5EF4-FFF2-40B4-BE49-F238E27FC236}">
                <a16:creationId xmlns:a16="http://schemas.microsoft.com/office/drawing/2014/main" id="{A96ED869-DA74-484A-A759-EA09F37E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5866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element_675">
            <a:extLst xmlns:a="http://schemas.openxmlformats.org/drawingml/2006/main">
              <a:ext uri="{FF2B5EF4-FFF2-40B4-BE49-F238E27FC236}">
                <a16:creationId xmlns:a16="http://schemas.microsoft.com/office/drawing/2014/main" id="{7BE81465-70C4-4AD4-AD3D-3C4AB817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098" y="5190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6" name=""/>
          <p:cNvCxnSpPr>
            <a:stCxn xmlns:a="http://schemas.openxmlformats.org/drawingml/2006/main" id="206" idx="0"/>
            <a:endCxn xmlns:a="http://schemas.openxmlformats.org/drawingml/2006/main" id="207" idx="2"/>
          </p:cNvCxnSpPr>
          <p:nvPr/>
        </p:nvCxnSpPr>
        <p:spPr>
          <a:xfrm xmlns:a="http://schemas.openxmlformats.org/drawingml/2006/main" flipV="1">
            <a:off x="10687051" y="5192078"/>
            <a:ext cx="0" cy="67437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dash"/>
            <a:tailEnd type="triangle" w="sm" len="sm"/>
          </a:ln>
        </p:spPr>
      </p:cxnSp>
      <p:sp>
        <p:nvSpPr>
          <p:cNvPr id="209" name="element_676">
            <a:extLst xmlns:a="http://schemas.openxmlformats.org/drawingml/2006/main">
              <a:ext uri="{FF2B5EF4-FFF2-40B4-BE49-F238E27FC236}">
                <a16:creationId xmlns:a16="http://schemas.microsoft.com/office/drawing/2014/main" id="{3ADEC5B8-DB59-42E3-8E2C-5BEA9FE2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71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42632"/>
                </a:solidFill>
                <a:latin typeface="Times New Roman"/>
                <a:ea typeface="Times New Roman"/>
                <a:cs typeface="Times New Roman"/>
              </a:rPr>
              <a:t>Eᴀg</a:t>
            </a:r>
          </a:p>
        </p:txBody>
      </p:sp>
      <p:sp>
        <p:nvSpPr>
          <p:cNvPr id="210" name="element_677">
            <a:extLst xmlns:a="http://schemas.openxmlformats.org/drawingml/2006/main">
              <a:ext uri="{FF2B5EF4-FFF2-40B4-BE49-F238E27FC236}">
                <a16:creationId xmlns:a16="http://schemas.microsoft.com/office/drawing/2014/main" id="{D6AC2176-AFBB-4F60-8002-C0BDB9AB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753100"/>
            <a:ext cx="2466975" cy="790575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6DEEE"/>
          </a:solidFill>
          <a:ln xmlns:a="http://schemas.openxmlformats.org/drawingml/2006/main" w="10478">
            <a:solidFill>
              <a:srgbClr val="8F7DAB"/>
            </a:solidFill>
          </a:ln>
        </p:spPr>
        <p:txBody>
          <a:bodyPr xmlns:a="http://schemas.openxmlformats.org/drawingml/2006/main" wrap="non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Conditional expression</a:t>
            </a:r>
          </a:p>
          <a:p xmlns:a="http://schemas.openxmlformats.org/drawingml/2006/main">
            <a:pPr algn="ctr">
              <a:defRPr sz="1725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632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211" name="element_678">
            <a:extLst xmlns:a="http://schemas.openxmlformats.org/drawingml/2006/main">
              <a:ext uri="{FF2B5EF4-FFF2-40B4-BE49-F238E27FC236}">
                <a16:creationId xmlns:a16="http://schemas.microsoft.com/office/drawing/2014/main" id="{5FF38E42-7204-40F1-90D7-B08BEF69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3748" y="6085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element_679">
            <a:extLst xmlns:a="http://schemas.openxmlformats.org/drawingml/2006/main">
              <a:ext uri="{FF2B5EF4-FFF2-40B4-BE49-F238E27FC236}">
                <a16:creationId xmlns:a16="http://schemas.microsoft.com/office/drawing/2014/main" id="{C65FBBE1-C455-4C49-B0F2-D4BDCCC7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98" y="6085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211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10935653" y="6086476"/>
            <a:ext cx="96964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39243"/>
            </a:solidFill>
            <a:prstDash val="solid"/>
            <a:tailEnd type="triangle" w="sm" len="sm"/>
          </a:ln>
        </p:spPr>
      </p:cxnSp>
      <p:sp>
        <p:nvSpPr>
          <p:cNvPr id="214" name="element_680">
            <a:extLst xmlns:a="http://schemas.openxmlformats.org/drawingml/2006/main">
              <a:ext uri="{FF2B5EF4-FFF2-40B4-BE49-F238E27FC236}">
                <a16:creationId xmlns:a16="http://schemas.microsoft.com/office/drawing/2014/main" id="{9029ECAE-8279-4AAC-8C4E-F5CA5F6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953250"/>
            <a:ext cx="647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Teacher features supervise global audio affect.</a:t>
            </a:r>
          </a:p>
          <a:p xmlns:a="http://schemas.openxmlformats.org/drawingml/2006/main">
            <a:pPr algn="ctr">
              <a:defRPr sz="1725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Target motion and emotion labels are training-only.</a:t>
            </a:r>
          </a:p>
        </p:txBody>
      </p:sp>
      <p:sp>
        <p:nvSpPr>
          <p:cNvPr id="215" name="element_681">
            <a:extLst xmlns:a="http://schemas.openxmlformats.org/drawingml/2006/main">
              <a:ext uri="{FF2B5EF4-FFF2-40B4-BE49-F238E27FC236}">
                <a16:creationId xmlns:a16="http://schemas.microsoft.com/office/drawing/2014/main" id="{8F3E14EE-9205-46FD-8E49-2FFA117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8" y="7885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6" name="element_682">
            <a:extLst xmlns:a="http://schemas.openxmlformats.org/drawingml/2006/main">
              <a:ext uri="{FF2B5EF4-FFF2-40B4-BE49-F238E27FC236}">
                <a16:creationId xmlns:a16="http://schemas.microsoft.com/office/drawing/2014/main" id="{F718C881-3201-4140-8091-D9CB796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298" y="7885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5" name=""/>
          <p:cNvCxnSpPr>
            <a:stCxn xmlns:a="http://schemas.openxmlformats.org/drawingml/2006/main" id="215" idx="3"/>
            <a:endCxn xmlns:a="http://schemas.openxmlformats.org/drawingml/2006/main" id="216" idx="1"/>
          </p:cNvCxnSpPr>
          <p:nvPr/>
        </p:nvCxnSpPr>
        <p:spPr>
          <a:xfrm xmlns:a="http://schemas.openxmlformats.org/drawingml/2006/main">
            <a:off x="286703" y="7886701"/>
            <a:ext cx="1466659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8B1B9"/>
            </a:solidFill>
            <a:prstDash val="solid"/>
          </a:ln>
        </p:spPr>
      </p:cxnSp>
      <p:sp>
        <p:nvSpPr>
          <p:cNvPr id="218" name="element_683">
            <a:extLst xmlns:a="http://schemas.openxmlformats.org/drawingml/2006/main">
              <a:ext uri="{FF2B5EF4-FFF2-40B4-BE49-F238E27FC236}">
                <a16:creationId xmlns:a16="http://schemas.microsoft.com/office/drawing/2014/main" id="{C4B422BD-8B55-4341-BF29-52C807C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029575"/>
            <a:ext cx="1457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6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632"/>
                </a:solidFill>
                <a:latin typeface="Arial"/>
                <a:ea typeface="Arial"/>
                <a:cs typeface="Arial"/>
              </a:rPr>
              <a:t>Figure 2. Independent reference residuals construct the execution condition. Motion supervision transfers global affect to speech.</a:t>
            </a:r>
          </a:p>
        </p:txBody>
      </p:sp>
    </p:spTree>
    <p:extLst>
      <p:ext uri="{BB962C8B-B14F-4D97-AF65-F5344CB8AC3E}">
        <p14:creationId xmlns:p14="http://schemas.microsoft.com/office/powerpoint/2010/main" val="623369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2026-09-21T17:35:48.4910000Z</dcterms:created>
  <dcterms:modified xsi:type="dcterms:W3CDTF">2026-09-21T17:35:48.4910000Z</dcterms:modified>
</coreProperties>
</file>