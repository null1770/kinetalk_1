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2432a56eaeb45a7" /><Relationship Type="http://schemas.openxmlformats.org/officeDocument/2006/relationships/extended-properties" Target="/docProps/app.xml" Id="R2f3d5a31483b4b97" /><Relationship Type="http://schemas.openxmlformats.org/officeDocument/2006/relationships/officeDocument" Target="/ppt/presentation.xml" Id="Rcb3e9c8677aa48c9" /></Relationships>
</file>

<file path=ppt/presentation.xml><?xml version="1.0" encoding="utf-8"?>
<p:presentation xmlns:p="http://schemas.openxmlformats.org/presentationml/2006/main">
  <p:sldMasterIdLst>
    <p:sldMasterId xmlns:r="http://schemas.openxmlformats.org/officeDocument/2006/relationships" id="2147483648" r:id="Rd01e0f1b7ace479c"/>
  </p:sldMasterIdLst>
  <p:notesMasterIdLst>
    <p:notesMasterId xmlns:r="http://schemas.openxmlformats.org/officeDocument/2006/relationships" r:id="Rbed32ac8a1484041"/>
  </p:notesMasterIdLst>
  <p:sldIdLst>
    <p:sldId xmlns:r="http://schemas.openxmlformats.org/officeDocument/2006/relationships" id="256" r:id="Ra9fcf718fa0a4572"/>
    <p:sldId xmlns:r="http://schemas.openxmlformats.org/officeDocument/2006/relationships" id="257" r:id="R5b39c9467c9d4a43"/>
    <p:sldId xmlns:r="http://schemas.openxmlformats.org/officeDocument/2006/relationships" id="258" r:id="Rbbe96f8848a54ba6"/>
    <p:sldId xmlns:r="http://schemas.openxmlformats.org/officeDocument/2006/relationships" id="259" r:id="R8f7d0809daaf428d"/>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8fbe68eff854069" /><Relationship Type="http://schemas.openxmlformats.org/officeDocument/2006/relationships/slideMaster" Target="/ppt/slideMasters/slideMaster1.xml" Id="Rd01e0f1b7ace479c" /><Relationship Type="http://schemas.openxmlformats.org/officeDocument/2006/relationships/notesMaster" Target="/ppt/notesMasters/notesMaster1.xml" Id="Rbed32ac8a1484041" /><Relationship Type="http://schemas.openxmlformats.org/officeDocument/2006/relationships/presProps" Target="/ppt/presProps.xml" Id="R76cc6b85f1e64004" /><Relationship Type="http://schemas.openxmlformats.org/officeDocument/2006/relationships/tableStyles" Target="/ppt/tableStyles.xml" Id="Re61122822a6d4f28" /><Relationship Type="http://schemas.openxmlformats.org/officeDocument/2006/relationships/slide" Target="/ppt/slides/slide1.xml" Id="Ra9fcf718fa0a4572" /><Relationship Type="http://schemas.openxmlformats.org/officeDocument/2006/relationships/slide" Target="/ppt/slides/slide2.xml" Id="R5b39c9467c9d4a43" /><Relationship Type="http://schemas.openxmlformats.org/officeDocument/2006/relationships/slide" Target="/ppt/slides/slide3.xml" Id="Rbbe96f8848a54ba6" /><Relationship Type="http://schemas.openxmlformats.org/officeDocument/2006/relationships/slide" Target="/ppt/slides/slide4.xml" Id="R8f7d0809daaf42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34c44cd9c2488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6bd23adfab4c56" /><Relationship Type="http://schemas.openxmlformats.org/officeDocument/2006/relationships/notesMaster" Target="/ppt/notesMasters/notesMaster1.xml" Id="R5907ae9174684a76"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4c93d9b3a84f30" /><Relationship Type="http://schemas.openxmlformats.org/officeDocument/2006/relationships/notesMaster" Target="/ppt/notesMasters/notesMaster1.xml" Id="Rcaf0df95b97045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2d4dca494be4474c" /><Relationship Type="http://schemas.openxmlformats.org/officeDocument/2006/relationships/notesMaster" Target="/ppt/notesMasters/notesMaster1.xml" Id="Rd939908f206c48c3" /></Relationships>
</file>

<file path=ppt/notesSlides/_rels/notesSlide4.xml.rels>&#65279;<?xml version="1.0" encoding="utf-8"?><Relationships xmlns="http://schemas.openxmlformats.org/package/2006/relationships"><Relationship Type="http://schemas.openxmlformats.org/officeDocument/2006/relationships/slide" Target="/ppt/slides/slide4.xml" Id="Rf20f8a06c31d4eb9" /><Relationship Type="http://schemas.openxmlformats.org/officeDocument/2006/relationships/notesMaster" Target="/ppt/notesMasters/notesMaster1.xml" Id="R4c7148453fc243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2026-09-22. D:/实验室项目/新实验/kinetalk_b0_residual_train/kinetalk_b0/models/neutral_affect.py:53,337,429; scripts/train_full_staged.py:394,404,496,552; docs/CURRENT_SYSTEM_20260921.md. Figure depicts the mouth-protected v10 / Stage4 route. It is an implementation diagram, not a claim that identity, emotion, lip sync and dynamics have all passed a unified evaluation. B0 is trained in articulation stage and frozen thereafter. Identity describes motion execution, not geometric face identity. Only global representation distillation is drawn; no claim of full low-rate control distillation. Motion targets and labels are training-only.</a:t>
            </a:r>
          </a:p>
          <a:p xmlns:a="http://schemas.openxmlformats.org/drawingml/2006/main">
            <a:r>
              <a:t>Caption: KineTalk overview. Independent neutral audio-motion pairs provide an execution representation and a time-constant offset. The audio student and frozen articulation base condition an expression generator. A fixed non-mouth support mask protects the articulation sequence. Motion-derived affect supervises the global audio representation during training. E_g: global affect; I_g: clip intensity; L_t: local condition. The native-region gain experiment is intentionally separate. Screenshot placeholders are author-requested, not missing generated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2026-09-22. D:/实验室项目/新实验/kinetalk_b0_residual_train/kinetalk_b0/models/neutral_affect.py:53,337,429; scripts/train_full_staged.py:394,404,496,552; docs/CURRENT_SYSTEM_20260921.md. Figure depicts the mouth-protected v10 / Stage4 route. It is an implementation diagram, not a claim that identity, emotion, lip sync and dynamics have all passed a unified evaluation. B0 is trained in articulation stage and frozen thereafter. Identity describes motion execution, not geometric face identity. Only global representation distillation is drawn; no claim of full low-rate control distillation. Motion targets and labels are training-only.</a:t>
            </a:r>
          </a:p>
          <a:p xmlns:a="http://schemas.openxmlformats.org/drawingml/2006/main">
            <a:r>
              <a:t>Caption: KineTalk overview. Independent neutral audio-motion pairs provide an execution representation and a time-constant offset. The audio student and frozen articulation base condition an expression generator. A fixed non-mouth support mask protects the articulation sequence. Motion-derived affect supervises the global audio representation during training. E_g: global affect; I_g: clip intensity; L_t: local condition. The native-region gain experiment is intentionally separate. Screenshot placeholders are author-requested, not missing generated content.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snapshot: 2026-09-22. D:/实验室项目/新实验/kinetalk_b0_residual_train/kinetalk_b0/models/neutral_affect.py:53,337,429; scripts/train_full_staged.py:394,404,496,552; docs/CURRENT_SYSTEM_20260921.md. Figure depicts the mouth-protected v10 / Stage4 route. It is an implementation diagram, not a claim that identity, emotion, lip sync and dynamics have all passed a unified evaluation. B0 is trained in articulation stage and frozen thereafter. Identity describes motion execution, not geometric face identity. Only global representation distillation is drawn; no claim of full low-rate control distillation. Motion targets and labels are training-only.</a:t>
            </a:r>
          </a:p>
          <a:p xmlns:a="http://schemas.openxmlformats.org/drawingml/2006/main">
            <a:r>
              <a:t>Detail figure: Identity encoder computes masked mean/std per reference and averages valid reference codes. Mouth calibration is fixed affine calibration of enrollment neutral residual mean. It does not scale B0 frame trajectories. Δt identity holds on valid supported coefficients before display-time clipping. Cross-reference identity learning uses independent neutral sets.</a:t>
            </a:r>
          </a:p>
          <a:p xmlns:a="http://schemas.openxmlformats.org/drawingml/2006/main">
            <a:r>
              <a:t>Source neutral_affect.py:53–106,337–366,429–443; scripts/train_full_staged.py:520–540.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records a separate experimental branch, not a validated paper contribution. Source: D:/实验室项目/新实验/kinetalk_b0_residual_train/docs/NATIVE_REGIONAL_DYNAMICS_20260922.md; kinetalk_b0/models/audio_regional_envelope.py and temporal_motion_carrier.py. Targets are five-frame-smoothed RMS activity of clip-centered upper9. The carrier is the triangle-smoothed Stage4 prior with segment means restored. Bounded gain changes existing shape amplitude and cannot create absent events. Non-upper43 are copied bitwise. Raw coefficients may fall outside [0,1]; display clipping does not preserve their mean. Training targets and masks are not inference conditions. No extra stochastic micro-motion or new zero-DC flow is included. This candidate has not passed the complete audio timing gate.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35191a63ad422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646232bf5134459" /><Relationship Type="http://schemas.openxmlformats.org/officeDocument/2006/relationships/slideLayout" Target="/ppt/slideLayouts/slideLayout1.xml" Id="R5e62d20fe22145e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62d20fe22145e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f2fb4804fec4e7a" /><Relationship Type="http://schemas.openxmlformats.org/officeDocument/2006/relationships/notesSlide" Target="/ppt/notesSlides/notesSlide1.xml" Id="Re9acde003d48462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8a11d911fb34611" /><Relationship Type="http://schemas.openxmlformats.org/officeDocument/2006/relationships/notesSlide" Target="/ppt/notesSlides/notesSlide2.xml" Id="R47d4a33a4da44c8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9bad3ae4ae64fff" /><Relationship Type="http://schemas.openxmlformats.org/officeDocument/2006/relationships/notesSlide" Target="/ppt/notesSlides/notesSlide3.xml" Id="R69206f23e8ef44c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17e3a479254502" /><Relationship Type="http://schemas.openxmlformats.org/officeDocument/2006/relationships/notesSlide" Target="/ppt/notesSlides/notesSlide4.xml" Id="R6964fee402e54c5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8" name="shape_1">
            <a:extLst xmlns:a="http://schemas.openxmlformats.org/drawingml/2006/main">
              <a:ext uri="{FF2B5EF4-FFF2-40B4-BE49-F238E27FC236}">
                <a16:creationId xmlns:a16="http://schemas.microsoft.com/office/drawing/2014/main" id="{36D1D821-2622-4CC0-9F07-425AF07CCDE5}"/>
              </a:ext>
            </a:extLst>
          </p:cNvPr>
          <p:cNvSpPr>
            <a:spLocks xmlns:a="http://schemas.openxmlformats.org/drawingml/2006/main" noGrp="1"/>
          </p:cNvSpPr>
          <p:nvPr/>
        </p:nvSpPr>
        <p:spPr>
          <a:xfrm xmlns:a="http://schemas.openxmlformats.org/drawingml/2006/main">
            <a:off x="400050" y="190500"/>
            <a:ext cx="1128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2550" b="1">
                <a:solidFill>
                  <a:srgbClr val="233245"/>
                </a:solidFill>
                <a:latin typeface="Arial"/>
                <a:ea typeface="Arial"/>
                <a:cs typeface="Arial"/>
              </a:defRPr>
            </a:pPr>
            <a:r>
              <a:rPr sz="2550" b="1">
                <a:solidFill>
                  <a:srgbClr val="233245"/>
                </a:solidFill>
                <a:latin typeface="Arial"/>
                <a:ea typeface="Arial"/>
                <a:cs typeface="Arial"/>
              </a:rPr>
              <a:t>KineTalk: reference-conditioned facial animation</a:t>
            </a:r>
          </a:p>
        </p:txBody>
      </p:sp>
      <p:sp>
        <p:nvSpPr>
          <p:cNvPr id="2" name="shape_2">
            <a:extLst xmlns:a="http://schemas.openxmlformats.org/drawingml/2006/main">
              <a:ext uri="{FF2B5EF4-FFF2-40B4-BE49-F238E27FC236}">
                <a16:creationId xmlns:a16="http://schemas.microsoft.com/office/drawing/2014/main" id="{CA86C09C-D4D7-4E42-9E7F-8BD81E99031B}"/>
              </a:ext>
            </a:extLst>
          </p:cNvPr>
          <p:cNvSpPr>
            <a:spLocks xmlns:a="http://schemas.openxmlformats.org/drawingml/2006/main" noGrp="1"/>
          </p:cNvSpPr>
          <p:nvPr/>
        </p:nvSpPr>
        <p:spPr>
          <a:xfrm xmlns:a="http://schemas.openxmlformats.org/drawingml/2006/main">
            <a:off x="10001250" y="2857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r">
              <a:defRPr sz="1275" b="0">
                <a:solidFill>
                  <a:srgbClr val="697687"/>
                </a:solidFill>
                <a:latin typeface="Arial"/>
                <a:ea typeface="Arial"/>
                <a:cs typeface="Arial"/>
              </a:defRPr>
            </a:pPr>
            <a:r>
              <a:rPr sz="1275" b="0">
                <a:solidFill>
                  <a:srgbClr val="697687"/>
                </a:solidFill>
                <a:latin typeface="Arial"/>
                <a:ea typeface="Arial"/>
                <a:cs typeface="Arial"/>
              </a:rPr>
              <a:t>Protected Stage4 architecture</a:t>
            </a:r>
          </a:p>
        </p:txBody>
      </p:sp>
      <p:sp>
        <p:nvSpPr>
          <p:cNvPr id="3" name="region_3">
            <a:extLst xmlns:a="http://schemas.openxmlformats.org/drawingml/2006/main">
              <a:ext uri="{FF2B5EF4-FFF2-40B4-BE49-F238E27FC236}">
                <a16:creationId xmlns:a16="http://schemas.microsoft.com/office/drawing/2014/main" id="{FEE2C3E0-4AEF-4815-AA1E-8F6EE9AC31C7}"/>
              </a:ext>
            </a:extLst>
          </p:cNvPr>
          <p:cNvSpPr>
            <a:spLocks xmlns:a="http://schemas.openxmlformats.org/drawingml/2006/main" noGrp="1"/>
          </p:cNvSpPr>
          <p:nvPr/>
        </p:nvSpPr>
        <p:spPr>
          <a:xfrm xmlns:a="http://schemas.openxmlformats.org/drawingml/2006/main">
            <a:off x="381000" y="838200"/>
            <a:ext cx="14478000" cy="2133600"/>
          </a:xfrm>
          <a:prstGeom xmlns:a="http://schemas.openxmlformats.org/drawingml/2006/main" prst="roundRect">
            <a:avLst>
              <a:gd name="adj" fmla="val 5357"/>
            </a:avLst>
          </a:prstGeom>
          <a:solidFill xmlns:a="http://schemas.openxmlformats.org/drawingml/2006/main">
            <a:srgbClr val="F6FAF8"/>
          </a:solidFill>
          <a:ln xmlns:a="http://schemas.openxmlformats.org/drawingml/2006/main" w="14288">
            <a:solidFill>
              <a:srgbClr val="398477"/>
            </a:solidFill>
          </a:ln>
        </p:spPr>
      </p:sp>
      <p:sp>
        <p:nvSpPr>
          <p:cNvPr id="4" name="shape_4">
            <a:extLst xmlns:a="http://schemas.openxmlformats.org/drawingml/2006/main">
              <a:ext uri="{FF2B5EF4-FFF2-40B4-BE49-F238E27FC236}">
                <a16:creationId xmlns:a16="http://schemas.microsoft.com/office/drawing/2014/main" id="{77C936D6-74A9-4474-BBF7-02A4E7E106F1}"/>
              </a:ext>
            </a:extLst>
          </p:cNvPr>
          <p:cNvSpPr>
            <a:spLocks xmlns:a="http://schemas.openxmlformats.org/drawingml/2006/main" noGrp="1"/>
          </p:cNvSpPr>
          <p:nvPr/>
        </p:nvSpPr>
        <p:spPr>
          <a:xfrm xmlns:a="http://schemas.openxmlformats.org/drawingml/2006/main">
            <a:off x="552450" y="914400"/>
            <a:ext cx="1413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398477"/>
                </a:solidFill>
                <a:latin typeface="Arial"/>
                <a:ea typeface="Arial"/>
                <a:cs typeface="Arial"/>
              </a:defRPr>
            </a:pPr>
            <a:r>
              <a:rPr sz="1725" b="1">
                <a:solidFill>
                  <a:srgbClr val="398477"/>
                </a:solidFill>
                <a:latin typeface="Arial"/>
                <a:ea typeface="Arial"/>
                <a:cs typeface="Arial"/>
              </a:rPr>
              <a:t>(a) Neutral reference enrollment</a:t>
            </a:r>
          </a:p>
        </p:txBody>
      </p:sp>
      <p:sp>
        <p:nvSpPr>
          <p:cNvPr id="5" name="module_5">
            <a:extLst xmlns:a="http://schemas.openxmlformats.org/drawingml/2006/main">
              <a:ext uri="{FF2B5EF4-FFF2-40B4-BE49-F238E27FC236}">
                <a16:creationId xmlns:a16="http://schemas.microsoft.com/office/drawing/2014/main" id="{B4416157-37AD-42FC-AD24-7A664589F62B}"/>
              </a:ext>
            </a:extLst>
          </p:cNvPr>
          <p:cNvSpPr>
            <a:spLocks xmlns:a="http://schemas.openxmlformats.org/drawingml/2006/main" noGrp="1"/>
          </p:cNvSpPr>
          <p:nvPr/>
        </p:nvSpPr>
        <p:spPr>
          <a:xfrm xmlns:a="http://schemas.openxmlformats.org/drawingml/2006/main">
            <a:off x="590550" y="1323975"/>
            <a:ext cx="1619250" cy="504825"/>
          </a:xfrm>
          <a:prstGeom xmlns:a="http://schemas.openxmlformats.org/drawingml/2006/main" prst="roundRect">
            <a:avLst>
              <a:gd name="adj" fmla="val 16981"/>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Reference audio</a:t>
            </a:r>
          </a:p>
        </p:txBody>
      </p:sp>
      <p:sp>
        <p:nvSpPr>
          <p:cNvPr id="6" name="replace_with_real_frame_6">
            <a:extLst xmlns:a="http://schemas.openxmlformats.org/drawingml/2006/main">
              <a:ext uri="{FF2B5EF4-FFF2-40B4-BE49-F238E27FC236}">
                <a16:creationId xmlns:a16="http://schemas.microsoft.com/office/drawing/2014/main" id="{27A6D197-7BEE-47E5-AF29-AB17C05AEB2D}"/>
              </a:ext>
            </a:extLst>
          </p:cNvPr>
          <p:cNvSpPr>
            <a:spLocks xmlns:a="http://schemas.openxmlformats.org/drawingml/2006/main" noGrp="1"/>
          </p:cNvSpPr>
          <p:nvPr/>
        </p:nvSpPr>
        <p:spPr>
          <a:xfrm xmlns:a="http://schemas.openxmlformats.org/drawingml/2006/main">
            <a:off x="590550" y="1990725"/>
            <a:ext cx="1619250" cy="619125"/>
          </a:xfrm>
          <a:prstGeom xmlns:a="http://schemas.openxmlformats.org/drawingml/2006/main" prst="roundRect">
            <a:avLst>
              <a:gd name="adj" fmla="val 6154"/>
            </a:avLst>
          </a:prstGeom>
          <a:solidFill xmlns:a="http://schemas.openxmlformats.org/drawingml/2006/main">
            <a:srgbClr val="FCFCFD"/>
          </a:solidFill>
          <a:ln xmlns:a="http://schemas.openxmlformats.org/drawingml/2006/main" w="12383">
            <a:solidFill>
              <a:srgbClr val="AAB7C4"/>
            </a:solidFill>
            <a:prstDash val="dash"/>
          </a:ln>
        </p:spPr>
      </p:sp>
      <p:sp>
        <p:nvSpPr>
          <p:cNvPr id="7" name="shape_7">
            <a:extLst xmlns:a="http://schemas.openxmlformats.org/drawingml/2006/main">
              <a:ext uri="{FF2B5EF4-FFF2-40B4-BE49-F238E27FC236}">
                <a16:creationId xmlns:a16="http://schemas.microsoft.com/office/drawing/2014/main" id="{9B88784C-6AF7-4AA3-8C9A-1CEFCFC76E47}"/>
              </a:ext>
            </a:extLst>
          </p:cNvPr>
          <p:cNvSpPr>
            <a:spLocks xmlns:a="http://schemas.openxmlformats.org/drawingml/2006/main" noGrp="1"/>
          </p:cNvSpPr>
          <p:nvPr/>
        </p:nvSpPr>
        <p:spPr>
          <a:xfrm xmlns:a="http://schemas.openxmlformats.org/drawingml/2006/main">
            <a:off x="638175" y="2071688"/>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697687"/>
                </a:solidFill>
                <a:latin typeface="Arial"/>
                <a:ea typeface="Arial"/>
                <a:cs typeface="Arial"/>
              </a:defRPr>
            </a:pPr>
            <a:r>
              <a:rPr sz="1350" b="0">
                <a:solidFill>
                  <a:srgbClr val="697687"/>
                </a:solidFill>
                <a:latin typeface="Arial"/>
                <a:ea typeface="Arial"/>
                <a:cs typeface="Arial"/>
              </a:rPr>
              <a:t>Neutral motion</a:t>
            </a:r>
          </a:p>
          <a:p xmlns:a="http://schemas.openxmlformats.org/drawingml/2006/main">
            <a:pPr algn="ctr">
              <a:defRPr sz="1350" b="0">
                <a:solidFill>
                  <a:srgbClr val="697687"/>
                </a:solidFill>
                <a:latin typeface="Arial"/>
                <a:ea typeface="Arial"/>
                <a:cs typeface="Arial"/>
              </a:defRPr>
            </a:pPr>
            <a:r>
              <a:rPr sz="1350" b="0">
                <a:solidFill>
                  <a:srgbClr val="697687"/>
                </a:solidFill>
                <a:latin typeface="Arial"/>
                <a:ea typeface="Arial"/>
                <a:cs typeface="Arial"/>
              </a:rPr>
              <a:t>reference frames</a:t>
            </a:r>
          </a:p>
        </p:txBody>
      </p:sp>
      <p:sp>
        <p:nvSpPr>
          <p:cNvPr id="8" name="module_8">
            <a:extLst xmlns:a="http://schemas.openxmlformats.org/drawingml/2006/main">
              <a:ext uri="{FF2B5EF4-FFF2-40B4-BE49-F238E27FC236}">
                <a16:creationId xmlns:a16="http://schemas.microsoft.com/office/drawing/2014/main" id="{08B43E00-0B1B-488C-B0CC-D91EDBE622E1}"/>
              </a:ext>
            </a:extLst>
          </p:cNvPr>
          <p:cNvSpPr>
            <a:spLocks xmlns:a="http://schemas.openxmlformats.org/drawingml/2006/main" noGrp="1"/>
          </p:cNvSpPr>
          <p:nvPr/>
        </p:nvSpPr>
        <p:spPr>
          <a:xfrm xmlns:a="http://schemas.openxmlformats.org/drawingml/2006/main">
            <a:off x="2571750" y="1323975"/>
            <a:ext cx="1666875" cy="504825"/>
          </a:xfrm>
          <a:prstGeom xmlns:a="http://schemas.openxmlformats.org/drawingml/2006/main" prst="roundRect">
            <a:avLst>
              <a:gd name="adj" fmla="val 16981"/>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Shared B₀</a:t>
            </a:r>
          </a:p>
        </p:txBody>
      </p:sp>
      <p:sp>
        <p:nvSpPr>
          <p:cNvPr id="9" name="operator_9">
            <a:extLst xmlns:a="http://schemas.openxmlformats.org/drawingml/2006/main">
              <a:ext uri="{FF2B5EF4-FFF2-40B4-BE49-F238E27FC236}">
                <a16:creationId xmlns:a16="http://schemas.microsoft.com/office/drawing/2014/main" id="{8437C12B-FEFD-43DE-AAF2-C76509FCAE41}"/>
              </a:ext>
            </a:extLst>
          </p:cNvPr>
          <p:cNvSpPr>
            <a:spLocks xmlns:a="http://schemas.openxmlformats.org/drawingml/2006/main" noGrp="1"/>
          </p:cNvSpPr>
          <p:nvPr/>
        </p:nvSpPr>
        <p:spPr>
          <a:xfrm xmlns:a="http://schemas.openxmlformats.org/drawingml/2006/main">
            <a:off x="4524375" y="1524000"/>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245"/>
            </a:solidFill>
          </a:ln>
        </p:spPr>
        <p:txBody>
          <a:bodyPr xmlns:a="http://schemas.openxmlformats.org/drawingml/2006/main" lIns="0" tIns="0" rIns="0" bIns="0" anchor="ctr"/>
          <a:lstStyle xmlns:a="http://schemas.openxmlformats.org/drawingml/2006/main"/>
          <a:p xmlns:a="http://schemas.openxmlformats.org/drawingml/2006/main">
            <a:pPr algn="ctr">
              <a:defRPr sz="1795">
                <a:solidFill>
                  <a:srgbClr val="233245"/>
                </a:solidFill>
                <a:latin typeface="Arial"/>
                <a:ea typeface="Arial"/>
                <a:cs typeface="Arial"/>
              </a:defRPr>
            </a:pPr>
            <a:r>
              <a:rPr sz="1795">
                <a:solidFill>
                  <a:srgbClr val="233245"/>
                </a:solidFill>
                <a:latin typeface="Arial"/>
                <a:ea typeface="Arial"/>
                <a:cs typeface="Arial"/>
              </a:rPr>
              <a:t>−</a:t>
            </a:r>
          </a:p>
        </p:txBody>
      </p:sp>
      <p:sp>
        <p:nvSpPr>
          <p:cNvPr id="10" name="shape_10">
            <a:extLst xmlns:a="http://schemas.openxmlformats.org/drawingml/2006/main">
              <a:ext uri="{FF2B5EF4-FFF2-40B4-BE49-F238E27FC236}">
                <a16:creationId xmlns:a16="http://schemas.microsoft.com/office/drawing/2014/main" id="{D3149F45-2377-4FD8-85B8-8E81CA83CAB0}"/>
              </a:ext>
            </a:extLst>
          </p:cNvPr>
          <p:cNvSpPr>
            <a:spLocks xmlns:a="http://schemas.openxmlformats.org/drawingml/2006/main" noGrp="1"/>
          </p:cNvSpPr>
          <p:nvPr/>
        </p:nvSpPr>
        <p:spPr>
          <a:xfrm xmlns:a="http://schemas.openxmlformats.org/drawingml/2006/main">
            <a:off x="2207895" y="1569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1" name="shape_11">
            <a:extLst xmlns:a="http://schemas.openxmlformats.org/drawingml/2006/main">
              <a:ext uri="{FF2B5EF4-FFF2-40B4-BE49-F238E27FC236}">
                <a16:creationId xmlns:a16="http://schemas.microsoft.com/office/drawing/2014/main" id="{8F42CD7D-114F-45B2-BF11-762C03D0C7A7}"/>
              </a:ext>
            </a:extLst>
          </p:cNvPr>
          <p:cNvSpPr>
            <a:spLocks xmlns:a="http://schemas.openxmlformats.org/drawingml/2006/main" noGrp="1"/>
          </p:cNvSpPr>
          <p:nvPr/>
        </p:nvSpPr>
        <p:spPr>
          <a:xfrm xmlns:a="http://schemas.openxmlformats.org/drawingml/2006/main">
            <a:off x="2569845" y="1569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99" name=""/>
          <p:cNvCxnSpPr>
            <a:stCxn xmlns:a="http://schemas.openxmlformats.org/drawingml/2006/main" id="10" idx="3"/>
            <a:endCxn xmlns:a="http://schemas.openxmlformats.org/drawingml/2006/main" id="11" idx="1"/>
          </p:cNvCxnSpPr>
          <p:nvPr/>
        </p:nvCxnSpPr>
        <p:spPr>
          <a:xfrm xmlns:a="http://schemas.openxmlformats.org/drawingml/2006/main">
            <a:off x="2211705" y="1571625"/>
            <a:ext cx="35814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13" name="shape_12">
            <a:extLst xmlns:a="http://schemas.openxmlformats.org/drawingml/2006/main">
              <a:ext uri="{FF2B5EF4-FFF2-40B4-BE49-F238E27FC236}">
                <a16:creationId xmlns:a16="http://schemas.microsoft.com/office/drawing/2014/main" id="{710F5E98-4B1B-49F6-A82E-71032C61440F}"/>
              </a:ext>
            </a:extLst>
          </p:cNvPr>
          <p:cNvSpPr>
            <a:spLocks xmlns:a="http://schemas.openxmlformats.org/drawingml/2006/main" noGrp="1"/>
          </p:cNvSpPr>
          <p:nvPr/>
        </p:nvSpPr>
        <p:spPr>
          <a:xfrm xmlns:a="http://schemas.openxmlformats.org/drawingml/2006/main">
            <a:off x="4236720" y="1569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4" name="shape_13">
            <a:extLst xmlns:a="http://schemas.openxmlformats.org/drawingml/2006/main">
              <a:ext uri="{FF2B5EF4-FFF2-40B4-BE49-F238E27FC236}">
                <a16:creationId xmlns:a16="http://schemas.microsoft.com/office/drawing/2014/main" id="{ADFD69A5-B91A-449E-907E-A5E0EB92AF1F}"/>
              </a:ext>
            </a:extLst>
          </p:cNvPr>
          <p:cNvSpPr>
            <a:spLocks xmlns:a="http://schemas.openxmlformats.org/drawingml/2006/main" noGrp="1"/>
          </p:cNvSpPr>
          <p:nvPr/>
        </p:nvSpPr>
        <p:spPr>
          <a:xfrm xmlns:a="http://schemas.openxmlformats.org/drawingml/2006/main">
            <a:off x="4389120" y="1569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2" name=""/>
          <p:cNvCxnSpPr>
            <a:stCxn xmlns:a="http://schemas.openxmlformats.org/drawingml/2006/main" id="13" idx="3"/>
            <a:endCxn xmlns:a="http://schemas.openxmlformats.org/drawingml/2006/main" id="14" idx="1"/>
          </p:cNvCxnSpPr>
          <p:nvPr/>
        </p:nvCxnSpPr>
        <p:spPr>
          <a:xfrm xmlns:a="http://schemas.openxmlformats.org/drawingml/2006/main">
            <a:off x="4240530" y="1571625"/>
            <a:ext cx="148590" cy="0"/>
          </a:xfrm>
          <a:prstGeom xmlns:a="http://schemas.openxmlformats.org/drawingml/2006/main" prst="straightConnector1">
            <a:avLst/>
          </a:prstGeom>
          <a:ln xmlns:a="http://schemas.openxmlformats.org/drawingml/2006/main" w="19050">
            <a:solidFill>
              <a:srgbClr val="377EA6"/>
            </a:solidFill>
            <a:prstDash val="solid"/>
          </a:ln>
        </p:spPr>
      </p:cxnSp>
      <p:sp>
        <p:nvSpPr>
          <p:cNvPr id="16" name="shape_14">
            <a:extLst xmlns:a="http://schemas.openxmlformats.org/drawingml/2006/main">
              <a:ext uri="{FF2B5EF4-FFF2-40B4-BE49-F238E27FC236}">
                <a16:creationId xmlns:a16="http://schemas.microsoft.com/office/drawing/2014/main" id="{A89BC9A8-BF64-4FE2-84ED-F231A588FBE3}"/>
              </a:ext>
            </a:extLst>
          </p:cNvPr>
          <p:cNvSpPr>
            <a:spLocks xmlns:a="http://schemas.openxmlformats.org/drawingml/2006/main" noGrp="1"/>
          </p:cNvSpPr>
          <p:nvPr/>
        </p:nvSpPr>
        <p:spPr>
          <a:xfrm xmlns:a="http://schemas.openxmlformats.org/drawingml/2006/main">
            <a:off x="4389120" y="1569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7" name="shape_15">
            <a:extLst xmlns:a="http://schemas.openxmlformats.org/drawingml/2006/main">
              <a:ext uri="{FF2B5EF4-FFF2-40B4-BE49-F238E27FC236}">
                <a16:creationId xmlns:a16="http://schemas.microsoft.com/office/drawing/2014/main" id="{990ED426-AEBA-4E1E-A211-AA0D429EE23A}"/>
              </a:ext>
            </a:extLst>
          </p:cNvPr>
          <p:cNvSpPr>
            <a:spLocks xmlns:a="http://schemas.openxmlformats.org/drawingml/2006/main" noGrp="1"/>
          </p:cNvSpPr>
          <p:nvPr/>
        </p:nvSpPr>
        <p:spPr>
          <a:xfrm xmlns:a="http://schemas.openxmlformats.org/drawingml/2006/main">
            <a:off x="4389120" y="17221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5" name=""/>
          <p:cNvCxnSpPr>
            <a:stCxn xmlns:a="http://schemas.openxmlformats.org/drawingml/2006/main" id="16" idx="2"/>
            <a:endCxn xmlns:a="http://schemas.openxmlformats.org/drawingml/2006/main" id="17" idx="0"/>
          </p:cNvCxnSpPr>
          <p:nvPr/>
        </p:nvCxnSpPr>
        <p:spPr>
          <a:xfrm xmlns:a="http://schemas.openxmlformats.org/drawingml/2006/main">
            <a:off x="4391025" y="1573530"/>
            <a:ext cx="0" cy="148590"/>
          </a:xfrm>
          <a:prstGeom xmlns:a="http://schemas.openxmlformats.org/drawingml/2006/main" prst="straightConnector1">
            <a:avLst/>
          </a:prstGeom>
          <a:ln xmlns:a="http://schemas.openxmlformats.org/drawingml/2006/main" w="19050">
            <a:solidFill>
              <a:srgbClr val="377EA6"/>
            </a:solidFill>
            <a:prstDash val="solid"/>
          </a:ln>
        </p:spPr>
      </p:cxnSp>
      <p:sp>
        <p:nvSpPr>
          <p:cNvPr id="19" name="shape_16">
            <a:extLst xmlns:a="http://schemas.openxmlformats.org/drawingml/2006/main">
              <a:ext uri="{FF2B5EF4-FFF2-40B4-BE49-F238E27FC236}">
                <a16:creationId xmlns:a16="http://schemas.microsoft.com/office/drawing/2014/main" id="{43FB32A4-08EC-45A8-808B-6FE8F439C92A}"/>
              </a:ext>
            </a:extLst>
          </p:cNvPr>
          <p:cNvSpPr>
            <a:spLocks xmlns:a="http://schemas.openxmlformats.org/drawingml/2006/main" noGrp="1"/>
          </p:cNvSpPr>
          <p:nvPr/>
        </p:nvSpPr>
        <p:spPr>
          <a:xfrm xmlns:a="http://schemas.openxmlformats.org/drawingml/2006/main">
            <a:off x="4389120" y="1722120"/>
            <a:ext cx="3810" cy="3810"/>
          </a:xfrm>
          <a:prstGeom xmlns:a="http://schemas.openxmlformats.org/drawingml/2006/main" prst="rect">
            <a:avLst/>
          </a:prstGeom>
          <a:noFill xmlns:a="http://schemas.openxmlformats.org/drawingml/2006/main"/>
          <a:ln xmlns:a="http://schemas.openxmlformats.org/drawingml/2006/main" w="0">
            <a:noFill/>
          </a:ln>
        </p:spPr>
      </p:sp>
      <p:sp>
        <p:nvSpPr>
          <p:cNvPr id="20" name="shape_17">
            <a:extLst xmlns:a="http://schemas.openxmlformats.org/drawingml/2006/main">
              <a:ext uri="{FF2B5EF4-FFF2-40B4-BE49-F238E27FC236}">
                <a16:creationId xmlns:a16="http://schemas.microsoft.com/office/drawing/2014/main" id="{8FE0A675-924F-4467-AED4-252FFD0ECE6C}"/>
              </a:ext>
            </a:extLst>
          </p:cNvPr>
          <p:cNvSpPr>
            <a:spLocks xmlns:a="http://schemas.openxmlformats.org/drawingml/2006/main" noGrp="1"/>
          </p:cNvSpPr>
          <p:nvPr/>
        </p:nvSpPr>
        <p:spPr>
          <a:xfrm xmlns:a="http://schemas.openxmlformats.org/drawingml/2006/main">
            <a:off x="4522470" y="17221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8" name=""/>
          <p:cNvCxnSpPr>
            <a:stCxn xmlns:a="http://schemas.openxmlformats.org/drawingml/2006/main" id="19" idx="3"/>
            <a:endCxn xmlns:a="http://schemas.openxmlformats.org/drawingml/2006/main" id="20" idx="1"/>
          </p:cNvCxnSpPr>
          <p:nvPr/>
        </p:nvCxnSpPr>
        <p:spPr>
          <a:xfrm xmlns:a="http://schemas.openxmlformats.org/drawingml/2006/main">
            <a:off x="4392930" y="1724025"/>
            <a:ext cx="1295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22" name="shape_18">
            <a:extLst xmlns:a="http://schemas.openxmlformats.org/drawingml/2006/main">
              <a:ext uri="{FF2B5EF4-FFF2-40B4-BE49-F238E27FC236}">
                <a16:creationId xmlns:a16="http://schemas.microsoft.com/office/drawing/2014/main" id="{C7EBF069-82B4-4F54-8E89-EF47E193B090}"/>
              </a:ext>
            </a:extLst>
          </p:cNvPr>
          <p:cNvSpPr>
            <a:spLocks xmlns:a="http://schemas.openxmlformats.org/drawingml/2006/main" noGrp="1"/>
          </p:cNvSpPr>
          <p:nvPr/>
        </p:nvSpPr>
        <p:spPr>
          <a:xfrm xmlns:a="http://schemas.openxmlformats.org/drawingml/2006/main">
            <a:off x="2207895" y="2293620"/>
            <a:ext cx="3810" cy="3810"/>
          </a:xfrm>
          <a:prstGeom xmlns:a="http://schemas.openxmlformats.org/drawingml/2006/main" prst="rect">
            <a:avLst/>
          </a:prstGeom>
          <a:noFill xmlns:a="http://schemas.openxmlformats.org/drawingml/2006/main"/>
          <a:ln xmlns:a="http://schemas.openxmlformats.org/drawingml/2006/main" w="0">
            <a:noFill/>
          </a:ln>
        </p:spPr>
      </p:sp>
      <p:sp>
        <p:nvSpPr>
          <p:cNvPr id="23" name="shape_19">
            <a:extLst xmlns:a="http://schemas.openxmlformats.org/drawingml/2006/main">
              <a:ext uri="{FF2B5EF4-FFF2-40B4-BE49-F238E27FC236}">
                <a16:creationId xmlns:a16="http://schemas.microsoft.com/office/drawing/2014/main" id="{AE8E5372-2CEA-4A2A-BDA1-1C0E4F0033AF}"/>
              </a:ext>
            </a:extLst>
          </p:cNvPr>
          <p:cNvSpPr>
            <a:spLocks xmlns:a="http://schemas.openxmlformats.org/drawingml/2006/main" noGrp="1"/>
          </p:cNvSpPr>
          <p:nvPr/>
        </p:nvSpPr>
        <p:spPr>
          <a:xfrm xmlns:a="http://schemas.openxmlformats.org/drawingml/2006/main">
            <a:off x="4722495" y="22936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11" name=""/>
          <p:cNvCxnSpPr>
            <a:stCxn xmlns:a="http://schemas.openxmlformats.org/drawingml/2006/main" id="22" idx="3"/>
            <a:endCxn xmlns:a="http://schemas.openxmlformats.org/drawingml/2006/main" id="23" idx="1"/>
          </p:cNvCxnSpPr>
          <p:nvPr/>
        </p:nvCxnSpPr>
        <p:spPr>
          <a:xfrm xmlns:a="http://schemas.openxmlformats.org/drawingml/2006/main">
            <a:off x="2211705" y="2295525"/>
            <a:ext cx="2510790" cy="0"/>
          </a:xfrm>
          <a:prstGeom xmlns:a="http://schemas.openxmlformats.org/drawingml/2006/main" prst="straightConnector1">
            <a:avLst/>
          </a:prstGeom>
          <a:ln xmlns:a="http://schemas.openxmlformats.org/drawingml/2006/main" w="19050">
            <a:solidFill>
              <a:srgbClr val="398477"/>
            </a:solidFill>
            <a:prstDash val="solid"/>
          </a:ln>
        </p:spPr>
      </p:cxnSp>
      <p:sp>
        <p:nvSpPr>
          <p:cNvPr id="25" name="shape_20">
            <a:extLst xmlns:a="http://schemas.openxmlformats.org/drawingml/2006/main">
              <a:ext uri="{FF2B5EF4-FFF2-40B4-BE49-F238E27FC236}">
                <a16:creationId xmlns:a16="http://schemas.microsoft.com/office/drawing/2014/main" id="{856D2497-793E-41E1-A0D3-D2658BC3C0A5}"/>
              </a:ext>
            </a:extLst>
          </p:cNvPr>
          <p:cNvSpPr>
            <a:spLocks xmlns:a="http://schemas.openxmlformats.org/drawingml/2006/main" noGrp="1"/>
          </p:cNvSpPr>
          <p:nvPr/>
        </p:nvSpPr>
        <p:spPr>
          <a:xfrm xmlns:a="http://schemas.openxmlformats.org/drawingml/2006/main">
            <a:off x="4722495" y="2293620"/>
            <a:ext cx="3810" cy="3810"/>
          </a:xfrm>
          <a:prstGeom xmlns:a="http://schemas.openxmlformats.org/drawingml/2006/main" prst="rect">
            <a:avLst/>
          </a:prstGeom>
          <a:noFill xmlns:a="http://schemas.openxmlformats.org/drawingml/2006/main"/>
          <a:ln xmlns:a="http://schemas.openxmlformats.org/drawingml/2006/main" w="0">
            <a:noFill/>
          </a:ln>
        </p:spPr>
      </p:sp>
      <p:sp>
        <p:nvSpPr>
          <p:cNvPr id="26" name="shape_21">
            <a:extLst xmlns:a="http://schemas.openxmlformats.org/drawingml/2006/main">
              <a:ext uri="{FF2B5EF4-FFF2-40B4-BE49-F238E27FC236}">
                <a16:creationId xmlns:a16="http://schemas.microsoft.com/office/drawing/2014/main" id="{B9C25DA9-6ACD-4534-8675-3B1F8201B912}"/>
              </a:ext>
            </a:extLst>
          </p:cNvPr>
          <p:cNvSpPr>
            <a:spLocks xmlns:a="http://schemas.openxmlformats.org/drawingml/2006/main" noGrp="1"/>
          </p:cNvSpPr>
          <p:nvPr/>
        </p:nvSpPr>
        <p:spPr>
          <a:xfrm xmlns:a="http://schemas.openxmlformats.org/drawingml/2006/main">
            <a:off x="4722495" y="19221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14" name=""/>
          <p:cNvCxnSpPr>
            <a:stCxn xmlns:a="http://schemas.openxmlformats.org/drawingml/2006/main" id="25" idx="0"/>
            <a:endCxn xmlns:a="http://schemas.openxmlformats.org/drawingml/2006/main" id="26" idx="2"/>
          </p:cNvCxnSpPr>
          <p:nvPr/>
        </p:nvCxnSpPr>
        <p:spPr>
          <a:xfrm xmlns:a="http://schemas.openxmlformats.org/drawingml/2006/main" flipV="1">
            <a:off x="4724400" y="1925955"/>
            <a:ext cx="0" cy="36766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28" name="shape_22">
            <a:extLst xmlns:a="http://schemas.openxmlformats.org/drawingml/2006/main">
              <a:ext uri="{FF2B5EF4-FFF2-40B4-BE49-F238E27FC236}">
                <a16:creationId xmlns:a16="http://schemas.microsoft.com/office/drawing/2014/main" id="{FC97DB24-FC5A-480C-AE5C-6A7950328FD0}"/>
              </a:ext>
            </a:extLst>
          </p:cNvPr>
          <p:cNvSpPr>
            <a:spLocks xmlns:a="http://schemas.openxmlformats.org/drawingml/2006/main" noGrp="1"/>
          </p:cNvSpPr>
          <p:nvPr/>
        </p:nvSpPr>
        <p:spPr>
          <a:xfrm xmlns:a="http://schemas.openxmlformats.org/drawingml/2006/main">
            <a:off x="2600325" y="1981200"/>
            <a:ext cx="1628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275" b="0">
                <a:solidFill>
                  <a:srgbClr val="697687"/>
                </a:solidFill>
                <a:latin typeface="Arial"/>
                <a:ea typeface="Arial"/>
                <a:cs typeface="Arial"/>
              </a:defRPr>
            </a:pPr>
            <a:r>
              <a:rPr sz="1275" b="0">
                <a:solidFill>
                  <a:srgbClr val="697687"/>
                </a:solidFill>
                <a:latin typeface="Arial"/>
                <a:ea typeface="Arial"/>
                <a:cs typeface="Arial"/>
              </a:rPr>
              <a:t>paired utterance</a:t>
            </a:r>
          </a:p>
        </p:txBody>
      </p:sp>
      <p:sp>
        <p:nvSpPr>
          <p:cNvPr id="29" name="module_23">
            <a:extLst xmlns:a="http://schemas.openxmlformats.org/drawingml/2006/main">
              <a:ext uri="{FF2B5EF4-FFF2-40B4-BE49-F238E27FC236}">
                <a16:creationId xmlns:a16="http://schemas.microsoft.com/office/drawing/2014/main" id="{45E3FC5A-8F25-4B94-AA73-FF939B10F5A3}"/>
              </a:ext>
            </a:extLst>
          </p:cNvPr>
          <p:cNvSpPr>
            <a:spLocks xmlns:a="http://schemas.openxmlformats.org/drawingml/2006/main" noGrp="1"/>
          </p:cNvSpPr>
          <p:nvPr/>
        </p:nvSpPr>
        <p:spPr>
          <a:xfrm xmlns:a="http://schemas.openxmlformats.org/drawingml/2006/main">
            <a:off x="5286375" y="1400175"/>
            <a:ext cx="2076450"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Reference residual</a:t>
            </a:r>
          </a:p>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Rʳ = Mʳ − B₀(Cʳ)</a:t>
            </a:r>
          </a:p>
        </p:txBody>
      </p:sp>
      <p:sp>
        <p:nvSpPr>
          <p:cNvPr id="30" name="shape_24">
            <a:extLst xmlns:a="http://schemas.openxmlformats.org/drawingml/2006/main">
              <a:ext uri="{FF2B5EF4-FFF2-40B4-BE49-F238E27FC236}">
                <a16:creationId xmlns:a16="http://schemas.microsoft.com/office/drawing/2014/main" id="{93BC485E-C802-456B-9B44-964050B855DB}"/>
              </a:ext>
            </a:extLst>
          </p:cNvPr>
          <p:cNvSpPr>
            <a:spLocks xmlns:a="http://schemas.openxmlformats.org/drawingml/2006/main" noGrp="1"/>
          </p:cNvSpPr>
          <p:nvPr/>
        </p:nvSpPr>
        <p:spPr>
          <a:xfrm xmlns:a="http://schemas.openxmlformats.org/drawingml/2006/main">
            <a:off x="4922520" y="1722120"/>
            <a:ext cx="3810" cy="3810"/>
          </a:xfrm>
          <a:prstGeom xmlns:a="http://schemas.openxmlformats.org/drawingml/2006/main" prst="rect">
            <a:avLst/>
          </a:prstGeom>
          <a:noFill xmlns:a="http://schemas.openxmlformats.org/drawingml/2006/main"/>
          <a:ln xmlns:a="http://schemas.openxmlformats.org/drawingml/2006/main" w="0">
            <a:noFill/>
          </a:ln>
        </p:spPr>
      </p:sp>
      <p:sp>
        <p:nvSpPr>
          <p:cNvPr id="31" name="shape_25">
            <a:extLst xmlns:a="http://schemas.openxmlformats.org/drawingml/2006/main">
              <a:ext uri="{FF2B5EF4-FFF2-40B4-BE49-F238E27FC236}">
                <a16:creationId xmlns:a16="http://schemas.microsoft.com/office/drawing/2014/main" id="{026AA2F0-4FB7-409B-BD68-F4A6CFABDC84}"/>
              </a:ext>
            </a:extLst>
          </p:cNvPr>
          <p:cNvSpPr>
            <a:spLocks xmlns:a="http://schemas.openxmlformats.org/drawingml/2006/main" noGrp="1"/>
          </p:cNvSpPr>
          <p:nvPr/>
        </p:nvSpPr>
        <p:spPr>
          <a:xfrm xmlns:a="http://schemas.openxmlformats.org/drawingml/2006/main">
            <a:off x="5284470" y="17221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19" name=""/>
          <p:cNvCxnSpPr>
            <a:stCxn xmlns:a="http://schemas.openxmlformats.org/drawingml/2006/main" id="30" idx="3"/>
            <a:endCxn xmlns:a="http://schemas.openxmlformats.org/drawingml/2006/main" id="31" idx="1"/>
          </p:cNvCxnSpPr>
          <p:nvPr/>
        </p:nvCxnSpPr>
        <p:spPr>
          <a:xfrm xmlns:a="http://schemas.openxmlformats.org/drawingml/2006/main">
            <a:off x="4926330" y="1724025"/>
            <a:ext cx="35814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33" name="module_26">
            <a:extLst xmlns:a="http://schemas.openxmlformats.org/drawingml/2006/main">
              <a:ext uri="{FF2B5EF4-FFF2-40B4-BE49-F238E27FC236}">
                <a16:creationId xmlns:a16="http://schemas.microsoft.com/office/drawing/2014/main" id="{1638ED86-1351-4F32-A139-1A3EB80F55FB}"/>
              </a:ext>
            </a:extLst>
          </p:cNvPr>
          <p:cNvSpPr>
            <a:spLocks xmlns:a="http://schemas.openxmlformats.org/drawingml/2006/main" noGrp="1"/>
          </p:cNvSpPr>
          <p:nvPr/>
        </p:nvSpPr>
        <p:spPr>
          <a:xfrm xmlns:a="http://schemas.openxmlformats.org/drawingml/2006/main">
            <a:off x="7734300" y="1400175"/>
            <a:ext cx="1981200"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Statistics + encoder</a:t>
            </a:r>
          </a:p>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Multi-reference pooling</a:t>
            </a:r>
          </a:p>
        </p:txBody>
      </p:sp>
      <p:sp>
        <p:nvSpPr>
          <p:cNvPr id="34" name="shape_27">
            <a:extLst xmlns:a="http://schemas.openxmlformats.org/drawingml/2006/main">
              <a:ext uri="{FF2B5EF4-FFF2-40B4-BE49-F238E27FC236}">
                <a16:creationId xmlns:a16="http://schemas.microsoft.com/office/drawing/2014/main" id="{0727FCA3-C145-49AB-AB3F-2DBEA7145E55}"/>
              </a:ext>
            </a:extLst>
          </p:cNvPr>
          <p:cNvSpPr>
            <a:spLocks xmlns:a="http://schemas.openxmlformats.org/drawingml/2006/main" noGrp="1"/>
          </p:cNvSpPr>
          <p:nvPr/>
        </p:nvSpPr>
        <p:spPr>
          <a:xfrm xmlns:a="http://schemas.openxmlformats.org/drawingml/2006/main">
            <a:off x="7360920" y="1788795"/>
            <a:ext cx="3810" cy="3810"/>
          </a:xfrm>
          <a:prstGeom xmlns:a="http://schemas.openxmlformats.org/drawingml/2006/main" prst="rect">
            <a:avLst/>
          </a:prstGeom>
          <a:noFill xmlns:a="http://schemas.openxmlformats.org/drawingml/2006/main"/>
          <a:ln xmlns:a="http://schemas.openxmlformats.org/drawingml/2006/main" w="0">
            <a:noFill/>
          </a:ln>
        </p:spPr>
      </p:sp>
      <p:sp>
        <p:nvSpPr>
          <p:cNvPr id="35" name="shape_28">
            <a:extLst xmlns:a="http://schemas.openxmlformats.org/drawingml/2006/main">
              <a:ext uri="{FF2B5EF4-FFF2-40B4-BE49-F238E27FC236}">
                <a16:creationId xmlns:a16="http://schemas.microsoft.com/office/drawing/2014/main" id="{90694309-84D0-4A8D-906F-7DFF5663A855}"/>
              </a:ext>
            </a:extLst>
          </p:cNvPr>
          <p:cNvSpPr>
            <a:spLocks xmlns:a="http://schemas.openxmlformats.org/drawingml/2006/main" noGrp="1"/>
          </p:cNvSpPr>
          <p:nvPr/>
        </p:nvSpPr>
        <p:spPr>
          <a:xfrm xmlns:a="http://schemas.openxmlformats.org/drawingml/2006/main">
            <a:off x="7732395" y="1788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23" name=""/>
          <p:cNvCxnSpPr>
            <a:stCxn xmlns:a="http://schemas.openxmlformats.org/drawingml/2006/main" id="34" idx="3"/>
            <a:endCxn xmlns:a="http://schemas.openxmlformats.org/drawingml/2006/main" id="35" idx="1"/>
          </p:cNvCxnSpPr>
          <p:nvPr/>
        </p:nvCxnSpPr>
        <p:spPr>
          <a:xfrm xmlns:a="http://schemas.openxmlformats.org/drawingml/2006/main">
            <a:off x="7364730" y="1790700"/>
            <a:ext cx="367665"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37" name="module_29">
            <a:extLst xmlns:a="http://schemas.openxmlformats.org/drawingml/2006/main">
              <a:ext uri="{FF2B5EF4-FFF2-40B4-BE49-F238E27FC236}">
                <a16:creationId xmlns:a16="http://schemas.microsoft.com/office/drawing/2014/main" id="{D8197CF5-E832-44B8-BDC9-6E84F50D9DB7}"/>
              </a:ext>
            </a:extLst>
          </p:cNvPr>
          <p:cNvSpPr>
            <a:spLocks xmlns:a="http://schemas.openxmlformats.org/drawingml/2006/main" noGrp="1"/>
          </p:cNvSpPr>
          <p:nvPr/>
        </p:nvSpPr>
        <p:spPr>
          <a:xfrm xmlns:a="http://schemas.openxmlformats.org/drawingml/2006/main">
            <a:off x="10096500" y="1400175"/>
            <a:ext cx="1638300"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Execution code</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S_id</a:t>
            </a:r>
          </a:p>
        </p:txBody>
      </p:sp>
      <p:sp>
        <p:nvSpPr>
          <p:cNvPr id="38" name="shape_30">
            <a:extLst xmlns:a="http://schemas.openxmlformats.org/drawingml/2006/main">
              <a:ext uri="{FF2B5EF4-FFF2-40B4-BE49-F238E27FC236}">
                <a16:creationId xmlns:a16="http://schemas.microsoft.com/office/drawing/2014/main" id="{900A6845-F690-4B8D-BB4A-504F32A0209A}"/>
              </a:ext>
            </a:extLst>
          </p:cNvPr>
          <p:cNvSpPr>
            <a:spLocks xmlns:a="http://schemas.openxmlformats.org/drawingml/2006/main" noGrp="1"/>
          </p:cNvSpPr>
          <p:nvPr/>
        </p:nvSpPr>
        <p:spPr>
          <a:xfrm xmlns:a="http://schemas.openxmlformats.org/drawingml/2006/main">
            <a:off x="9713595" y="1788795"/>
            <a:ext cx="3810" cy="3810"/>
          </a:xfrm>
          <a:prstGeom xmlns:a="http://schemas.openxmlformats.org/drawingml/2006/main" prst="rect">
            <a:avLst/>
          </a:prstGeom>
          <a:noFill xmlns:a="http://schemas.openxmlformats.org/drawingml/2006/main"/>
          <a:ln xmlns:a="http://schemas.openxmlformats.org/drawingml/2006/main" w="0">
            <a:noFill/>
          </a:ln>
        </p:spPr>
      </p:sp>
      <p:sp>
        <p:nvSpPr>
          <p:cNvPr id="39" name="shape_31">
            <a:extLst xmlns:a="http://schemas.openxmlformats.org/drawingml/2006/main">
              <a:ext uri="{FF2B5EF4-FFF2-40B4-BE49-F238E27FC236}">
                <a16:creationId xmlns:a16="http://schemas.microsoft.com/office/drawing/2014/main" id="{09C1C61B-C587-4FAD-902A-7B30C038CA6B}"/>
              </a:ext>
            </a:extLst>
          </p:cNvPr>
          <p:cNvSpPr>
            <a:spLocks xmlns:a="http://schemas.openxmlformats.org/drawingml/2006/main" noGrp="1"/>
          </p:cNvSpPr>
          <p:nvPr/>
        </p:nvSpPr>
        <p:spPr>
          <a:xfrm xmlns:a="http://schemas.openxmlformats.org/drawingml/2006/main">
            <a:off x="10094595" y="1788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27" name=""/>
          <p:cNvCxnSpPr>
            <a:stCxn xmlns:a="http://schemas.openxmlformats.org/drawingml/2006/main" id="38" idx="3"/>
            <a:endCxn xmlns:a="http://schemas.openxmlformats.org/drawingml/2006/main" id="39" idx="1"/>
          </p:cNvCxnSpPr>
          <p:nvPr/>
        </p:nvCxnSpPr>
        <p:spPr>
          <a:xfrm xmlns:a="http://schemas.openxmlformats.org/drawingml/2006/main">
            <a:off x="9717405" y="1790700"/>
            <a:ext cx="37719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41" name="module_32">
            <a:extLst xmlns:a="http://schemas.openxmlformats.org/drawingml/2006/main">
              <a:ext uri="{FF2B5EF4-FFF2-40B4-BE49-F238E27FC236}">
                <a16:creationId xmlns:a16="http://schemas.microsoft.com/office/drawing/2014/main" id="{21E65E89-4CE8-4330-B959-5BA6BC3CBAE2}"/>
              </a:ext>
            </a:extLst>
          </p:cNvPr>
          <p:cNvSpPr>
            <a:spLocks xmlns:a="http://schemas.openxmlformats.org/drawingml/2006/main" noGrp="1"/>
          </p:cNvSpPr>
          <p:nvPr/>
        </p:nvSpPr>
        <p:spPr>
          <a:xfrm xmlns:a="http://schemas.openxmlformats.org/drawingml/2006/main">
            <a:off x="12192000" y="1400175"/>
            <a:ext cx="2390775"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Static offset P_id</a:t>
            </a:r>
          </a:p>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Mouth calibration</a:t>
            </a:r>
          </a:p>
        </p:txBody>
      </p:sp>
      <p:sp>
        <p:nvSpPr>
          <p:cNvPr id="42" name="shape_33">
            <a:extLst xmlns:a="http://schemas.openxmlformats.org/drawingml/2006/main">
              <a:ext uri="{FF2B5EF4-FFF2-40B4-BE49-F238E27FC236}">
                <a16:creationId xmlns:a16="http://schemas.microsoft.com/office/drawing/2014/main" id="{3DADA624-6ED9-4209-97F9-DBBDDC3FC7B0}"/>
              </a:ext>
            </a:extLst>
          </p:cNvPr>
          <p:cNvSpPr>
            <a:spLocks xmlns:a="http://schemas.openxmlformats.org/drawingml/2006/main" noGrp="1"/>
          </p:cNvSpPr>
          <p:nvPr/>
        </p:nvSpPr>
        <p:spPr>
          <a:xfrm xmlns:a="http://schemas.openxmlformats.org/drawingml/2006/main">
            <a:off x="11732895" y="1788795"/>
            <a:ext cx="3810" cy="3810"/>
          </a:xfrm>
          <a:prstGeom xmlns:a="http://schemas.openxmlformats.org/drawingml/2006/main" prst="rect">
            <a:avLst/>
          </a:prstGeom>
          <a:noFill xmlns:a="http://schemas.openxmlformats.org/drawingml/2006/main"/>
          <a:ln xmlns:a="http://schemas.openxmlformats.org/drawingml/2006/main" w="0">
            <a:noFill/>
          </a:ln>
        </p:spPr>
      </p:sp>
      <p:sp>
        <p:nvSpPr>
          <p:cNvPr id="43" name="shape_34">
            <a:extLst xmlns:a="http://schemas.openxmlformats.org/drawingml/2006/main">
              <a:ext uri="{FF2B5EF4-FFF2-40B4-BE49-F238E27FC236}">
                <a16:creationId xmlns:a16="http://schemas.microsoft.com/office/drawing/2014/main" id="{61B92357-9CD5-4C05-8F42-D03AA198A6B9}"/>
              </a:ext>
            </a:extLst>
          </p:cNvPr>
          <p:cNvSpPr>
            <a:spLocks xmlns:a="http://schemas.openxmlformats.org/drawingml/2006/main" noGrp="1"/>
          </p:cNvSpPr>
          <p:nvPr/>
        </p:nvSpPr>
        <p:spPr>
          <a:xfrm xmlns:a="http://schemas.openxmlformats.org/drawingml/2006/main">
            <a:off x="12190095" y="1788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31" name=""/>
          <p:cNvCxnSpPr>
            <a:stCxn xmlns:a="http://schemas.openxmlformats.org/drawingml/2006/main" id="42" idx="3"/>
            <a:endCxn xmlns:a="http://schemas.openxmlformats.org/drawingml/2006/main" id="43" idx="1"/>
          </p:cNvCxnSpPr>
          <p:nvPr/>
        </p:nvCxnSpPr>
        <p:spPr>
          <a:xfrm xmlns:a="http://schemas.openxmlformats.org/drawingml/2006/main">
            <a:off x="11736705" y="1790700"/>
            <a:ext cx="45339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45" name="shape_35">
            <a:extLst xmlns:a="http://schemas.openxmlformats.org/drawingml/2006/main">
              <a:ext uri="{FF2B5EF4-FFF2-40B4-BE49-F238E27FC236}">
                <a16:creationId xmlns:a16="http://schemas.microsoft.com/office/drawing/2014/main" id="{8DC2C7C0-B1A9-430A-9178-E7FA447B32A9}"/>
              </a:ext>
            </a:extLst>
          </p:cNvPr>
          <p:cNvSpPr>
            <a:spLocks xmlns:a="http://schemas.openxmlformats.org/drawingml/2006/main" noGrp="1"/>
          </p:cNvSpPr>
          <p:nvPr/>
        </p:nvSpPr>
        <p:spPr>
          <a:xfrm xmlns:a="http://schemas.openxmlformats.org/drawingml/2006/main">
            <a:off x="8722995" y="2188845"/>
            <a:ext cx="3810" cy="3810"/>
          </a:xfrm>
          <a:prstGeom xmlns:a="http://schemas.openxmlformats.org/drawingml/2006/main" prst="rect">
            <a:avLst/>
          </a:prstGeom>
          <a:noFill xmlns:a="http://schemas.openxmlformats.org/drawingml/2006/main"/>
          <a:ln xmlns:a="http://schemas.openxmlformats.org/drawingml/2006/main" w="0">
            <a:noFill/>
          </a:ln>
        </p:spPr>
      </p:sp>
      <p:sp>
        <p:nvSpPr>
          <p:cNvPr id="46" name="shape_36">
            <a:extLst xmlns:a="http://schemas.openxmlformats.org/drawingml/2006/main">
              <a:ext uri="{FF2B5EF4-FFF2-40B4-BE49-F238E27FC236}">
                <a16:creationId xmlns:a16="http://schemas.microsoft.com/office/drawing/2014/main" id="{3E2A4E3A-C7D2-4936-A19B-190DAA75BB5B}"/>
              </a:ext>
            </a:extLst>
          </p:cNvPr>
          <p:cNvSpPr>
            <a:spLocks xmlns:a="http://schemas.openxmlformats.org/drawingml/2006/main" noGrp="1"/>
          </p:cNvSpPr>
          <p:nvPr/>
        </p:nvSpPr>
        <p:spPr>
          <a:xfrm xmlns:a="http://schemas.openxmlformats.org/drawingml/2006/main">
            <a:off x="8722995" y="25412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34" name=""/>
          <p:cNvCxnSpPr>
            <a:stCxn xmlns:a="http://schemas.openxmlformats.org/drawingml/2006/main" id="45" idx="2"/>
            <a:endCxn xmlns:a="http://schemas.openxmlformats.org/drawingml/2006/main" id="46" idx="0"/>
          </p:cNvCxnSpPr>
          <p:nvPr/>
        </p:nvCxnSpPr>
        <p:spPr>
          <a:xfrm xmlns:a="http://schemas.openxmlformats.org/drawingml/2006/main">
            <a:off x="8724900" y="2192655"/>
            <a:ext cx="0" cy="348615"/>
          </a:xfrm>
          <a:prstGeom xmlns:a="http://schemas.openxmlformats.org/drawingml/2006/main" prst="straightConnector1">
            <a:avLst/>
          </a:prstGeom>
          <a:ln xmlns:a="http://schemas.openxmlformats.org/drawingml/2006/main" w="19050">
            <a:solidFill>
              <a:srgbClr val="398477"/>
            </a:solidFill>
            <a:prstDash val="solid"/>
          </a:ln>
        </p:spPr>
      </p:cxnSp>
      <p:sp>
        <p:nvSpPr>
          <p:cNvPr id="48" name="shape_37">
            <a:extLst xmlns:a="http://schemas.openxmlformats.org/drawingml/2006/main">
              <a:ext uri="{FF2B5EF4-FFF2-40B4-BE49-F238E27FC236}">
                <a16:creationId xmlns:a16="http://schemas.microsoft.com/office/drawing/2014/main" id="{390CD797-3DAC-480D-8D2F-A450F7CDEE9A}"/>
              </a:ext>
            </a:extLst>
          </p:cNvPr>
          <p:cNvSpPr>
            <a:spLocks xmlns:a="http://schemas.openxmlformats.org/drawingml/2006/main" noGrp="1"/>
          </p:cNvSpPr>
          <p:nvPr/>
        </p:nvSpPr>
        <p:spPr>
          <a:xfrm xmlns:a="http://schemas.openxmlformats.org/drawingml/2006/main">
            <a:off x="8722995" y="2541270"/>
            <a:ext cx="3810" cy="3810"/>
          </a:xfrm>
          <a:prstGeom xmlns:a="http://schemas.openxmlformats.org/drawingml/2006/main" prst="rect">
            <a:avLst/>
          </a:prstGeom>
          <a:noFill xmlns:a="http://schemas.openxmlformats.org/drawingml/2006/main"/>
          <a:ln xmlns:a="http://schemas.openxmlformats.org/drawingml/2006/main" w="0">
            <a:noFill/>
          </a:ln>
        </p:spPr>
      </p:sp>
      <p:sp>
        <p:nvSpPr>
          <p:cNvPr id="49" name="shape_38">
            <a:extLst xmlns:a="http://schemas.openxmlformats.org/drawingml/2006/main">
              <a:ext uri="{FF2B5EF4-FFF2-40B4-BE49-F238E27FC236}">
                <a16:creationId xmlns:a16="http://schemas.microsoft.com/office/drawing/2014/main" id="{953C2E22-C2C3-4873-B1C3-4F3F178E6076}"/>
              </a:ext>
            </a:extLst>
          </p:cNvPr>
          <p:cNvSpPr>
            <a:spLocks xmlns:a="http://schemas.openxmlformats.org/drawingml/2006/main" noGrp="1"/>
          </p:cNvSpPr>
          <p:nvPr/>
        </p:nvSpPr>
        <p:spPr>
          <a:xfrm xmlns:a="http://schemas.openxmlformats.org/drawingml/2006/main">
            <a:off x="13380720" y="25412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37" name=""/>
          <p:cNvCxnSpPr>
            <a:stCxn xmlns:a="http://schemas.openxmlformats.org/drawingml/2006/main" id="48" idx="3"/>
            <a:endCxn xmlns:a="http://schemas.openxmlformats.org/drawingml/2006/main" id="49" idx="1"/>
          </p:cNvCxnSpPr>
          <p:nvPr/>
        </p:nvCxnSpPr>
        <p:spPr>
          <a:xfrm xmlns:a="http://schemas.openxmlformats.org/drawingml/2006/main">
            <a:off x="8726805" y="2543175"/>
            <a:ext cx="4653915" cy="0"/>
          </a:xfrm>
          <a:prstGeom xmlns:a="http://schemas.openxmlformats.org/drawingml/2006/main" prst="straightConnector1">
            <a:avLst/>
          </a:prstGeom>
          <a:ln xmlns:a="http://schemas.openxmlformats.org/drawingml/2006/main" w="19050">
            <a:solidFill>
              <a:srgbClr val="398477"/>
            </a:solidFill>
            <a:prstDash val="solid"/>
          </a:ln>
        </p:spPr>
      </p:cxnSp>
      <p:sp>
        <p:nvSpPr>
          <p:cNvPr id="51" name="shape_39">
            <a:extLst xmlns:a="http://schemas.openxmlformats.org/drawingml/2006/main">
              <a:ext uri="{FF2B5EF4-FFF2-40B4-BE49-F238E27FC236}">
                <a16:creationId xmlns:a16="http://schemas.microsoft.com/office/drawing/2014/main" id="{F191E12F-9703-4C34-AA21-94AB4BBC57CE}"/>
              </a:ext>
            </a:extLst>
          </p:cNvPr>
          <p:cNvSpPr>
            <a:spLocks xmlns:a="http://schemas.openxmlformats.org/drawingml/2006/main" noGrp="1"/>
          </p:cNvSpPr>
          <p:nvPr/>
        </p:nvSpPr>
        <p:spPr>
          <a:xfrm xmlns:a="http://schemas.openxmlformats.org/drawingml/2006/main">
            <a:off x="13380720" y="2541270"/>
            <a:ext cx="3810" cy="3810"/>
          </a:xfrm>
          <a:prstGeom xmlns:a="http://schemas.openxmlformats.org/drawingml/2006/main" prst="rect">
            <a:avLst/>
          </a:prstGeom>
          <a:noFill xmlns:a="http://schemas.openxmlformats.org/drawingml/2006/main"/>
          <a:ln xmlns:a="http://schemas.openxmlformats.org/drawingml/2006/main" w="0">
            <a:noFill/>
          </a:ln>
        </p:spPr>
      </p:sp>
      <p:sp>
        <p:nvSpPr>
          <p:cNvPr id="52" name="shape_40">
            <a:extLst xmlns:a="http://schemas.openxmlformats.org/drawingml/2006/main">
              <a:ext uri="{FF2B5EF4-FFF2-40B4-BE49-F238E27FC236}">
                <a16:creationId xmlns:a16="http://schemas.microsoft.com/office/drawing/2014/main" id="{22DAF7C3-492C-4873-9505-E3CACBD2FF6B}"/>
              </a:ext>
            </a:extLst>
          </p:cNvPr>
          <p:cNvSpPr>
            <a:spLocks xmlns:a="http://schemas.openxmlformats.org/drawingml/2006/main" noGrp="1"/>
          </p:cNvSpPr>
          <p:nvPr/>
        </p:nvSpPr>
        <p:spPr>
          <a:xfrm xmlns:a="http://schemas.openxmlformats.org/drawingml/2006/main">
            <a:off x="13380720" y="21888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40" name=""/>
          <p:cNvCxnSpPr>
            <a:stCxn xmlns:a="http://schemas.openxmlformats.org/drawingml/2006/main" id="51" idx="0"/>
            <a:endCxn xmlns:a="http://schemas.openxmlformats.org/drawingml/2006/main" id="52" idx="2"/>
          </p:cNvCxnSpPr>
          <p:nvPr/>
        </p:nvCxnSpPr>
        <p:spPr>
          <a:xfrm xmlns:a="http://schemas.openxmlformats.org/drawingml/2006/main" flipV="1">
            <a:off x="13382625" y="2192655"/>
            <a:ext cx="0" cy="34861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54" name="shape_41">
            <a:extLst xmlns:a="http://schemas.openxmlformats.org/drawingml/2006/main">
              <a:ext uri="{FF2B5EF4-FFF2-40B4-BE49-F238E27FC236}">
                <a16:creationId xmlns:a16="http://schemas.microsoft.com/office/drawing/2014/main" id="{9A830426-4190-467D-AE9A-790038BD7CBD}"/>
              </a:ext>
            </a:extLst>
          </p:cNvPr>
          <p:cNvSpPr>
            <a:spLocks xmlns:a="http://schemas.openxmlformats.org/drawingml/2006/main" noGrp="1"/>
          </p:cNvSpPr>
          <p:nvPr/>
        </p:nvSpPr>
        <p:spPr>
          <a:xfrm xmlns:a="http://schemas.openxmlformats.org/drawingml/2006/main">
            <a:off x="9486900" y="2333625"/>
            <a:ext cx="3467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200" b="0">
                <a:solidFill>
                  <a:srgbClr val="398477"/>
                </a:solidFill>
                <a:latin typeface="Arial"/>
                <a:ea typeface="Arial"/>
                <a:cs typeface="Arial"/>
              </a:defRPr>
            </a:pPr>
            <a:r>
              <a:rPr sz="1200" b="0">
                <a:solidFill>
                  <a:srgbClr val="398477"/>
                </a:solidFill>
                <a:latin typeface="Arial"/>
                <a:ea typeface="Arial"/>
                <a:cs typeface="Arial"/>
              </a:rPr>
              <a:t>reference mean for calibration</a:t>
            </a:r>
          </a:p>
        </p:txBody>
      </p:sp>
      <p:sp>
        <p:nvSpPr>
          <p:cNvPr id="55" name="shape_42">
            <a:extLst xmlns:a="http://schemas.openxmlformats.org/drawingml/2006/main">
              <a:ext uri="{FF2B5EF4-FFF2-40B4-BE49-F238E27FC236}">
                <a16:creationId xmlns:a16="http://schemas.microsoft.com/office/drawing/2014/main" id="{DA71449D-CB87-4022-B409-57F6D699986B}"/>
              </a:ext>
            </a:extLst>
          </p:cNvPr>
          <p:cNvSpPr>
            <a:spLocks xmlns:a="http://schemas.openxmlformats.org/drawingml/2006/main" noGrp="1"/>
          </p:cNvSpPr>
          <p:nvPr/>
        </p:nvSpPr>
        <p:spPr>
          <a:xfrm xmlns:a="http://schemas.openxmlformats.org/drawingml/2006/main">
            <a:off x="5305425" y="2581275"/>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350" b="0">
                <a:solidFill>
                  <a:srgbClr val="697687"/>
                </a:solidFill>
                <a:latin typeface="Arial"/>
                <a:ea typeface="Arial"/>
                <a:cs typeface="Arial"/>
              </a:defRPr>
            </a:pPr>
            <a:r>
              <a:rPr sz="1350" b="0">
                <a:solidFill>
                  <a:srgbClr val="697687"/>
                </a:solidFill>
                <a:latin typeface="Arial"/>
                <a:ea typeface="Arial"/>
                <a:cs typeface="Arial"/>
              </a:rPr>
              <a:t>Enrollment is reusable across target utterances</a:t>
            </a:r>
          </a:p>
        </p:txBody>
      </p:sp>
      <p:sp>
        <p:nvSpPr>
          <p:cNvPr id="56" name="shape_43">
            <a:extLst xmlns:a="http://schemas.openxmlformats.org/drawingml/2006/main">
              <a:ext uri="{FF2B5EF4-FFF2-40B4-BE49-F238E27FC236}">
                <a16:creationId xmlns:a16="http://schemas.microsoft.com/office/drawing/2014/main" id="{E12FA8CB-3362-4964-91E7-4D7C68E736B1}"/>
              </a:ext>
            </a:extLst>
          </p:cNvPr>
          <p:cNvSpPr>
            <a:spLocks xmlns:a="http://schemas.openxmlformats.org/drawingml/2006/main" noGrp="1"/>
          </p:cNvSpPr>
          <p:nvPr/>
        </p:nvSpPr>
        <p:spPr>
          <a:xfrm xmlns:a="http://schemas.openxmlformats.org/drawingml/2006/main">
            <a:off x="542925" y="3133725"/>
            <a:ext cx="723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800" b="1">
                <a:solidFill>
                  <a:srgbClr val="233245"/>
                </a:solidFill>
                <a:latin typeface="Arial"/>
                <a:ea typeface="Arial"/>
                <a:cs typeface="Arial"/>
              </a:defRPr>
            </a:pPr>
            <a:r>
              <a:rPr sz="1800" b="1">
                <a:solidFill>
                  <a:srgbClr val="233245"/>
                </a:solidFill>
                <a:latin typeface="Arial"/>
                <a:ea typeface="Arial"/>
                <a:cs typeface="Arial"/>
              </a:rPr>
              <a:t>(b) Speech-driven synthesis</a:t>
            </a:r>
          </a:p>
        </p:txBody>
      </p:sp>
      <p:sp>
        <p:nvSpPr>
          <p:cNvPr id="57" name="module_44">
            <a:extLst xmlns:a="http://schemas.openxmlformats.org/drawingml/2006/main">
              <a:ext uri="{FF2B5EF4-FFF2-40B4-BE49-F238E27FC236}">
                <a16:creationId xmlns:a16="http://schemas.microsoft.com/office/drawing/2014/main" id="{02FA873E-F0B4-400C-83F3-80D4FF51A320}"/>
              </a:ext>
            </a:extLst>
          </p:cNvPr>
          <p:cNvSpPr>
            <a:spLocks xmlns:a="http://schemas.openxmlformats.org/drawingml/2006/main" noGrp="1"/>
          </p:cNvSpPr>
          <p:nvPr/>
        </p:nvSpPr>
        <p:spPr>
          <a:xfrm xmlns:a="http://schemas.openxmlformats.org/drawingml/2006/main">
            <a:off x="571500" y="4486275"/>
            <a:ext cx="1647825" cy="866775"/>
          </a:xfrm>
          <a:prstGeom xmlns:a="http://schemas.openxmlformats.org/drawingml/2006/main" prst="roundRect">
            <a:avLst>
              <a:gd name="adj" fmla="val 9890"/>
            </a:avLst>
          </a:prstGeom>
          <a:solidFill xmlns:a="http://schemas.openxmlformats.org/drawingml/2006/main">
            <a:srgbClr val="F7F9FC"/>
          </a:solidFill>
          <a:ln xmlns:a="http://schemas.openxmlformats.org/drawingml/2006/main" w="14288">
            <a:solidFill>
              <a:srgbClr val="485B71"/>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Driving speech</a:t>
            </a:r>
          </a:p>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A</a:t>
            </a:r>
          </a:p>
        </p:txBody>
      </p:sp>
      <p:sp>
        <p:nvSpPr>
          <p:cNvPr id="58" name="module_45">
            <a:extLst xmlns:a="http://schemas.openxmlformats.org/drawingml/2006/main">
              <a:ext uri="{FF2B5EF4-FFF2-40B4-BE49-F238E27FC236}">
                <a16:creationId xmlns:a16="http://schemas.microsoft.com/office/drawing/2014/main" id="{B52854C5-90C9-49C9-BB0C-B1D263E23B20}"/>
              </a:ext>
            </a:extLst>
          </p:cNvPr>
          <p:cNvSpPr>
            <a:spLocks xmlns:a="http://schemas.openxmlformats.org/drawingml/2006/main" noGrp="1"/>
          </p:cNvSpPr>
          <p:nvPr/>
        </p:nvSpPr>
        <p:spPr>
          <a:xfrm xmlns:a="http://schemas.openxmlformats.org/drawingml/2006/main">
            <a:off x="2714625" y="3762375"/>
            <a:ext cx="1809750" cy="819150"/>
          </a:xfrm>
          <a:prstGeom xmlns:a="http://schemas.openxmlformats.org/drawingml/2006/main" prst="roundRect">
            <a:avLst>
              <a:gd name="adj" fmla="val 10465"/>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Acoustic features</a:t>
            </a:r>
          </a:p>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Content + affect</a:t>
            </a:r>
          </a:p>
        </p:txBody>
      </p:sp>
      <p:sp>
        <p:nvSpPr>
          <p:cNvPr id="59" name="module_46">
            <a:extLst xmlns:a="http://schemas.openxmlformats.org/drawingml/2006/main">
              <a:ext uri="{FF2B5EF4-FFF2-40B4-BE49-F238E27FC236}">
                <a16:creationId xmlns:a16="http://schemas.microsoft.com/office/drawing/2014/main" id="{62A5D86C-A88B-44EC-9E94-B98484BE5595}"/>
              </a:ext>
            </a:extLst>
          </p:cNvPr>
          <p:cNvSpPr>
            <a:spLocks xmlns:a="http://schemas.openxmlformats.org/drawingml/2006/main" noGrp="1"/>
          </p:cNvSpPr>
          <p:nvPr/>
        </p:nvSpPr>
        <p:spPr>
          <a:xfrm xmlns:a="http://schemas.openxmlformats.org/drawingml/2006/main">
            <a:off x="5048250" y="3762375"/>
            <a:ext cx="1809750" cy="819150"/>
          </a:xfrm>
          <a:prstGeom xmlns:a="http://schemas.openxmlformats.org/drawingml/2006/main" prst="roundRect">
            <a:avLst>
              <a:gd name="adj" fmla="val 10465"/>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Audio affect</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student</a:t>
            </a:r>
          </a:p>
        </p:txBody>
      </p:sp>
      <p:sp>
        <p:nvSpPr>
          <p:cNvPr id="60" name="module_47">
            <a:extLst xmlns:a="http://schemas.openxmlformats.org/drawingml/2006/main">
              <a:ext uri="{FF2B5EF4-FFF2-40B4-BE49-F238E27FC236}">
                <a16:creationId xmlns:a16="http://schemas.microsoft.com/office/drawing/2014/main" id="{62635216-582D-4379-B404-874E5A81DB0A}"/>
              </a:ext>
            </a:extLst>
          </p:cNvPr>
          <p:cNvSpPr>
            <a:spLocks xmlns:a="http://schemas.openxmlformats.org/drawingml/2006/main" noGrp="1"/>
          </p:cNvSpPr>
          <p:nvPr/>
        </p:nvSpPr>
        <p:spPr>
          <a:xfrm xmlns:a="http://schemas.openxmlformats.org/drawingml/2006/main">
            <a:off x="7296150" y="3762375"/>
            <a:ext cx="1762125" cy="819150"/>
          </a:xfrm>
          <a:prstGeom xmlns:a="http://schemas.openxmlformats.org/drawingml/2006/main" prst="roundRect">
            <a:avLst>
              <a:gd name="adj" fmla="val 10465"/>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E_g   I_g   L_t</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Affect conditions</a:t>
            </a:r>
          </a:p>
        </p:txBody>
      </p:sp>
      <p:sp>
        <p:nvSpPr>
          <p:cNvPr id="61" name="shape_48">
            <a:extLst xmlns:a="http://schemas.openxmlformats.org/drawingml/2006/main">
              <a:ext uri="{FF2B5EF4-FFF2-40B4-BE49-F238E27FC236}">
                <a16:creationId xmlns:a16="http://schemas.microsoft.com/office/drawing/2014/main" id="{3B263549-D312-4188-855C-1FD14517BC2F}"/>
              </a:ext>
            </a:extLst>
          </p:cNvPr>
          <p:cNvSpPr>
            <a:spLocks xmlns:a="http://schemas.openxmlformats.org/drawingml/2006/main" noGrp="1"/>
          </p:cNvSpPr>
          <p:nvPr/>
        </p:nvSpPr>
        <p:spPr>
          <a:xfrm xmlns:a="http://schemas.openxmlformats.org/drawingml/2006/main">
            <a:off x="2217420" y="4912995"/>
            <a:ext cx="3810" cy="3810"/>
          </a:xfrm>
          <a:prstGeom xmlns:a="http://schemas.openxmlformats.org/drawingml/2006/main" prst="rect">
            <a:avLst/>
          </a:prstGeom>
          <a:noFill xmlns:a="http://schemas.openxmlformats.org/drawingml/2006/main"/>
          <a:ln xmlns:a="http://schemas.openxmlformats.org/drawingml/2006/main" w="0">
            <a:noFill/>
          </a:ln>
        </p:spPr>
      </p:sp>
      <p:sp>
        <p:nvSpPr>
          <p:cNvPr id="62" name="shape_49">
            <a:extLst xmlns:a="http://schemas.openxmlformats.org/drawingml/2006/main">
              <a:ext uri="{FF2B5EF4-FFF2-40B4-BE49-F238E27FC236}">
                <a16:creationId xmlns:a16="http://schemas.microsoft.com/office/drawing/2014/main" id="{5BB0E487-1357-41FC-894F-E142FE03CC09}"/>
              </a:ext>
            </a:extLst>
          </p:cNvPr>
          <p:cNvSpPr>
            <a:spLocks xmlns:a="http://schemas.openxmlformats.org/drawingml/2006/main" noGrp="1"/>
          </p:cNvSpPr>
          <p:nvPr/>
        </p:nvSpPr>
        <p:spPr>
          <a:xfrm xmlns:a="http://schemas.openxmlformats.org/drawingml/2006/main">
            <a:off x="2465070" y="49129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0" name=""/>
          <p:cNvCxnSpPr>
            <a:stCxn xmlns:a="http://schemas.openxmlformats.org/drawingml/2006/main" id="61" idx="3"/>
            <a:endCxn xmlns:a="http://schemas.openxmlformats.org/drawingml/2006/main" id="62" idx="1"/>
          </p:cNvCxnSpPr>
          <p:nvPr/>
        </p:nvCxnSpPr>
        <p:spPr>
          <a:xfrm xmlns:a="http://schemas.openxmlformats.org/drawingml/2006/main">
            <a:off x="2221230" y="4914900"/>
            <a:ext cx="243840" cy="0"/>
          </a:xfrm>
          <a:prstGeom xmlns:a="http://schemas.openxmlformats.org/drawingml/2006/main" prst="straightConnector1">
            <a:avLst/>
          </a:prstGeom>
          <a:ln xmlns:a="http://schemas.openxmlformats.org/drawingml/2006/main" w="19050">
            <a:solidFill>
              <a:srgbClr val="377EA6"/>
            </a:solidFill>
            <a:prstDash val="solid"/>
          </a:ln>
        </p:spPr>
      </p:cxnSp>
      <p:sp>
        <p:nvSpPr>
          <p:cNvPr id="64" name="shape_50">
            <a:extLst xmlns:a="http://schemas.openxmlformats.org/drawingml/2006/main">
              <a:ext uri="{FF2B5EF4-FFF2-40B4-BE49-F238E27FC236}">
                <a16:creationId xmlns:a16="http://schemas.microsoft.com/office/drawing/2014/main" id="{6CDFF19C-1444-41BE-B2AF-B854CB29987A}"/>
              </a:ext>
            </a:extLst>
          </p:cNvPr>
          <p:cNvSpPr>
            <a:spLocks xmlns:a="http://schemas.openxmlformats.org/drawingml/2006/main" noGrp="1"/>
          </p:cNvSpPr>
          <p:nvPr/>
        </p:nvSpPr>
        <p:spPr>
          <a:xfrm xmlns:a="http://schemas.openxmlformats.org/drawingml/2006/main">
            <a:off x="2465070" y="4912995"/>
            <a:ext cx="3810" cy="3810"/>
          </a:xfrm>
          <a:prstGeom xmlns:a="http://schemas.openxmlformats.org/drawingml/2006/main" prst="rect">
            <a:avLst/>
          </a:prstGeom>
          <a:noFill xmlns:a="http://schemas.openxmlformats.org/drawingml/2006/main"/>
          <a:ln xmlns:a="http://schemas.openxmlformats.org/drawingml/2006/main" w="0">
            <a:noFill/>
          </a:ln>
        </p:spPr>
      </p:sp>
      <p:sp>
        <p:nvSpPr>
          <p:cNvPr id="65" name="shape_51">
            <a:extLst xmlns:a="http://schemas.openxmlformats.org/drawingml/2006/main">
              <a:ext uri="{FF2B5EF4-FFF2-40B4-BE49-F238E27FC236}">
                <a16:creationId xmlns:a16="http://schemas.microsoft.com/office/drawing/2014/main" id="{114AF669-8FEB-4D5F-B873-B76F78ABB896}"/>
              </a:ext>
            </a:extLst>
          </p:cNvPr>
          <p:cNvSpPr>
            <a:spLocks xmlns:a="http://schemas.openxmlformats.org/drawingml/2006/main" noGrp="1"/>
          </p:cNvSpPr>
          <p:nvPr/>
        </p:nvSpPr>
        <p:spPr>
          <a:xfrm xmlns:a="http://schemas.openxmlformats.org/drawingml/2006/main">
            <a:off x="2465070"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3" name=""/>
          <p:cNvCxnSpPr>
            <a:stCxn xmlns:a="http://schemas.openxmlformats.org/drawingml/2006/main" id="64" idx="0"/>
            <a:endCxn xmlns:a="http://schemas.openxmlformats.org/drawingml/2006/main" id="65" idx="2"/>
          </p:cNvCxnSpPr>
          <p:nvPr/>
        </p:nvCxnSpPr>
        <p:spPr>
          <a:xfrm xmlns:a="http://schemas.openxmlformats.org/drawingml/2006/main" flipV="1">
            <a:off x="2466975" y="4173855"/>
            <a:ext cx="0" cy="739140"/>
          </a:xfrm>
          <a:prstGeom xmlns:a="http://schemas.openxmlformats.org/drawingml/2006/main" prst="straightConnector1">
            <a:avLst/>
          </a:prstGeom>
          <a:ln xmlns:a="http://schemas.openxmlformats.org/drawingml/2006/main" w="19050">
            <a:solidFill>
              <a:srgbClr val="377EA6"/>
            </a:solidFill>
            <a:prstDash val="solid"/>
          </a:ln>
        </p:spPr>
      </p:cxnSp>
      <p:sp>
        <p:nvSpPr>
          <p:cNvPr id="67" name="shape_52">
            <a:extLst xmlns:a="http://schemas.openxmlformats.org/drawingml/2006/main">
              <a:ext uri="{FF2B5EF4-FFF2-40B4-BE49-F238E27FC236}">
                <a16:creationId xmlns:a16="http://schemas.microsoft.com/office/drawing/2014/main" id="{E9EE1C7A-57B3-4A3B-A377-7FF7402336CD}"/>
              </a:ext>
            </a:extLst>
          </p:cNvPr>
          <p:cNvSpPr>
            <a:spLocks xmlns:a="http://schemas.openxmlformats.org/drawingml/2006/main" noGrp="1"/>
          </p:cNvSpPr>
          <p:nvPr/>
        </p:nvSpPr>
        <p:spPr>
          <a:xfrm xmlns:a="http://schemas.openxmlformats.org/drawingml/2006/main">
            <a:off x="24650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68" name="shape_53">
            <a:extLst xmlns:a="http://schemas.openxmlformats.org/drawingml/2006/main">
              <a:ext uri="{FF2B5EF4-FFF2-40B4-BE49-F238E27FC236}">
                <a16:creationId xmlns:a16="http://schemas.microsoft.com/office/drawing/2014/main" id="{E368AF88-7CD3-4B5F-856E-9C09368EEFEA}"/>
              </a:ext>
            </a:extLst>
          </p:cNvPr>
          <p:cNvSpPr>
            <a:spLocks xmlns:a="http://schemas.openxmlformats.org/drawingml/2006/main" noGrp="1"/>
          </p:cNvSpPr>
          <p:nvPr/>
        </p:nvSpPr>
        <p:spPr>
          <a:xfrm xmlns:a="http://schemas.openxmlformats.org/drawingml/2006/main">
            <a:off x="2712720"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6" name=""/>
          <p:cNvCxnSpPr>
            <a:stCxn xmlns:a="http://schemas.openxmlformats.org/drawingml/2006/main" id="67" idx="3"/>
            <a:endCxn xmlns:a="http://schemas.openxmlformats.org/drawingml/2006/main" id="68" idx="1"/>
          </p:cNvCxnSpPr>
          <p:nvPr/>
        </p:nvCxnSpPr>
        <p:spPr>
          <a:xfrm xmlns:a="http://schemas.openxmlformats.org/drawingml/2006/main">
            <a:off x="2468880" y="4171950"/>
            <a:ext cx="2438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70" name="shape_54">
            <a:extLst xmlns:a="http://schemas.openxmlformats.org/drawingml/2006/main">
              <a:ext uri="{FF2B5EF4-FFF2-40B4-BE49-F238E27FC236}">
                <a16:creationId xmlns:a16="http://schemas.microsoft.com/office/drawing/2014/main" id="{439E9537-40D3-43C4-AF5B-F3818A8E917C}"/>
              </a:ext>
            </a:extLst>
          </p:cNvPr>
          <p:cNvSpPr>
            <a:spLocks xmlns:a="http://schemas.openxmlformats.org/drawingml/2006/main" noGrp="1"/>
          </p:cNvSpPr>
          <p:nvPr/>
        </p:nvSpPr>
        <p:spPr>
          <a:xfrm xmlns:a="http://schemas.openxmlformats.org/drawingml/2006/main">
            <a:off x="45224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71" name="shape_55">
            <a:extLst xmlns:a="http://schemas.openxmlformats.org/drawingml/2006/main">
              <a:ext uri="{FF2B5EF4-FFF2-40B4-BE49-F238E27FC236}">
                <a16:creationId xmlns:a16="http://schemas.microsoft.com/office/drawing/2014/main" id="{A90F08E5-5A5C-41E3-9D3B-80901958576B}"/>
              </a:ext>
            </a:extLst>
          </p:cNvPr>
          <p:cNvSpPr>
            <a:spLocks xmlns:a="http://schemas.openxmlformats.org/drawingml/2006/main" noGrp="1"/>
          </p:cNvSpPr>
          <p:nvPr/>
        </p:nvSpPr>
        <p:spPr>
          <a:xfrm xmlns:a="http://schemas.openxmlformats.org/drawingml/2006/main">
            <a:off x="5046345"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9" name=""/>
          <p:cNvCxnSpPr>
            <a:stCxn xmlns:a="http://schemas.openxmlformats.org/drawingml/2006/main" id="70" idx="3"/>
            <a:endCxn xmlns:a="http://schemas.openxmlformats.org/drawingml/2006/main" id="71" idx="1"/>
          </p:cNvCxnSpPr>
          <p:nvPr/>
        </p:nvCxnSpPr>
        <p:spPr>
          <a:xfrm xmlns:a="http://schemas.openxmlformats.org/drawingml/2006/main">
            <a:off x="4526280" y="4171950"/>
            <a:ext cx="520065"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73" name="shape_56">
            <a:extLst xmlns:a="http://schemas.openxmlformats.org/drawingml/2006/main">
              <a:ext uri="{FF2B5EF4-FFF2-40B4-BE49-F238E27FC236}">
                <a16:creationId xmlns:a16="http://schemas.microsoft.com/office/drawing/2014/main" id="{C7115DC0-16AA-4803-A086-F318DCFC94E2}"/>
              </a:ext>
            </a:extLst>
          </p:cNvPr>
          <p:cNvSpPr>
            <a:spLocks xmlns:a="http://schemas.openxmlformats.org/drawingml/2006/main" noGrp="1"/>
          </p:cNvSpPr>
          <p:nvPr/>
        </p:nvSpPr>
        <p:spPr>
          <a:xfrm xmlns:a="http://schemas.openxmlformats.org/drawingml/2006/main">
            <a:off x="6856095"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74" name="shape_57">
            <a:extLst xmlns:a="http://schemas.openxmlformats.org/drawingml/2006/main">
              <a:ext uri="{FF2B5EF4-FFF2-40B4-BE49-F238E27FC236}">
                <a16:creationId xmlns:a16="http://schemas.microsoft.com/office/drawing/2014/main" id="{D39F88BF-D754-4D4B-8A8A-614160FD50DD}"/>
              </a:ext>
            </a:extLst>
          </p:cNvPr>
          <p:cNvSpPr>
            <a:spLocks xmlns:a="http://schemas.openxmlformats.org/drawingml/2006/main" noGrp="1"/>
          </p:cNvSpPr>
          <p:nvPr/>
        </p:nvSpPr>
        <p:spPr>
          <a:xfrm xmlns:a="http://schemas.openxmlformats.org/drawingml/2006/main">
            <a:off x="7294245"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62" name=""/>
          <p:cNvCxnSpPr>
            <a:stCxn xmlns:a="http://schemas.openxmlformats.org/drawingml/2006/main" id="73" idx="3"/>
            <a:endCxn xmlns:a="http://schemas.openxmlformats.org/drawingml/2006/main" id="74" idx="1"/>
          </p:cNvCxnSpPr>
          <p:nvPr/>
        </p:nvCxnSpPr>
        <p:spPr>
          <a:xfrm xmlns:a="http://schemas.openxmlformats.org/drawingml/2006/main">
            <a:off x="6859905" y="4171950"/>
            <a:ext cx="434340"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76" name="module_58">
            <a:extLst xmlns:a="http://schemas.openxmlformats.org/drawingml/2006/main">
              <a:ext uri="{FF2B5EF4-FFF2-40B4-BE49-F238E27FC236}">
                <a16:creationId xmlns:a16="http://schemas.microsoft.com/office/drawing/2014/main" id="{34E14202-5262-4DD1-AFDD-D0536E07CAF9}"/>
              </a:ext>
            </a:extLst>
          </p:cNvPr>
          <p:cNvSpPr>
            <a:spLocks xmlns:a="http://schemas.openxmlformats.org/drawingml/2006/main" noGrp="1"/>
          </p:cNvSpPr>
          <p:nvPr/>
        </p:nvSpPr>
        <p:spPr>
          <a:xfrm xmlns:a="http://schemas.openxmlformats.org/drawingml/2006/main">
            <a:off x="2714625" y="5448300"/>
            <a:ext cx="1809750" cy="714375"/>
          </a:xfrm>
          <a:prstGeom xmlns:a="http://schemas.openxmlformats.org/drawingml/2006/main" prst="roundRect">
            <a:avLst>
              <a:gd name="adj" fmla="val 12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Content features</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C</a:t>
            </a:r>
          </a:p>
        </p:txBody>
      </p:sp>
      <p:sp>
        <p:nvSpPr>
          <p:cNvPr id="77" name="module_59">
            <a:extLst xmlns:a="http://schemas.openxmlformats.org/drawingml/2006/main">
              <a:ext uri="{FF2B5EF4-FFF2-40B4-BE49-F238E27FC236}">
                <a16:creationId xmlns:a16="http://schemas.microsoft.com/office/drawing/2014/main" id="{C9205DEB-6D15-42E0-94E9-7DEDB44A3915}"/>
              </a:ext>
            </a:extLst>
          </p:cNvPr>
          <p:cNvSpPr>
            <a:spLocks xmlns:a="http://schemas.openxmlformats.org/drawingml/2006/main" noGrp="1"/>
          </p:cNvSpPr>
          <p:nvPr/>
        </p:nvSpPr>
        <p:spPr>
          <a:xfrm xmlns:a="http://schemas.openxmlformats.org/drawingml/2006/main">
            <a:off x="5048250" y="5448300"/>
            <a:ext cx="1809750" cy="714375"/>
          </a:xfrm>
          <a:prstGeom xmlns:a="http://schemas.openxmlformats.org/drawingml/2006/main" prst="roundRect">
            <a:avLst>
              <a:gd name="adj" fmla="val 12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Articulation base</a:t>
            </a:r>
          </a:p>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B₀  ·  frozen</a:t>
            </a:r>
          </a:p>
        </p:txBody>
      </p:sp>
      <p:sp>
        <p:nvSpPr>
          <p:cNvPr id="78" name="shape_60">
            <a:extLst xmlns:a="http://schemas.openxmlformats.org/drawingml/2006/main">
              <a:ext uri="{FF2B5EF4-FFF2-40B4-BE49-F238E27FC236}">
                <a16:creationId xmlns:a16="http://schemas.microsoft.com/office/drawing/2014/main" id="{5DCF2F36-B3A9-433B-806C-9082B14C3FAD}"/>
              </a:ext>
            </a:extLst>
          </p:cNvPr>
          <p:cNvSpPr>
            <a:spLocks xmlns:a="http://schemas.openxmlformats.org/drawingml/2006/main" noGrp="1"/>
          </p:cNvSpPr>
          <p:nvPr/>
        </p:nvSpPr>
        <p:spPr>
          <a:xfrm xmlns:a="http://schemas.openxmlformats.org/drawingml/2006/main">
            <a:off x="2465070" y="4912995"/>
            <a:ext cx="3810" cy="3810"/>
          </a:xfrm>
          <a:prstGeom xmlns:a="http://schemas.openxmlformats.org/drawingml/2006/main" prst="rect">
            <a:avLst/>
          </a:prstGeom>
          <a:noFill xmlns:a="http://schemas.openxmlformats.org/drawingml/2006/main"/>
          <a:ln xmlns:a="http://schemas.openxmlformats.org/drawingml/2006/main" w="0">
            <a:noFill/>
          </a:ln>
        </p:spPr>
      </p:sp>
      <p:sp>
        <p:nvSpPr>
          <p:cNvPr id="79" name="shape_61">
            <a:extLst xmlns:a="http://schemas.openxmlformats.org/drawingml/2006/main">
              <a:ext uri="{FF2B5EF4-FFF2-40B4-BE49-F238E27FC236}">
                <a16:creationId xmlns:a16="http://schemas.microsoft.com/office/drawing/2014/main" id="{57E6D07F-E332-47B4-B1F6-6FB199A8F738}"/>
              </a:ext>
            </a:extLst>
          </p:cNvPr>
          <p:cNvSpPr>
            <a:spLocks xmlns:a="http://schemas.openxmlformats.org/drawingml/2006/main" noGrp="1"/>
          </p:cNvSpPr>
          <p:nvPr/>
        </p:nvSpPr>
        <p:spPr>
          <a:xfrm xmlns:a="http://schemas.openxmlformats.org/drawingml/2006/main">
            <a:off x="2465070"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67" name=""/>
          <p:cNvCxnSpPr>
            <a:stCxn xmlns:a="http://schemas.openxmlformats.org/drawingml/2006/main" id="78" idx="2"/>
            <a:endCxn xmlns:a="http://schemas.openxmlformats.org/drawingml/2006/main" id="79" idx="0"/>
          </p:cNvCxnSpPr>
          <p:nvPr/>
        </p:nvCxnSpPr>
        <p:spPr>
          <a:xfrm xmlns:a="http://schemas.openxmlformats.org/drawingml/2006/main">
            <a:off x="2466975" y="4916805"/>
            <a:ext cx="0" cy="882015"/>
          </a:xfrm>
          <a:prstGeom xmlns:a="http://schemas.openxmlformats.org/drawingml/2006/main" prst="straightConnector1">
            <a:avLst/>
          </a:prstGeom>
          <a:ln xmlns:a="http://schemas.openxmlformats.org/drawingml/2006/main" w="19050">
            <a:solidFill>
              <a:srgbClr val="377EA6"/>
            </a:solidFill>
            <a:prstDash val="solid"/>
          </a:ln>
        </p:spPr>
      </p:cxnSp>
      <p:sp>
        <p:nvSpPr>
          <p:cNvPr id="81" name="shape_62">
            <a:extLst xmlns:a="http://schemas.openxmlformats.org/drawingml/2006/main">
              <a:ext uri="{FF2B5EF4-FFF2-40B4-BE49-F238E27FC236}">
                <a16:creationId xmlns:a16="http://schemas.microsoft.com/office/drawing/2014/main" id="{89D3C811-83A0-4607-85D2-F5C4D037C0BD}"/>
              </a:ext>
            </a:extLst>
          </p:cNvPr>
          <p:cNvSpPr>
            <a:spLocks xmlns:a="http://schemas.openxmlformats.org/drawingml/2006/main" noGrp="1"/>
          </p:cNvSpPr>
          <p:nvPr/>
        </p:nvSpPr>
        <p:spPr>
          <a:xfrm xmlns:a="http://schemas.openxmlformats.org/drawingml/2006/main">
            <a:off x="2465070"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82" name="shape_63">
            <a:extLst xmlns:a="http://schemas.openxmlformats.org/drawingml/2006/main">
              <a:ext uri="{FF2B5EF4-FFF2-40B4-BE49-F238E27FC236}">
                <a16:creationId xmlns:a16="http://schemas.microsoft.com/office/drawing/2014/main" id="{9E384815-B2D4-4DDE-B85F-476947D7E374}"/>
              </a:ext>
            </a:extLst>
          </p:cNvPr>
          <p:cNvSpPr>
            <a:spLocks xmlns:a="http://schemas.openxmlformats.org/drawingml/2006/main" noGrp="1"/>
          </p:cNvSpPr>
          <p:nvPr/>
        </p:nvSpPr>
        <p:spPr>
          <a:xfrm xmlns:a="http://schemas.openxmlformats.org/drawingml/2006/main">
            <a:off x="2712720"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70" name=""/>
          <p:cNvCxnSpPr>
            <a:stCxn xmlns:a="http://schemas.openxmlformats.org/drawingml/2006/main" id="81" idx="3"/>
            <a:endCxn xmlns:a="http://schemas.openxmlformats.org/drawingml/2006/main" id="82" idx="1"/>
          </p:cNvCxnSpPr>
          <p:nvPr/>
        </p:nvCxnSpPr>
        <p:spPr>
          <a:xfrm xmlns:a="http://schemas.openxmlformats.org/drawingml/2006/main">
            <a:off x="2468880" y="5800725"/>
            <a:ext cx="2438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84" name="shape_64">
            <a:extLst xmlns:a="http://schemas.openxmlformats.org/drawingml/2006/main">
              <a:ext uri="{FF2B5EF4-FFF2-40B4-BE49-F238E27FC236}">
                <a16:creationId xmlns:a16="http://schemas.microsoft.com/office/drawing/2014/main" id="{358D0DA9-AD50-4255-BE0E-53AD620012B3}"/>
              </a:ext>
            </a:extLst>
          </p:cNvPr>
          <p:cNvSpPr>
            <a:spLocks xmlns:a="http://schemas.openxmlformats.org/drawingml/2006/main" noGrp="1"/>
          </p:cNvSpPr>
          <p:nvPr/>
        </p:nvSpPr>
        <p:spPr>
          <a:xfrm xmlns:a="http://schemas.openxmlformats.org/drawingml/2006/main">
            <a:off x="4522470"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85" name="shape_65">
            <a:extLst xmlns:a="http://schemas.openxmlformats.org/drawingml/2006/main">
              <a:ext uri="{FF2B5EF4-FFF2-40B4-BE49-F238E27FC236}">
                <a16:creationId xmlns:a16="http://schemas.microsoft.com/office/drawing/2014/main" id="{34D47179-81CF-4602-AFF0-5BD423B80F31}"/>
              </a:ext>
            </a:extLst>
          </p:cNvPr>
          <p:cNvSpPr>
            <a:spLocks xmlns:a="http://schemas.openxmlformats.org/drawingml/2006/main" noGrp="1"/>
          </p:cNvSpPr>
          <p:nvPr/>
        </p:nvSpPr>
        <p:spPr>
          <a:xfrm xmlns:a="http://schemas.openxmlformats.org/drawingml/2006/main">
            <a:off x="5046345"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73" name=""/>
          <p:cNvCxnSpPr>
            <a:stCxn xmlns:a="http://schemas.openxmlformats.org/drawingml/2006/main" id="84" idx="3"/>
            <a:endCxn xmlns:a="http://schemas.openxmlformats.org/drawingml/2006/main" id="85" idx="1"/>
          </p:cNvCxnSpPr>
          <p:nvPr/>
        </p:nvCxnSpPr>
        <p:spPr>
          <a:xfrm xmlns:a="http://schemas.openxmlformats.org/drawingml/2006/main">
            <a:off x="4526280" y="5800725"/>
            <a:ext cx="520065"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87" name="module_66">
            <a:extLst xmlns:a="http://schemas.openxmlformats.org/drawingml/2006/main">
              <a:ext uri="{FF2B5EF4-FFF2-40B4-BE49-F238E27FC236}">
                <a16:creationId xmlns:a16="http://schemas.microsoft.com/office/drawing/2014/main" id="{71EDB897-BC14-403A-AF64-31C1EDB38AB5}"/>
              </a:ext>
            </a:extLst>
          </p:cNvPr>
          <p:cNvSpPr>
            <a:spLocks xmlns:a="http://schemas.openxmlformats.org/drawingml/2006/main" noGrp="1"/>
          </p:cNvSpPr>
          <p:nvPr/>
        </p:nvSpPr>
        <p:spPr>
          <a:xfrm xmlns:a="http://schemas.openxmlformats.org/drawingml/2006/main">
            <a:off x="9525000" y="3971925"/>
            <a:ext cx="1952625" cy="1514475"/>
          </a:xfrm>
          <a:prstGeom xmlns:a="http://schemas.openxmlformats.org/drawingml/2006/main" prst="roundRect">
            <a:avLst>
              <a:gd name="adj" fmla="val 5660"/>
            </a:avLst>
          </a:prstGeom>
          <a:solidFill xmlns:a="http://schemas.openxmlformats.org/drawingml/2006/main">
            <a:srgbClr val="F0ECF8"/>
          </a:solidFill>
          <a:ln xmlns:a="http://schemas.openxmlformats.org/drawingml/2006/main" w="14288">
            <a:solidFill>
              <a:srgbClr val="7864A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Conditional</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expression generator</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Residual DiT</a:t>
            </a:r>
          </a:p>
        </p:txBody>
      </p:sp>
      <p:sp>
        <p:nvSpPr>
          <p:cNvPr id="88" name="shape_67">
            <a:extLst xmlns:a="http://schemas.openxmlformats.org/drawingml/2006/main">
              <a:ext uri="{FF2B5EF4-FFF2-40B4-BE49-F238E27FC236}">
                <a16:creationId xmlns:a16="http://schemas.microsoft.com/office/drawing/2014/main" id="{46DD9B36-0F71-4CB7-9DCC-92C4DB92BFC8}"/>
              </a:ext>
            </a:extLst>
          </p:cNvPr>
          <p:cNvSpPr>
            <a:spLocks xmlns:a="http://schemas.openxmlformats.org/drawingml/2006/main" noGrp="1"/>
          </p:cNvSpPr>
          <p:nvPr/>
        </p:nvSpPr>
        <p:spPr>
          <a:xfrm xmlns:a="http://schemas.openxmlformats.org/drawingml/2006/main">
            <a:off x="90563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89" name="shape_68">
            <a:extLst xmlns:a="http://schemas.openxmlformats.org/drawingml/2006/main">
              <a:ext uri="{FF2B5EF4-FFF2-40B4-BE49-F238E27FC236}">
                <a16:creationId xmlns:a16="http://schemas.microsoft.com/office/drawing/2014/main" id="{3567C037-7DC5-4028-BAE7-7818358A4FA3}"/>
              </a:ext>
            </a:extLst>
          </p:cNvPr>
          <p:cNvSpPr>
            <a:spLocks xmlns:a="http://schemas.openxmlformats.org/drawingml/2006/main" noGrp="1"/>
          </p:cNvSpPr>
          <p:nvPr/>
        </p:nvSpPr>
        <p:spPr>
          <a:xfrm xmlns:a="http://schemas.openxmlformats.org/drawingml/2006/main">
            <a:off x="9284970"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77" name=""/>
          <p:cNvCxnSpPr>
            <a:stCxn xmlns:a="http://schemas.openxmlformats.org/drawingml/2006/main" id="88" idx="3"/>
            <a:endCxn xmlns:a="http://schemas.openxmlformats.org/drawingml/2006/main" id="89" idx="1"/>
          </p:cNvCxnSpPr>
          <p:nvPr/>
        </p:nvCxnSpPr>
        <p:spPr>
          <a:xfrm xmlns:a="http://schemas.openxmlformats.org/drawingml/2006/main">
            <a:off x="9060180" y="4171950"/>
            <a:ext cx="224790" cy="0"/>
          </a:xfrm>
          <a:prstGeom xmlns:a="http://schemas.openxmlformats.org/drawingml/2006/main" prst="straightConnector1">
            <a:avLst/>
          </a:prstGeom>
          <a:ln xmlns:a="http://schemas.openxmlformats.org/drawingml/2006/main" w="19050">
            <a:solidFill>
              <a:srgbClr val="B57B38"/>
            </a:solidFill>
            <a:prstDash val="solid"/>
          </a:ln>
        </p:spPr>
      </p:cxnSp>
      <p:sp>
        <p:nvSpPr>
          <p:cNvPr id="91" name="shape_69">
            <a:extLst xmlns:a="http://schemas.openxmlformats.org/drawingml/2006/main">
              <a:ext uri="{FF2B5EF4-FFF2-40B4-BE49-F238E27FC236}">
                <a16:creationId xmlns:a16="http://schemas.microsoft.com/office/drawing/2014/main" id="{EE91C7BB-F864-4680-9DCA-947A92684C4E}"/>
              </a:ext>
            </a:extLst>
          </p:cNvPr>
          <p:cNvSpPr>
            <a:spLocks xmlns:a="http://schemas.openxmlformats.org/drawingml/2006/main" noGrp="1"/>
          </p:cNvSpPr>
          <p:nvPr/>
        </p:nvSpPr>
        <p:spPr>
          <a:xfrm xmlns:a="http://schemas.openxmlformats.org/drawingml/2006/main">
            <a:off x="92849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92" name="shape_70">
            <a:extLst xmlns:a="http://schemas.openxmlformats.org/drawingml/2006/main">
              <a:ext uri="{FF2B5EF4-FFF2-40B4-BE49-F238E27FC236}">
                <a16:creationId xmlns:a16="http://schemas.microsoft.com/office/drawing/2014/main" id="{05EBC4BC-506C-4EBA-9DBF-45379725B7EA}"/>
              </a:ext>
            </a:extLst>
          </p:cNvPr>
          <p:cNvSpPr>
            <a:spLocks xmlns:a="http://schemas.openxmlformats.org/drawingml/2006/main" noGrp="1"/>
          </p:cNvSpPr>
          <p:nvPr/>
        </p:nvSpPr>
        <p:spPr>
          <a:xfrm xmlns:a="http://schemas.openxmlformats.org/drawingml/2006/main">
            <a:off x="9284970" y="45415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0" name=""/>
          <p:cNvCxnSpPr>
            <a:stCxn xmlns:a="http://schemas.openxmlformats.org/drawingml/2006/main" id="91" idx="2"/>
            <a:endCxn xmlns:a="http://schemas.openxmlformats.org/drawingml/2006/main" id="92" idx="0"/>
          </p:cNvCxnSpPr>
          <p:nvPr/>
        </p:nvCxnSpPr>
        <p:spPr>
          <a:xfrm xmlns:a="http://schemas.openxmlformats.org/drawingml/2006/main">
            <a:off x="9286875" y="4173855"/>
            <a:ext cx="0" cy="367665"/>
          </a:xfrm>
          <a:prstGeom xmlns:a="http://schemas.openxmlformats.org/drawingml/2006/main" prst="straightConnector1">
            <a:avLst/>
          </a:prstGeom>
          <a:ln xmlns:a="http://schemas.openxmlformats.org/drawingml/2006/main" w="19050">
            <a:solidFill>
              <a:srgbClr val="B57B38"/>
            </a:solidFill>
            <a:prstDash val="solid"/>
          </a:ln>
        </p:spPr>
      </p:cxnSp>
      <p:sp>
        <p:nvSpPr>
          <p:cNvPr id="94" name="shape_71">
            <a:extLst xmlns:a="http://schemas.openxmlformats.org/drawingml/2006/main">
              <a:ext uri="{FF2B5EF4-FFF2-40B4-BE49-F238E27FC236}">
                <a16:creationId xmlns:a16="http://schemas.microsoft.com/office/drawing/2014/main" id="{35B52453-DFE8-4CFF-A43D-1B4E6840F946}"/>
              </a:ext>
            </a:extLst>
          </p:cNvPr>
          <p:cNvSpPr>
            <a:spLocks xmlns:a="http://schemas.openxmlformats.org/drawingml/2006/main" noGrp="1"/>
          </p:cNvSpPr>
          <p:nvPr/>
        </p:nvSpPr>
        <p:spPr>
          <a:xfrm xmlns:a="http://schemas.openxmlformats.org/drawingml/2006/main">
            <a:off x="9284970" y="4541520"/>
            <a:ext cx="3810" cy="3810"/>
          </a:xfrm>
          <a:prstGeom xmlns:a="http://schemas.openxmlformats.org/drawingml/2006/main" prst="rect">
            <a:avLst/>
          </a:prstGeom>
          <a:noFill xmlns:a="http://schemas.openxmlformats.org/drawingml/2006/main"/>
          <a:ln xmlns:a="http://schemas.openxmlformats.org/drawingml/2006/main" w="0">
            <a:noFill/>
          </a:ln>
        </p:spPr>
      </p:sp>
      <p:sp>
        <p:nvSpPr>
          <p:cNvPr id="95" name="shape_72">
            <a:extLst xmlns:a="http://schemas.openxmlformats.org/drawingml/2006/main">
              <a:ext uri="{FF2B5EF4-FFF2-40B4-BE49-F238E27FC236}">
                <a16:creationId xmlns:a16="http://schemas.microsoft.com/office/drawing/2014/main" id="{5D0C8B9B-2442-4403-ABA1-8904CDE3CF69}"/>
              </a:ext>
            </a:extLst>
          </p:cNvPr>
          <p:cNvSpPr>
            <a:spLocks xmlns:a="http://schemas.openxmlformats.org/drawingml/2006/main" noGrp="1"/>
          </p:cNvSpPr>
          <p:nvPr/>
        </p:nvSpPr>
        <p:spPr>
          <a:xfrm xmlns:a="http://schemas.openxmlformats.org/drawingml/2006/main">
            <a:off x="9523095" y="45415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3" name=""/>
          <p:cNvCxnSpPr>
            <a:stCxn xmlns:a="http://schemas.openxmlformats.org/drawingml/2006/main" id="94" idx="3"/>
            <a:endCxn xmlns:a="http://schemas.openxmlformats.org/drawingml/2006/main" id="95" idx="1"/>
          </p:cNvCxnSpPr>
          <p:nvPr/>
        </p:nvCxnSpPr>
        <p:spPr>
          <a:xfrm xmlns:a="http://schemas.openxmlformats.org/drawingml/2006/main">
            <a:off x="9288780" y="4543425"/>
            <a:ext cx="234315"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97" name="shape_73">
            <a:extLst xmlns:a="http://schemas.openxmlformats.org/drawingml/2006/main">
              <a:ext uri="{FF2B5EF4-FFF2-40B4-BE49-F238E27FC236}">
                <a16:creationId xmlns:a16="http://schemas.microsoft.com/office/drawing/2014/main" id="{18B73554-C030-486D-8B7C-0066A267CA7E}"/>
              </a:ext>
            </a:extLst>
          </p:cNvPr>
          <p:cNvSpPr>
            <a:spLocks xmlns:a="http://schemas.openxmlformats.org/drawingml/2006/main" noGrp="1"/>
          </p:cNvSpPr>
          <p:nvPr/>
        </p:nvSpPr>
        <p:spPr>
          <a:xfrm xmlns:a="http://schemas.openxmlformats.org/drawingml/2006/main">
            <a:off x="10913745" y="2188845"/>
            <a:ext cx="3810" cy="3810"/>
          </a:xfrm>
          <a:prstGeom xmlns:a="http://schemas.openxmlformats.org/drawingml/2006/main" prst="rect">
            <a:avLst/>
          </a:prstGeom>
          <a:noFill xmlns:a="http://schemas.openxmlformats.org/drawingml/2006/main"/>
          <a:ln xmlns:a="http://schemas.openxmlformats.org/drawingml/2006/main" w="0">
            <a:noFill/>
          </a:ln>
        </p:spPr>
      </p:sp>
      <p:sp>
        <p:nvSpPr>
          <p:cNvPr id="98" name="shape_74">
            <a:extLst xmlns:a="http://schemas.openxmlformats.org/drawingml/2006/main">
              <a:ext uri="{FF2B5EF4-FFF2-40B4-BE49-F238E27FC236}">
                <a16:creationId xmlns:a16="http://schemas.microsoft.com/office/drawing/2014/main" id="{FC18492B-F61F-41DF-9AB0-2CE72F1157D7}"/>
              </a:ext>
            </a:extLst>
          </p:cNvPr>
          <p:cNvSpPr>
            <a:spLocks xmlns:a="http://schemas.openxmlformats.org/drawingml/2006/main" noGrp="1"/>
          </p:cNvSpPr>
          <p:nvPr/>
        </p:nvSpPr>
        <p:spPr>
          <a:xfrm xmlns:a="http://schemas.openxmlformats.org/drawingml/2006/main">
            <a:off x="10913745" y="3312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6" name=""/>
          <p:cNvCxnSpPr>
            <a:stCxn xmlns:a="http://schemas.openxmlformats.org/drawingml/2006/main" id="97" idx="2"/>
            <a:endCxn xmlns:a="http://schemas.openxmlformats.org/drawingml/2006/main" id="98" idx="0"/>
          </p:cNvCxnSpPr>
          <p:nvPr/>
        </p:nvCxnSpPr>
        <p:spPr>
          <a:xfrm xmlns:a="http://schemas.openxmlformats.org/drawingml/2006/main">
            <a:off x="10915650" y="2192655"/>
            <a:ext cx="0" cy="1120140"/>
          </a:xfrm>
          <a:prstGeom xmlns:a="http://schemas.openxmlformats.org/drawingml/2006/main" prst="straightConnector1">
            <a:avLst/>
          </a:prstGeom>
          <a:ln xmlns:a="http://schemas.openxmlformats.org/drawingml/2006/main" w="19050">
            <a:solidFill>
              <a:srgbClr val="398477"/>
            </a:solidFill>
            <a:prstDash val="solid"/>
          </a:ln>
        </p:spPr>
      </p:cxnSp>
      <p:sp>
        <p:nvSpPr>
          <p:cNvPr id="100" name="shape_75">
            <a:extLst xmlns:a="http://schemas.openxmlformats.org/drawingml/2006/main">
              <a:ext uri="{FF2B5EF4-FFF2-40B4-BE49-F238E27FC236}">
                <a16:creationId xmlns:a16="http://schemas.microsoft.com/office/drawing/2014/main" id="{1AE3CA91-D60D-4EE0-8732-D5F75F0B524A}"/>
              </a:ext>
            </a:extLst>
          </p:cNvPr>
          <p:cNvSpPr>
            <a:spLocks xmlns:a="http://schemas.openxmlformats.org/drawingml/2006/main" noGrp="1"/>
          </p:cNvSpPr>
          <p:nvPr/>
        </p:nvSpPr>
        <p:spPr>
          <a:xfrm xmlns:a="http://schemas.openxmlformats.org/drawingml/2006/main">
            <a:off x="10913745" y="3312795"/>
            <a:ext cx="3810" cy="3810"/>
          </a:xfrm>
          <a:prstGeom xmlns:a="http://schemas.openxmlformats.org/drawingml/2006/main" prst="rect">
            <a:avLst/>
          </a:prstGeom>
          <a:noFill xmlns:a="http://schemas.openxmlformats.org/drawingml/2006/main"/>
          <a:ln xmlns:a="http://schemas.openxmlformats.org/drawingml/2006/main" w="0">
            <a:noFill/>
          </a:ln>
        </p:spPr>
      </p:sp>
      <p:sp>
        <p:nvSpPr>
          <p:cNvPr id="101" name="shape_76">
            <a:extLst xmlns:a="http://schemas.openxmlformats.org/drawingml/2006/main">
              <a:ext uri="{FF2B5EF4-FFF2-40B4-BE49-F238E27FC236}">
                <a16:creationId xmlns:a16="http://schemas.microsoft.com/office/drawing/2014/main" id="{EF22CC58-7773-4174-99E4-6AB3C298D4CC}"/>
              </a:ext>
            </a:extLst>
          </p:cNvPr>
          <p:cNvSpPr>
            <a:spLocks xmlns:a="http://schemas.openxmlformats.org/drawingml/2006/main" noGrp="1"/>
          </p:cNvSpPr>
          <p:nvPr/>
        </p:nvSpPr>
        <p:spPr>
          <a:xfrm xmlns:a="http://schemas.openxmlformats.org/drawingml/2006/main">
            <a:off x="10494645" y="3312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9" name=""/>
          <p:cNvCxnSpPr>
            <a:stCxn xmlns:a="http://schemas.openxmlformats.org/drawingml/2006/main" id="100" idx="1"/>
            <a:endCxn xmlns:a="http://schemas.openxmlformats.org/drawingml/2006/main" id="101" idx="3"/>
          </p:cNvCxnSpPr>
          <p:nvPr/>
        </p:nvCxnSpPr>
        <p:spPr>
          <a:xfrm xmlns:a="http://schemas.openxmlformats.org/drawingml/2006/main" flipH="1">
            <a:off x="10498455" y="3314700"/>
            <a:ext cx="415290" cy="0"/>
          </a:xfrm>
          <a:prstGeom xmlns:a="http://schemas.openxmlformats.org/drawingml/2006/main" prst="straightConnector1">
            <a:avLst/>
          </a:prstGeom>
          <a:ln xmlns:a="http://schemas.openxmlformats.org/drawingml/2006/main" w="19050">
            <a:solidFill>
              <a:srgbClr val="398477"/>
            </a:solidFill>
            <a:prstDash val="solid"/>
          </a:ln>
        </p:spPr>
      </p:cxnSp>
      <p:sp>
        <p:nvSpPr>
          <p:cNvPr id="103" name="shape_77">
            <a:extLst xmlns:a="http://schemas.openxmlformats.org/drawingml/2006/main">
              <a:ext uri="{FF2B5EF4-FFF2-40B4-BE49-F238E27FC236}">
                <a16:creationId xmlns:a16="http://schemas.microsoft.com/office/drawing/2014/main" id="{665A7C38-F468-4317-940B-4B2D16CFD43E}"/>
              </a:ext>
            </a:extLst>
          </p:cNvPr>
          <p:cNvSpPr>
            <a:spLocks xmlns:a="http://schemas.openxmlformats.org/drawingml/2006/main" noGrp="1"/>
          </p:cNvSpPr>
          <p:nvPr/>
        </p:nvSpPr>
        <p:spPr>
          <a:xfrm xmlns:a="http://schemas.openxmlformats.org/drawingml/2006/main">
            <a:off x="10494645" y="3312795"/>
            <a:ext cx="3810" cy="3810"/>
          </a:xfrm>
          <a:prstGeom xmlns:a="http://schemas.openxmlformats.org/drawingml/2006/main" prst="rect">
            <a:avLst/>
          </a:prstGeom>
          <a:noFill xmlns:a="http://schemas.openxmlformats.org/drawingml/2006/main"/>
          <a:ln xmlns:a="http://schemas.openxmlformats.org/drawingml/2006/main" w="0">
            <a:noFill/>
          </a:ln>
        </p:spPr>
      </p:sp>
      <p:sp>
        <p:nvSpPr>
          <p:cNvPr id="104" name="shape_78">
            <a:extLst xmlns:a="http://schemas.openxmlformats.org/drawingml/2006/main">
              <a:ext uri="{FF2B5EF4-FFF2-40B4-BE49-F238E27FC236}">
                <a16:creationId xmlns:a16="http://schemas.microsoft.com/office/drawing/2014/main" id="{FCFE46A9-71D4-421B-8B95-F789F17F78E7}"/>
              </a:ext>
            </a:extLst>
          </p:cNvPr>
          <p:cNvSpPr>
            <a:spLocks xmlns:a="http://schemas.openxmlformats.org/drawingml/2006/main" noGrp="1"/>
          </p:cNvSpPr>
          <p:nvPr/>
        </p:nvSpPr>
        <p:spPr>
          <a:xfrm xmlns:a="http://schemas.openxmlformats.org/drawingml/2006/main">
            <a:off x="10494645" y="3970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92" name=""/>
          <p:cNvCxnSpPr>
            <a:stCxn xmlns:a="http://schemas.openxmlformats.org/drawingml/2006/main" id="103" idx="2"/>
            <a:endCxn xmlns:a="http://schemas.openxmlformats.org/drawingml/2006/main" id="104" idx="0"/>
          </p:cNvCxnSpPr>
          <p:nvPr/>
        </p:nvCxnSpPr>
        <p:spPr>
          <a:xfrm xmlns:a="http://schemas.openxmlformats.org/drawingml/2006/main">
            <a:off x="10496550" y="3316605"/>
            <a:ext cx="0" cy="65341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106" name="shape_79">
            <a:extLst xmlns:a="http://schemas.openxmlformats.org/drawingml/2006/main">
              <a:ext uri="{FF2B5EF4-FFF2-40B4-BE49-F238E27FC236}">
                <a16:creationId xmlns:a16="http://schemas.microsoft.com/office/drawing/2014/main" id="{E76F9003-FF7D-4B0B-9B3A-981E6280B494}"/>
              </a:ext>
            </a:extLst>
          </p:cNvPr>
          <p:cNvSpPr>
            <a:spLocks xmlns:a="http://schemas.openxmlformats.org/drawingml/2006/main" noGrp="1"/>
          </p:cNvSpPr>
          <p:nvPr/>
        </p:nvSpPr>
        <p:spPr>
          <a:xfrm xmlns:a="http://schemas.openxmlformats.org/drawingml/2006/main">
            <a:off x="10706100" y="3124200"/>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398477"/>
                </a:solidFill>
                <a:latin typeface="Arial"/>
                <a:ea typeface="Arial"/>
                <a:cs typeface="Arial"/>
              </a:defRPr>
            </a:pPr>
            <a:r>
              <a:rPr sz="1350" b="0">
                <a:solidFill>
                  <a:srgbClr val="398477"/>
                </a:solidFill>
                <a:latin typeface="Arial"/>
                <a:ea typeface="Arial"/>
                <a:cs typeface="Arial"/>
              </a:rPr>
              <a:t>S_id</a:t>
            </a:r>
          </a:p>
        </p:txBody>
      </p:sp>
      <p:sp>
        <p:nvSpPr>
          <p:cNvPr id="107" name="shape_80">
            <a:extLst xmlns:a="http://schemas.openxmlformats.org/drawingml/2006/main">
              <a:ext uri="{FF2B5EF4-FFF2-40B4-BE49-F238E27FC236}">
                <a16:creationId xmlns:a16="http://schemas.microsoft.com/office/drawing/2014/main" id="{30B7A27A-FF65-485E-9ACB-ECF0EE0BE163}"/>
              </a:ext>
            </a:extLst>
          </p:cNvPr>
          <p:cNvSpPr>
            <a:spLocks xmlns:a="http://schemas.openxmlformats.org/drawingml/2006/main" noGrp="1"/>
          </p:cNvSpPr>
          <p:nvPr/>
        </p:nvSpPr>
        <p:spPr>
          <a:xfrm xmlns:a="http://schemas.openxmlformats.org/drawingml/2006/main">
            <a:off x="6856095"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108" name="shape_81">
            <a:extLst xmlns:a="http://schemas.openxmlformats.org/drawingml/2006/main">
              <a:ext uri="{FF2B5EF4-FFF2-40B4-BE49-F238E27FC236}">
                <a16:creationId xmlns:a16="http://schemas.microsoft.com/office/drawing/2014/main" id="{522959A4-4784-497B-87A8-8FE62D004C75}"/>
              </a:ext>
            </a:extLst>
          </p:cNvPr>
          <p:cNvSpPr>
            <a:spLocks xmlns:a="http://schemas.openxmlformats.org/drawingml/2006/main" noGrp="1"/>
          </p:cNvSpPr>
          <p:nvPr/>
        </p:nvSpPr>
        <p:spPr>
          <a:xfrm xmlns:a="http://schemas.openxmlformats.org/drawingml/2006/main">
            <a:off x="7827645"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96" name=""/>
          <p:cNvCxnSpPr>
            <a:stCxn xmlns:a="http://schemas.openxmlformats.org/drawingml/2006/main" id="107" idx="3"/>
            <a:endCxn xmlns:a="http://schemas.openxmlformats.org/drawingml/2006/main" id="108" idx="1"/>
          </p:cNvCxnSpPr>
          <p:nvPr/>
        </p:nvCxnSpPr>
        <p:spPr>
          <a:xfrm xmlns:a="http://schemas.openxmlformats.org/drawingml/2006/main">
            <a:off x="6859905" y="5800725"/>
            <a:ext cx="967740" cy="0"/>
          </a:xfrm>
          <a:prstGeom xmlns:a="http://schemas.openxmlformats.org/drawingml/2006/main" prst="straightConnector1">
            <a:avLst/>
          </a:prstGeom>
          <a:ln xmlns:a="http://schemas.openxmlformats.org/drawingml/2006/main" w="19050">
            <a:solidFill>
              <a:srgbClr val="377EA6"/>
            </a:solidFill>
            <a:prstDash val="solid"/>
          </a:ln>
        </p:spPr>
      </p:cxnSp>
      <p:sp>
        <p:nvSpPr>
          <p:cNvPr id="110" name="shape_82">
            <a:extLst xmlns:a="http://schemas.openxmlformats.org/drawingml/2006/main">
              <a:ext uri="{FF2B5EF4-FFF2-40B4-BE49-F238E27FC236}">
                <a16:creationId xmlns:a16="http://schemas.microsoft.com/office/drawing/2014/main" id="{D1F09000-3C05-4D33-806B-B80F3019315B}"/>
              </a:ext>
            </a:extLst>
          </p:cNvPr>
          <p:cNvSpPr>
            <a:spLocks xmlns:a="http://schemas.openxmlformats.org/drawingml/2006/main" noGrp="1"/>
          </p:cNvSpPr>
          <p:nvPr/>
        </p:nvSpPr>
        <p:spPr>
          <a:xfrm xmlns:a="http://schemas.openxmlformats.org/drawingml/2006/main">
            <a:off x="7827645"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111" name="shape_83">
            <a:extLst xmlns:a="http://schemas.openxmlformats.org/drawingml/2006/main">
              <a:ext uri="{FF2B5EF4-FFF2-40B4-BE49-F238E27FC236}">
                <a16:creationId xmlns:a16="http://schemas.microsoft.com/office/drawing/2014/main" id="{6E4BC189-E2B1-4BD1-9395-59E4A9177ECF}"/>
              </a:ext>
            </a:extLst>
          </p:cNvPr>
          <p:cNvSpPr>
            <a:spLocks xmlns:a="http://schemas.openxmlformats.org/drawingml/2006/main" noGrp="1"/>
          </p:cNvSpPr>
          <p:nvPr/>
        </p:nvSpPr>
        <p:spPr>
          <a:xfrm xmlns:a="http://schemas.openxmlformats.org/drawingml/2006/main">
            <a:off x="7827645" y="5217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99" name=""/>
          <p:cNvCxnSpPr>
            <a:stCxn xmlns:a="http://schemas.openxmlformats.org/drawingml/2006/main" id="110" idx="0"/>
            <a:endCxn xmlns:a="http://schemas.openxmlformats.org/drawingml/2006/main" id="111" idx="2"/>
          </p:cNvCxnSpPr>
          <p:nvPr/>
        </p:nvCxnSpPr>
        <p:spPr>
          <a:xfrm xmlns:a="http://schemas.openxmlformats.org/drawingml/2006/main" flipV="1">
            <a:off x="7829550" y="5221605"/>
            <a:ext cx="0" cy="577215"/>
          </a:xfrm>
          <a:prstGeom xmlns:a="http://schemas.openxmlformats.org/drawingml/2006/main" prst="straightConnector1">
            <a:avLst/>
          </a:prstGeom>
          <a:ln xmlns:a="http://schemas.openxmlformats.org/drawingml/2006/main" w="19050">
            <a:solidFill>
              <a:srgbClr val="377EA6"/>
            </a:solidFill>
            <a:prstDash val="solid"/>
          </a:ln>
        </p:spPr>
      </p:cxnSp>
      <p:sp>
        <p:nvSpPr>
          <p:cNvPr id="113" name="shape_84">
            <a:extLst xmlns:a="http://schemas.openxmlformats.org/drawingml/2006/main">
              <a:ext uri="{FF2B5EF4-FFF2-40B4-BE49-F238E27FC236}">
                <a16:creationId xmlns:a16="http://schemas.microsoft.com/office/drawing/2014/main" id="{CE861B84-34E0-4991-8CE6-6C8FBACE7FEF}"/>
              </a:ext>
            </a:extLst>
          </p:cNvPr>
          <p:cNvSpPr>
            <a:spLocks xmlns:a="http://schemas.openxmlformats.org/drawingml/2006/main" noGrp="1"/>
          </p:cNvSpPr>
          <p:nvPr/>
        </p:nvSpPr>
        <p:spPr>
          <a:xfrm xmlns:a="http://schemas.openxmlformats.org/drawingml/2006/main">
            <a:off x="7827645" y="5217795"/>
            <a:ext cx="3810" cy="3810"/>
          </a:xfrm>
          <a:prstGeom xmlns:a="http://schemas.openxmlformats.org/drawingml/2006/main" prst="rect">
            <a:avLst/>
          </a:prstGeom>
          <a:noFill xmlns:a="http://schemas.openxmlformats.org/drawingml/2006/main"/>
          <a:ln xmlns:a="http://schemas.openxmlformats.org/drawingml/2006/main" w="0">
            <a:noFill/>
          </a:ln>
        </p:spPr>
      </p:sp>
      <p:sp>
        <p:nvSpPr>
          <p:cNvPr id="114" name="shape_85">
            <a:extLst xmlns:a="http://schemas.openxmlformats.org/drawingml/2006/main">
              <a:ext uri="{FF2B5EF4-FFF2-40B4-BE49-F238E27FC236}">
                <a16:creationId xmlns:a16="http://schemas.microsoft.com/office/drawing/2014/main" id="{96D6CDFC-B46E-4457-A8A3-C6D0B943E264}"/>
              </a:ext>
            </a:extLst>
          </p:cNvPr>
          <p:cNvSpPr>
            <a:spLocks xmlns:a="http://schemas.openxmlformats.org/drawingml/2006/main" noGrp="1"/>
          </p:cNvSpPr>
          <p:nvPr/>
        </p:nvSpPr>
        <p:spPr>
          <a:xfrm xmlns:a="http://schemas.openxmlformats.org/drawingml/2006/main">
            <a:off x="9523095" y="5217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02" name=""/>
          <p:cNvCxnSpPr>
            <a:stCxn xmlns:a="http://schemas.openxmlformats.org/drawingml/2006/main" id="113" idx="3"/>
            <a:endCxn xmlns:a="http://schemas.openxmlformats.org/drawingml/2006/main" id="114" idx="1"/>
          </p:cNvCxnSpPr>
          <p:nvPr/>
        </p:nvCxnSpPr>
        <p:spPr>
          <a:xfrm xmlns:a="http://schemas.openxmlformats.org/drawingml/2006/main">
            <a:off x="7831455" y="5219700"/>
            <a:ext cx="16916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16" name="shape_86">
            <a:extLst xmlns:a="http://schemas.openxmlformats.org/drawingml/2006/main">
              <a:ext uri="{FF2B5EF4-FFF2-40B4-BE49-F238E27FC236}">
                <a16:creationId xmlns:a16="http://schemas.microsoft.com/office/drawing/2014/main" id="{2A67ABC1-3486-4100-87AA-B90F04B60809}"/>
              </a:ext>
            </a:extLst>
          </p:cNvPr>
          <p:cNvSpPr>
            <a:spLocks xmlns:a="http://schemas.openxmlformats.org/drawingml/2006/main" noGrp="1"/>
          </p:cNvSpPr>
          <p:nvPr/>
        </p:nvSpPr>
        <p:spPr>
          <a:xfrm xmlns:a="http://schemas.openxmlformats.org/drawingml/2006/main">
            <a:off x="7924800" y="5219700"/>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377EA6"/>
                </a:solidFill>
                <a:latin typeface="Arial"/>
                <a:ea typeface="Arial"/>
                <a:cs typeface="Arial"/>
              </a:defRPr>
            </a:pPr>
            <a:r>
              <a:rPr sz="1350" b="0">
                <a:solidFill>
                  <a:srgbClr val="377EA6"/>
                </a:solidFill>
                <a:latin typeface="Arial"/>
                <a:ea typeface="Arial"/>
                <a:cs typeface="Arial"/>
              </a:rPr>
              <a:t>Hidden states H₀</a:t>
            </a:r>
          </a:p>
        </p:txBody>
      </p:sp>
      <p:sp>
        <p:nvSpPr>
          <p:cNvPr id="117" name="module_87">
            <a:extLst xmlns:a="http://schemas.openxmlformats.org/drawingml/2006/main">
              <a:ext uri="{FF2B5EF4-FFF2-40B4-BE49-F238E27FC236}">
                <a16:creationId xmlns:a16="http://schemas.microsoft.com/office/drawing/2014/main" id="{ADD495B6-ABC7-4BD2-903B-263CB03683C7}"/>
              </a:ext>
            </a:extLst>
          </p:cNvPr>
          <p:cNvSpPr>
            <a:spLocks xmlns:a="http://schemas.openxmlformats.org/drawingml/2006/main" noGrp="1"/>
          </p:cNvSpPr>
          <p:nvPr/>
        </p:nvSpPr>
        <p:spPr>
          <a:xfrm xmlns:a="http://schemas.openxmlformats.org/drawingml/2006/main">
            <a:off x="9210675" y="3171825"/>
            <a:ext cx="876300" cy="428625"/>
          </a:xfrm>
          <a:prstGeom xmlns:a="http://schemas.openxmlformats.org/drawingml/2006/main" prst="roundRect">
            <a:avLst>
              <a:gd name="adj" fmla="val 20000"/>
            </a:avLst>
          </a:prstGeom>
          <a:solidFill xmlns:a="http://schemas.openxmlformats.org/drawingml/2006/main">
            <a:srgbClr val="F7F9FC"/>
          </a:solidFill>
          <a:ln xmlns:a="http://schemas.openxmlformats.org/drawingml/2006/main" w="14288">
            <a:solidFill>
              <a:srgbClr val="C9D2DD"/>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00">
                <a:solidFill>
                  <a:srgbClr val="233245"/>
                </a:solidFill>
                <a:latin typeface="Arial"/>
                <a:ea typeface="Arial"/>
                <a:cs typeface="Arial"/>
              </a:defRPr>
            </a:pPr>
            <a:r>
              <a:rPr sz="1500">
                <a:solidFill>
                  <a:srgbClr val="233245"/>
                </a:solidFill>
                <a:latin typeface="Arial"/>
                <a:ea typeface="Arial"/>
                <a:cs typeface="Arial"/>
              </a:rPr>
              <a:t>z ∼ N</a:t>
            </a:r>
          </a:p>
        </p:txBody>
      </p:sp>
      <p:sp>
        <p:nvSpPr>
          <p:cNvPr id="118" name="shape_88">
            <a:extLst xmlns:a="http://schemas.openxmlformats.org/drawingml/2006/main">
              <a:ext uri="{FF2B5EF4-FFF2-40B4-BE49-F238E27FC236}">
                <a16:creationId xmlns:a16="http://schemas.microsoft.com/office/drawing/2014/main" id="{3B1F7570-A86D-4368-9F5C-796F964628D7}"/>
              </a:ext>
            </a:extLst>
          </p:cNvPr>
          <p:cNvSpPr>
            <a:spLocks xmlns:a="http://schemas.openxmlformats.org/drawingml/2006/main" noGrp="1"/>
          </p:cNvSpPr>
          <p:nvPr/>
        </p:nvSpPr>
        <p:spPr>
          <a:xfrm xmlns:a="http://schemas.openxmlformats.org/drawingml/2006/main">
            <a:off x="9646920" y="3598545"/>
            <a:ext cx="3810" cy="3810"/>
          </a:xfrm>
          <a:prstGeom xmlns:a="http://schemas.openxmlformats.org/drawingml/2006/main" prst="rect">
            <a:avLst/>
          </a:prstGeom>
          <a:noFill xmlns:a="http://schemas.openxmlformats.org/drawingml/2006/main"/>
          <a:ln xmlns:a="http://schemas.openxmlformats.org/drawingml/2006/main" w="0">
            <a:noFill/>
          </a:ln>
        </p:spPr>
      </p:sp>
      <p:sp>
        <p:nvSpPr>
          <p:cNvPr id="119" name="shape_89">
            <a:extLst xmlns:a="http://schemas.openxmlformats.org/drawingml/2006/main">
              <a:ext uri="{FF2B5EF4-FFF2-40B4-BE49-F238E27FC236}">
                <a16:creationId xmlns:a16="http://schemas.microsoft.com/office/drawing/2014/main" id="{F95FA323-E593-40E3-B622-EC3F23B04E0E}"/>
              </a:ext>
            </a:extLst>
          </p:cNvPr>
          <p:cNvSpPr>
            <a:spLocks xmlns:a="http://schemas.openxmlformats.org/drawingml/2006/main" noGrp="1"/>
          </p:cNvSpPr>
          <p:nvPr/>
        </p:nvSpPr>
        <p:spPr>
          <a:xfrm xmlns:a="http://schemas.openxmlformats.org/drawingml/2006/main">
            <a:off x="9646920" y="3798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07" name=""/>
          <p:cNvCxnSpPr>
            <a:stCxn xmlns:a="http://schemas.openxmlformats.org/drawingml/2006/main" id="118" idx="2"/>
            <a:endCxn xmlns:a="http://schemas.openxmlformats.org/drawingml/2006/main" id="119" idx="0"/>
          </p:cNvCxnSpPr>
          <p:nvPr/>
        </p:nvCxnSpPr>
        <p:spPr>
          <a:xfrm xmlns:a="http://schemas.openxmlformats.org/drawingml/2006/main">
            <a:off x="9648825" y="3602355"/>
            <a:ext cx="0" cy="196215"/>
          </a:xfrm>
          <a:prstGeom xmlns:a="http://schemas.openxmlformats.org/drawingml/2006/main" prst="straightConnector1">
            <a:avLst/>
          </a:prstGeom>
          <a:ln xmlns:a="http://schemas.openxmlformats.org/drawingml/2006/main" w="19050">
            <a:solidFill>
              <a:srgbClr val="697687"/>
            </a:solidFill>
            <a:prstDash val="solid"/>
          </a:ln>
        </p:spPr>
      </p:cxnSp>
      <p:sp>
        <p:nvSpPr>
          <p:cNvPr id="121" name="shape_90">
            <a:extLst xmlns:a="http://schemas.openxmlformats.org/drawingml/2006/main">
              <a:ext uri="{FF2B5EF4-FFF2-40B4-BE49-F238E27FC236}">
                <a16:creationId xmlns:a16="http://schemas.microsoft.com/office/drawing/2014/main" id="{0E48889F-22FB-48C7-BCC2-909F5310D178}"/>
              </a:ext>
            </a:extLst>
          </p:cNvPr>
          <p:cNvSpPr>
            <a:spLocks xmlns:a="http://schemas.openxmlformats.org/drawingml/2006/main" noGrp="1"/>
          </p:cNvSpPr>
          <p:nvPr/>
        </p:nvSpPr>
        <p:spPr>
          <a:xfrm xmlns:a="http://schemas.openxmlformats.org/drawingml/2006/main">
            <a:off x="9646920" y="3798570"/>
            <a:ext cx="3810" cy="3810"/>
          </a:xfrm>
          <a:prstGeom xmlns:a="http://schemas.openxmlformats.org/drawingml/2006/main" prst="rect">
            <a:avLst/>
          </a:prstGeom>
          <a:noFill xmlns:a="http://schemas.openxmlformats.org/drawingml/2006/main"/>
          <a:ln xmlns:a="http://schemas.openxmlformats.org/drawingml/2006/main" w="0">
            <a:noFill/>
          </a:ln>
        </p:spPr>
      </p:sp>
      <p:sp>
        <p:nvSpPr>
          <p:cNvPr id="122" name="shape_91">
            <a:extLst xmlns:a="http://schemas.openxmlformats.org/drawingml/2006/main">
              <a:ext uri="{FF2B5EF4-FFF2-40B4-BE49-F238E27FC236}">
                <a16:creationId xmlns:a16="http://schemas.microsoft.com/office/drawing/2014/main" id="{FC4FCFB6-1116-4EE1-82D8-12F6016124EE}"/>
              </a:ext>
            </a:extLst>
          </p:cNvPr>
          <p:cNvSpPr>
            <a:spLocks xmlns:a="http://schemas.openxmlformats.org/drawingml/2006/main" noGrp="1"/>
          </p:cNvSpPr>
          <p:nvPr/>
        </p:nvSpPr>
        <p:spPr>
          <a:xfrm xmlns:a="http://schemas.openxmlformats.org/drawingml/2006/main">
            <a:off x="9808845" y="3798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10" name=""/>
          <p:cNvCxnSpPr>
            <a:stCxn xmlns:a="http://schemas.openxmlformats.org/drawingml/2006/main" id="121" idx="3"/>
            <a:endCxn xmlns:a="http://schemas.openxmlformats.org/drawingml/2006/main" id="122" idx="1"/>
          </p:cNvCxnSpPr>
          <p:nvPr/>
        </p:nvCxnSpPr>
        <p:spPr>
          <a:xfrm xmlns:a="http://schemas.openxmlformats.org/drawingml/2006/main">
            <a:off x="9650730" y="3800475"/>
            <a:ext cx="158115" cy="0"/>
          </a:xfrm>
          <a:prstGeom xmlns:a="http://schemas.openxmlformats.org/drawingml/2006/main" prst="straightConnector1">
            <a:avLst/>
          </a:prstGeom>
          <a:ln xmlns:a="http://schemas.openxmlformats.org/drawingml/2006/main" w="19050">
            <a:solidFill>
              <a:srgbClr val="697687"/>
            </a:solidFill>
            <a:prstDash val="solid"/>
          </a:ln>
        </p:spPr>
      </p:cxnSp>
      <p:sp>
        <p:nvSpPr>
          <p:cNvPr id="124" name="shape_92">
            <a:extLst xmlns:a="http://schemas.openxmlformats.org/drawingml/2006/main">
              <a:ext uri="{FF2B5EF4-FFF2-40B4-BE49-F238E27FC236}">
                <a16:creationId xmlns:a16="http://schemas.microsoft.com/office/drawing/2014/main" id="{5230D4A2-92E7-40D0-9036-6EEB97405A6E}"/>
              </a:ext>
            </a:extLst>
          </p:cNvPr>
          <p:cNvSpPr>
            <a:spLocks xmlns:a="http://schemas.openxmlformats.org/drawingml/2006/main" noGrp="1"/>
          </p:cNvSpPr>
          <p:nvPr/>
        </p:nvSpPr>
        <p:spPr>
          <a:xfrm xmlns:a="http://schemas.openxmlformats.org/drawingml/2006/main">
            <a:off x="9808845" y="3798570"/>
            <a:ext cx="3810" cy="3810"/>
          </a:xfrm>
          <a:prstGeom xmlns:a="http://schemas.openxmlformats.org/drawingml/2006/main" prst="rect">
            <a:avLst/>
          </a:prstGeom>
          <a:noFill xmlns:a="http://schemas.openxmlformats.org/drawingml/2006/main"/>
          <a:ln xmlns:a="http://schemas.openxmlformats.org/drawingml/2006/main" w="0">
            <a:noFill/>
          </a:ln>
        </p:spPr>
      </p:sp>
      <p:sp>
        <p:nvSpPr>
          <p:cNvPr id="125" name="shape_93">
            <a:extLst xmlns:a="http://schemas.openxmlformats.org/drawingml/2006/main">
              <a:ext uri="{FF2B5EF4-FFF2-40B4-BE49-F238E27FC236}">
                <a16:creationId xmlns:a16="http://schemas.microsoft.com/office/drawing/2014/main" id="{D7BFBC0B-1D1C-41EA-9AAE-5EA262BCE082}"/>
              </a:ext>
            </a:extLst>
          </p:cNvPr>
          <p:cNvSpPr>
            <a:spLocks xmlns:a="http://schemas.openxmlformats.org/drawingml/2006/main" noGrp="1"/>
          </p:cNvSpPr>
          <p:nvPr/>
        </p:nvSpPr>
        <p:spPr>
          <a:xfrm xmlns:a="http://schemas.openxmlformats.org/drawingml/2006/main">
            <a:off x="9808845" y="3970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13" name=""/>
          <p:cNvCxnSpPr>
            <a:stCxn xmlns:a="http://schemas.openxmlformats.org/drawingml/2006/main" id="124" idx="2"/>
            <a:endCxn xmlns:a="http://schemas.openxmlformats.org/drawingml/2006/main" id="125" idx="0"/>
          </p:cNvCxnSpPr>
          <p:nvPr/>
        </p:nvCxnSpPr>
        <p:spPr>
          <a:xfrm xmlns:a="http://schemas.openxmlformats.org/drawingml/2006/main">
            <a:off x="9810750" y="3802380"/>
            <a:ext cx="0" cy="167640"/>
          </a:xfrm>
          <a:prstGeom xmlns:a="http://schemas.openxmlformats.org/drawingml/2006/main" prst="straightConnector1">
            <a:avLst/>
          </a:prstGeom>
          <a:ln xmlns:a="http://schemas.openxmlformats.org/drawingml/2006/main" w="19050">
            <a:solidFill>
              <a:srgbClr val="697687"/>
            </a:solidFill>
            <a:prstDash val="solid"/>
            <a:tailEnd type="triangle" w="sm" len="sm"/>
          </a:ln>
        </p:spPr>
      </p:cxnSp>
      <p:sp>
        <p:nvSpPr>
          <p:cNvPr id="127" name="module_94">
            <a:extLst xmlns:a="http://schemas.openxmlformats.org/drawingml/2006/main">
              <a:ext uri="{FF2B5EF4-FFF2-40B4-BE49-F238E27FC236}">
                <a16:creationId xmlns:a16="http://schemas.microsoft.com/office/drawing/2014/main" id="{3EEB253B-AB6E-4FD5-AEF4-4D26735A82AF}"/>
              </a:ext>
            </a:extLst>
          </p:cNvPr>
          <p:cNvSpPr>
            <a:spLocks xmlns:a="http://schemas.openxmlformats.org/drawingml/2006/main" noGrp="1"/>
          </p:cNvSpPr>
          <p:nvPr/>
        </p:nvSpPr>
        <p:spPr>
          <a:xfrm xmlns:a="http://schemas.openxmlformats.org/drawingml/2006/main">
            <a:off x="11849100" y="4324350"/>
            <a:ext cx="1009650" cy="828675"/>
          </a:xfrm>
          <a:prstGeom xmlns:a="http://schemas.openxmlformats.org/drawingml/2006/main" prst="roundRect">
            <a:avLst>
              <a:gd name="adj" fmla="val 10345"/>
            </a:avLst>
          </a:prstGeom>
          <a:solidFill xmlns:a="http://schemas.openxmlformats.org/drawingml/2006/main">
            <a:srgbClr val="F0ECF8"/>
          </a:solidFill>
          <a:ln xmlns:a="http://schemas.openxmlformats.org/drawingml/2006/main" w="14288">
            <a:solidFill>
              <a:srgbClr val="7864A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Fixed</a:t>
            </a:r>
          </a:p>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mask</a:t>
            </a:r>
          </a:p>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S_exp</a:t>
            </a:r>
          </a:p>
        </p:txBody>
      </p:sp>
      <p:sp>
        <p:nvSpPr>
          <p:cNvPr id="128" name="shape_95">
            <a:extLst xmlns:a="http://schemas.openxmlformats.org/drawingml/2006/main">
              <a:ext uri="{FF2B5EF4-FFF2-40B4-BE49-F238E27FC236}">
                <a16:creationId xmlns:a16="http://schemas.microsoft.com/office/drawing/2014/main" id="{9C624F83-3CBE-4278-8ABD-C1DD7F95CD06}"/>
              </a:ext>
            </a:extLst>
          </p:cNvPr>
          <p:cNvSpPr>
            <a:spLocks xmlns:a="http://schemas.openxmlformats.org/drawingml/2006/main" noGrp="1"/>
          </p:cNvSpPr>
          <p:nvPr/>
        </p:nvSpPr>
        <p:spPr>
          <a:xfrm xmlns:a="http://schemas.openxmlformats.org/drawingml/2006/main">
            <a:off x="11475720" y="4732020"/>
            <a:ext cx="3810" cy="3810"/>
          </a:xfrm>
          <a:prstGeom xmlns:a="http://schemas.openxmlformats.org/drawingml/2006/main" prst="rect">
            <a:avLst/>
          </a:prstGeom>
          <a:noFill xmlns:a="http://schemas.openxmlformats.org/drawingml/2006/main"/>
          <a:ln xmlns:a="http://schemas.openxmlformats.org/drawingml/2006/main" w="0">
            <a:noFill/>
          </a:ln>
        </p:spPr>
      </p:sp>
      <p:sp>
        <p:nvSpPr>
          <p:cNvPr id="129" name="shape_96">
            <a:extLst xmlns:a="http://schemas.openxmlformats.org/drawingml/2006/main">
              <a:ext uri="{FF2B5EF4-FFF2-40B4-BE49-F238E27FC236}">
                <a16:creationId xmlns:a16="http://schemas.microsoft.com/office/drawing/2014/main" id="{BB75302E-E7B7-40A1-9B9B-22ECF9434257}"/>
              </a:ext>
            </a:extLst>
          </p:cNvPr>
          <p:cNvSpPr>
            <a:spLocks xmlns:a="http://schemas.openxmlformats.org/drawingml/2006/main" noGrp="1"/>
          </p:cNvSpPr>
          <p:nvPr/>
        </p:nvSpPr>
        <p:spPr>
          <a:xfrm xmlns:a="http://schemas.openxmlformats.org/drawingml/2006/main">
            <a:off x="11847195" y="4732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17" name=""/>
          <p:cNvCxnSpPr>
            <a:stCxn xmlns:a="http://schemas.openxmlformats.org/drawingml/2006/main" id="128" idx="3"/>
            <a:endCxn xmlns:a="http://schemas.openxmlformats.org/drawingml/2006/main" id="129" idx="1"/>
          </p:cNvCxnSpPr>
          <p:nvPr/>
        </p:nvCxnSpPr>
        <p:spPr>
          <a:xfrm xmlns:a="http://schemas.openxmlformats.org/drawingml/2006/main">
            <a:off x="11479530" y="4733925"/>
            <a:ext cx="367665" cy="0"/>
          </a:xfrm>
          <a:prstGeom xmlns:a="http://schemas.openxmlformats.org/drawingml/2006/main" prst="straightConnector1">
            <a:avLst/>
          </a:prstGeom>
          <a:ln xmlns:a="http://schemas.openxmlformats.org/drawingml/2006/main" w="19050">
            <a:solidFill>
              <a:srgbClr val="7864A7"/>
            </a:solidFill>
            <a:prstDash val="solid"/>
            <a:tailEnd type="triangle" w="sm" len="sm"/>
          </a:ln>
        </p:spPr>
      </p:cxnSp>
      <p:sp>
        <p:nvSpPr>
          <p:cNvPr id="131" name="shape_97">
            <a:extLst xmlns:a="http://schemas.openxmlformats.org/drawingml/2006/main">
              <a:ext uri="{FF2B5EF4-FFF2-40B4-BE49-F238E27FC236}">
                <a16:creationId xmlns:a16="http://schemas.microsoft.com/office/drawing/2014/main" id="{0DF72146-1322-4AE2-856F-390B7DC0B8BC}"/>
              </a:ext>
            </a:extLst>
          </p:cNvPr>
          <p:cNvSpPr>
            <a:spLocks xmlns:a="http://schemas.openxmlformats.org/drawingml/2006/main" noGrp="1"/>
          </p:cNvSpPr>
          <p:nvPr/>
        </p:nvSpPr>
        <p:spPr>
          <a:xfrm xmlns:a="http://schemas.openxmlformats.org/drawingml/2006/main">
            <a:off x="11468100" y="43719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7864A7"/>
                </a:solidFill>
                <a:latin typeface="Arial"/>
                <a:ea typeface="Arial"/>
                <a:cs typeface="Arial"/>
              </a:defRPr>
            </a:pPr>
            <a:r>
              <a:rPr sz="1350" b="0">
                <a:solidFill>
                  <a:srgbClr val="7864A7"/>
                </a:solidFill>
                <a:latin typeface="Arial"/>
                <a:ea typeface="Arial"/>
                <a:cs typeface="Arial"/>
              </a:rPr>
              <a:t>R</a:t>
            </a:r>
          </a:p>
        </p:txBody>
      </p:sp>
      <p:sp>
        <p:nvSpPr>
          <p:cNvPr id="132" name="operator_98">
            <a:extLst xmlns:a="http://schemas.openxmlformats.org/drawingml/2006/main">
              <a:ext uri="{FF2B5EF4-FFF2-40B4-BE49-F238E27FC236}">
                <a16:creationId xmlns:a16="http://schemas.microsoft.com/office/drawing/2014/main" id="{F417304B-4727-4861-B2AE-D8107AD50FE1}"/>
              </a:ext>
            </a:extLst>
          </p:cNvPr>
          <p:cNvSpPr>
            <a:spLocks xmlns:a="http://schemas.openxmlformats.org/drawingml/2006/main" noGrp="1"/>
          </p:cNvSpPr>
          <p:nvPr/>
        </p:nvSpPr>
        <p:spPr>
          <a:xfrm xmlns:a="http://schemas.openxmlformats.org/drawingml/2006/main">
            <a:off x="13049250" y="4562475"/>
            <a:ext cx="438150" cy="438150"/>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245"/>
            </a:solidFill>
          </a:ln>
        </p:spPr>
        <p:txBody>
          <a:bodyPr xmlns:a="http://schemas.openxmlformats.org/drawingml/2006/main" lIns="0" tIns="0" rIns="0" bIns="0" anchor="ctr"/>
          <a:lstStyle xmlns:a="http://schemas.openxmlformats.org/drawingml/2006/main"/>
          <a:p xmlns:a="http://schemas.openxmlformats.org/drawingml/2006/main">
            <a:pPr algn="ctr">
              <a:defRPr sz="1967">
                <a:solidFill>
                  <a:srgbClr val="233245"/>
                </a:solidFill>
                <a:latin typeface="Arial"/>
                <a:ea typeface="Arial"/>
                <a:cs typeface="Arial"/>
              </a:defRPr>
            </a:pPr>
            <a:r>
              <a:rPr sz="1967">
                <a:solidFill>
                  <a:srgbClr val="233245"/>
                </a:solidFill>
                <a:latin typeface="Arial"/>
                <a:ea typeface="Arial"/>
                <a:cs typeface="Arial"/>
              </a:rPr>
              <a:t>+</a:t>
            </a:r>
          </a:p>
        </p:txBody>
      </p:sp>
      <p:sp>
        <p:nvSpPr>
          <p:cNvPr id="133" name="shape_99">
            <a:extLst xmlns:a="http://schemas.openxmlformats.org/drawingml/2006/main">
              <a:ext uri="{FF2B5EF4-FFF2-40B4-BE49-F238E27FC236}">
                <a16:creationId xmlns:a16="http://schemas.microsoft.com/office/drawing/2014/main" id="{8DFFF819-FD15-4F2F-9013-FF5B4B1C9D4A}"/>
              </a:ext>
            </a:extLst>
          </p:cNvPr>
          <p:cNvSpPr>
            <a:spLocks xmlns:a="http://schemas.openxmlformats.org/drawingml/2006/main" noGrp="1"/>
          </p:cNvSpPr>
          <p:nvPr/>
        </p:nvSpPr>
        <p:spPr>
          <a:xfrm xmlns:a="http://schemas.openxmlformats.org/drawingml/2006/main">
            <a:off x="12856845" y="4779645"/>
            <a:ext cx="3810" cy="3810"/>
          </a:xfrm>
          <a:prstGeom xmlns:a="http://schemas.openxmlformats.org/drawingml/2006/main" prst="rect">
            <a:avLst/>
          </a:prstGeom>
          <a:noFill xmlns:a="http://schemas.openxmlformats.org/drawingml/2006/main"/>
          <a:ln xmlns:a="http://schemas.openxmlformats.org/drawingml/2006/main" w="0">
            <a:noFill/>
          </a:ln>
        </p:spPr>
      </p:sp>
      <p:sp>
        <p:nvSpPr>
          <p:cNvPr id="134" name="shape_100">
            <a:extLst xmlns:a="http://schemas.openxmlformats.org/drawingml/2006/main">
              <a:ext uri="{FF2B5EF4-FFF2-40B4-BE49-F238E27FC236}">
                <a16:creationId xmlns:a16="http://schemas.microsoft.com/office/drawing/2014/main" id="{A6853512-9494-4AAF-AE3E-20FD1ABA2BC0}"/>
              </a:ext>
            </a:extLst>
          </p:cNvPr>
          <p:cNvSpPr>
            <a:spLocks xmlns:a="http://schemas.openxmlformats.org/drawingml/2006/main" noGrp="1"/>
          </p:cNvSpPr>
          <p:nvPr/>
        </p:nvSpPr>
        <p:spPr>
          <a:xfrm xmlns:a="http://schemas.openxmlformats.org/drawingml/2006/main">
            <a:off x="13047345" y="47796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22" name=""/>
          <p:cNvCxnSpPr>
            <a:stCxn xmlns:a="http://schemas.openxmlformats.org/drawingml/2006/main" id="133" idx="3"/>
            <a:endCxn xmlns:a="http://schemas.openxmlformats.org/drawingml/2006/main" id="134" idx="1"/>
          </p:cNvCxnSpPr>
          <p:nvPr/>
        </p:nvCxnSpPr>
        <p:spPr>
          <a:xfrm xmlns:a="http://schemas.openxmlformats.org/drawingml/2006/main">
            <a:off x="12860655" y="4781550"/>
            <a:ext cx="186690" cy="0"/>
          </a:xfrm>
          <a:prstGeom xmlns:a="http://schemas.openxmlformats.org/drawingml/2006/main" prst="straightConnector1">
            <a:avLst/>
          </a:prstGeom>
          <a:ln xmlns:a="http://schemas.openxmlformats.org/drawingml/2006/main" w="19050">
            <a:solidFill>
              <a:srgbClr val="7864A7"/>
            </a:solidFill>
            <a:prstDash val="solid"/>
            <a:tailEnd type="triangle" w="sm" len="sm"/>
          </a:ln>
        </p:spPr>
      </p:cxnSp>
      <p:sp>
        <p:nvSpPr>
          <p:cNvPr id="136" name="shape_101">
            <a:extLst xmlns:a="http://schemas.openxmlformats.org/drawingml/2006/main">
              <a:ext uri="{FF2B5EF4-FFF2-40B4-BE49-F238E27FC236}">
                <a16:creationId xmlns:a16="http://schemas.microsoft.com/office/drawing/2014/main" id="{DB96599D-7184-4C29-A40F-9C3492BBA2C2}"/>
              </a:ext>
            </a:extLst>
          </p:cNvPr>
          <p:cNvSpPr>
            <a:spLocks xmlns:a="http://schemas.openxmlformats.org/drawingml/2006/main" noGrp="1"/>
          </p:cNvSpPr>
          <p:nvPr/>
        </p:nvSpPr>
        <p:spPr>
          <a:xfrm xmlns:a="http://schemas.openxmlformats.org/drawingml/2006/main">
            <a:off x="14018895" y="2188845"/>
            <a:ext cx="3810" cy="3810"/>
          </a:xfrm>
          <a:prstGeom xmlns:a="http://schemas.openxmlformats.org/drawingml/2006/main" prst="rect">
            <a:avLst/>
          </a:prstGeom>
          <a:noFill xmlns:a="http://schemas.openxmlformats.org/drawingml/2006/main"/>
          <a:ln xmlns:a="http://schemas.openxmlformats.org/drawingml/2006/main" w="0">
            <a:noFill/>
          </a:ln>
        </p:spPr>
      </p:sp>
      <p:sp>
        <p:nvSpPr>
          <p:cNvPr id="137" name="shape_102">
            <a:extLst xmlns:a="http://schemas.openxmlformats.org/drawingml/2006/main">
              <a:ext uri="{FF2B5EF4-FFF2-40B4-BE49-F238E27FC236}">
                <a16:creationId xmlns:a16="http://schemas.microsoft.com/office/drawing/2014/main" id="{C553C5E9-FF0C-4157-9283-8222BD9A0641}"/>
              </a:ext>
            </a:extLst>
          </p:cNvPr>
          <p:cNvSpPr>
            <a:spLocks xmlns:a="http://schemas.openxmlformats.org/drawingml/2006/main" noGrp="1"/>
          </p:cNvSpPr>
          <p:nvPr/>
        </p:nvSpPr>
        <p:spPr>
          <a:xfrm xmlns:a="http://schemas.openxmlformats.org/drawingml/2006/main">
            <a:off x="14018895" y="35509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25" name=""/>
          <p:cNvCxnSpPr>
            <a:stCxn xmlns:a="http://schemas.openxmlformats.org/drawingml/2006/main" id="136" idx="2"/>
            <a:endCxn xmlns:a="http://schemas.openxmlformats.org/drawingml/2006/main" id="137" idx="0"/>
          </p:cNvCxnSpPr>
          <p:nvPr/>
        </p:nvCxnSpPr>
        <p:spPr>
          <a:xfrm xmlns:a="http://schemas.openxmlformats.org/drawingml/2006/main">
            <a:off x="14020800" y="2192655"/>
            <a:ext cx="0" cy="1358265"/>
          </a:xfrm>
          <a:prstGeom xmlns:a="http://schemas.openxmlformats.org/drawingml/2006/main" prst="straightConnector1">
            <a:avLst/>
          </a:prstGeom>
          <a:ln xmlns:a="http://schemas.openxmlformats.org/drawingml/2006/main" w="19050">
            <a:solidFill>
              <a:srgbClr val="398477"/>
            </a:solidFill>
            <a:prstDash val="solid"/>
          </a:ln>
        </p:spPr>
      </p:cxnSp>
      <p:sp>
        <p:nvSpPr>
          <p:cNvPr id="139" name="shape_103">
            <a:extLst xmlns:a="http://schemas.openxmlformats.org/drawingml/2006/main">
              <a:ext uri="{FF2B5EF4-FFF2-40B4-BE49-F238E27FC236}">
                <a16:creationId xmlns:a16="http://schemas.microsoft.com/office/drawing/2014/main" id="{5AA89A43-63C4-4DAB-B911-0DBD46B9F428}"/>
              </a:ext>
            </a:extLst>
          </p:cNvPr>
          <p:cNvSpPr>
            <a:spLocks xmlns:a="http://schemas.openxmlformats.org/drawingml/2006/main" noGrp="1"/>
          </p:cNvSpPr>
          <p:nvPr/>
        </p:nvSpPr>
        <p:spPr>
          <a:xfrm xmlns:a="http://schemas.openxmlformats.org/drawingml/2006/main">
            <a:off x="14018895" y="3550920"/>
            <a:ext cx="3810" cy="3810"/>
          </a:xfrm>
          <a:prstGeom xmlns:a="http://schemas.openxmlformats.org/drawingml/2006/main" prst="rect">
            <a:avLst/>
          </a:prstGeom>
          <a:noFill xmlns:a="http://schemas.openxmlformats.org/drawingml/2006/main"/>
          <a:ln xmlns:a="http://schemas.openxmlformats.org/drawingml/2006/main" w="0">
            <a:noFill/>
          </a:ln>
        </p:spPr>
      </p:sp>
      <p:sp>
        <p:nvSpPr>
          <p:cNvPr id="140" name="shape_104">
            <a:extLst xmlns:a="http://schemas.openxmlformats.org/drawingml/2006/main">
              <a:ext uri="{FF2B5EF4-FFF2-40B4-BE49-F238E27FC236}">
                <a16:creationId xmlns:a16="http://schemas.microsoft.com/office/drawing/2014/main" id="{03262531-0566-4669-8E76-991159B8C2CF}"/>
              </a:ext>
            </a:extLst>
          </p:cNvPr>
          <p:cNvSpPr>
            <a:spLocks xmlns:a="http://schemas.openxmlformats.org/drawingml/2006/main" noGrp="1"/>
          </p:cNvSpPr>
          <p:nvPr/>
        </p:nvSpPr>
        <p:spPr>
          <a:xfrm xmlns:a="http://schemas.openxmlformats.org/drawingml/2006/main">
            <a:off x="13266420" y="35509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28" name=""/>
          <p:cNvCxnSpPr>
            <a:stCxn xmlns:a="http://schemas.openxmlformats.org/drawingml/2006/main" id="139" idx="1"/>
            <a:endCxn xmlns:a="http://schemas.openxmlformats.org/drawingml/2006/main" id="140" idx="3"/>
          </p:cNvCxnSpPr>
          <p:nvPr/>
        </p:nvCxnSpPr>
        <p:spPr>
          <a:xfrm xmlns:a="http://schemas.openxmlformats.org/drawingml/2006/main" flipH="1">
            <a:off x="13270230" y="3552825"/>
            <a:ext cx="748665" cy="0"/>
          </a:xfrm>
          <a:prstGeom xmlns:a="http://schemas.openxmlformats.org/drawingml/2006/main" prst="straightConnector1">
            <a:avLst/>
          </a:prstGeom>
          <a:ln xmlns:a="http://schemas.openxmlformats.org/drawingml/2006/main" w="19050">
            <a:solidFill>
              <a:srgbClr val="398477"/>
            </a:solidFill>
            <a:prstDash val="solid"/>
          </a:ln>
        </p:spPr>
      </p:cxnSp>
      <p:sp>
        <p:nvSpPr>
          <p:cNvPr id="142" name="shape_105">
            <a:extLst xmlns:a="http://schemas.openxmlformats.org/drawingml/2006/main">
              <a:ext uri="{FF2B5EF4-FFF2-40B4-BE49-F238E27FC236}">
                <a16:creationId xmlns:a16="http://schemas.microsoft.com/office/drawing/2014/main" id="{8F374772-9AA2-4BEB-B276-B187B7ABBD05}"/>
              </a:ext>
            </a:extLst>
          </p:cNvPr>
          <p:cNvSpPr>
            <a:spLocks xmlns:a="http://schemas.openxmlformats.org/drawingml/2006/main" noGrp="1"/>
          </p:cNvSpPr>
          <p:nvPr/>
        </p:nvSpPr>
        <p:spPr>
          <a:xfrm xmlns:a="http://schemas.openxmlformats.org/drawingml/2006/main">
            <a:off x="13266420" y="3550920"/>
            <a:ext cx="3810" cy="3810"/>
          </a:xfrm>
          <a:prstGeom xmlns:a="http://schemas.openxmlformats.org/drawingml/2006/main" prst="rect">
            <a:avLst/>
          </a:prstGeom>
          <a:noFill xmlns:a="http://schemas.openxmlformats.org/drawingml/2006/main"/>
          <a:ln xmlns:a="http://schemas.openxmlformats.org/drawingml/2006/main" w="0">
            <a:noFill/>
          </a:ln>
        </p:spPr>
      </p:sp>
      <p:sp>
        <p:nvSpPr>
          <p:cNvPr id="143" name="shape_106">
            <a:extLst xmlns:a="http://schemas.openxmlformats.org/drawingml/2006/main">
              <a:ext uri="{FF2B5EF4-FFF2-40B4-BE49-F238E27FC236}">
                <a16:creationId xmlns:a16="http://schemas.microsoft.com/office/drawing/2014/main" id="{F19EAC29-2F89-451E-A187-5121A4D830E3}"/>
              </a:ext>
            </a:extLst>
          </p:cNvPr>
          <p:cNvSpPr>
            <a:spLocks xmlns:a="http://schemas.openxmlformats.org/drawingml/2006/main" noGrp="1"/>
          </p:cNvSpPr>
          <p:nvPr/>
        </p:nvSpPr>
        <p:spPr>
          <a:xfrm xmlns:a="http://schemas.openxmlformats.org/drawingml/2006/main">
            <a:off x="13266420" y="4560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31" name=""/>
          <p:cNvCxnSpPr>
            <a:stCxn xmlns:a="http://schemas.openxmlformats.org/drawingml/2006/main" id="142" idx="2"/>
            <a:endCxn xmlns:a="http://schemas.openxmlformats.org/drawingml/2006/main" id="143" idx="0"/>
          </p:cNvCxnSpPr>
          <p:nvPr/>
        </p:nvCxnSpPr>
        <p:spPr>
          <a:xfrm xmlns:a="http://schemas.openxmlformats.org/drawingml/2006/main">
            <a:off x="13268325" y="3554730"/>
            <a:ext cx="0" cy="100584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145" name="shape_107">
            <a:extLst xmlns:a="http://schemas.openxmlformats.org/drawingml/2006/main">
              <a:ext uri="{FF2B5EF4-FFF2-40B4-BE49-F238E27FC236}">
                <a16:creationId xmlns:a16="http://schemas.microsoft.com/office/drawing/2014/main" id="{D912A465-B7D7-4589-B955-86E74572D9A1}"/>
              </a:ext>
            </a:extLst>
          </p:cNvPr>
          <p:cNvSpPr>
            <a:spLocks xmlns:a="http://schemas.openxmlformats.org/drawingml/2006/main" noGrp="1"/>
          </p:cNvSpPr>
          <p:nvPr/>
        </p:nvSpPr>
        <p:spPr>
          <a:xfrm xmlns:a="http://schemas.openxmlformats.org/drawingml/2006/main">
            <a:off x="13296900" y="3686175"/>
            <a:ext cx="1362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500" b="0">
                <a:solidFill>
                  <a:srgbClr val="398477"/>
                </a:solidFill>
                <a:latin typeface="Arial"/>
                <a:ea typeface="Arial"/>
                <a:cs typeface="Arial"/>
              </a:defRPr>
            </a:pPr>
            <a:r>
              <a:rPr sz="1500" b="0">
                <a:solidFill>
                  <a:srgbClr val="398477"/>
                </a:solidFill>
                <a:latin typeface="Arial"/>
                <a:ea typeface="Arial"/>
                <a:cs typeface="Arial"/>
              </a:rPr>
              <a:t>P_id</a:t>
            </a:r>
          </a:p>
        </p:txBody>
      </p:sp>
      <p:sp>
        <p:nvSpPr>
          <p:cNvPr id="146" name="shape_108">
            <a:extLst xmlns:a="http://schemas.openxmlformats.org/drawingml/2006/main">
              <a:ext uri="{FF2B5EF4-FFF2-40B4-BE49-F238E27FC236}">
                <a16:creationId xmlns:a16="http://schemas.microsoft.com/office/drawing/2014/main" id="{668420A4-7DC2-469E-9A30-E35C1A664EA9}"/>
              </a:ext>
            </a:extLst>
          </p:cNvPr>
          <p:cNvSpPr>
            <a:spLocks xmlns:a="http://schemas.openxmlformats.org/drawingml/2006/main" noGrp="1"/>
          </p:cNvSpPr>
          <p:nvPr/>
        </p:nvSpPr>
        <p:spPr>
          <a:xfrm xmlns:a="http://schemas.openxmlformats.org/drawingml/2006/main">
            <a:off x="5951220" y="6160770"/>
            <a:ext cx="3810" cy="3810"/>
          </a:xfrm>
          <a:prstGeom xmlns:a="http://schemas.openxmlformats.org/drawingml/2006/main" prst="rect">
            <a:avLst/>
          </a:prstGeom>
          <a:noFill xmlns:a="http://schemas.openxmlformats.org/drawingml/2006/main"/>
          <a:ln xmlns:a="http://schemas.openxmlformats.org/drawingml/2006/main" w="0">
            <a:noFill/>
          </a:ln>
        </p:spPr>
      </p:sp>
      <p:sp>
        <p:nvSpPr>
          <p:cNvPr id="147" name="shape_109">
            <a:extLst xmlns:a="http://schemas.openxmlformats.org/drawingml/2006/main">
              <a:ext uri="{FF2B5EF4-FFF2-40B4-BE49-F238E27FC236}">
                <a16:creationId xmlns:a16="http://schemas.microsoft.com/office/drawing/2014/main" id="{343CF3FC-85B4-4118-AD76-18E29E65DFD0}"/>
              </a:ext>
            </a:extLst>
          </p:cNvPr>
          <p:cNvSpPr>
            <a:spLocks xmlns:a="http://schemas.openxmlformats.org/drawingml/2006/main" noGrp="1"/>
          </p:cNvSpPr>
          <p:nvPr/>
        </p:nvSpPr>
        <p:spPr>
          <a:xfrm xmlns:a="http://schemas.openxmlformats.org/drawingml/2006/main">
            <a:off x="5951220" y="6522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35" name=""/>
          <p:cNvCxnSpPr>
            <a:stCxn xmlns:a="http://schemas.openxmlformats.org/drawingml/2006/main" id="146" idx="2"/>
            <a:endCxn xmlns:a="http://schemas.openxmlformats.org/drawingml/2006/main" id="147" idx="0"/>
          </p:cNvCxnSpPr>
          <p:nvPr/>
        </p:nvCxnSpPr>
        <p:spPr>
          <a:xfrm xmlns:a="http://schemas.openxmlformats.org/drawingml/2006/main">
            <a:off x="5953125" y="6164580"/>
            <a:ext cx="0" cy="358140"/>
          </a:xfrm>
          <a:prstGeom xmlns:a="http://schemas.openxmlformats.org/drawingml/2006/main" prst="straightConnector1">
            <a:avLst/>
          </a:prstGeom>
          <a:ln xmlns:a="http://schemas.openxmlformats.org/drawingml/2006/main" w="19050">
            <a:solidFill>
              <a:srgbClr val="377EA6"/>
            </a:solidFill>
            <a:prstDash val="solid"/>
          </a:ln>
        </p:spPr>
      </p:cxnSp>
      <p:sp>
        <p:nvSpPr>
          <p:cNvPr id="149" name="shape_110">
            <a:extLst xmlns:a="http://schemas.openxmlformats.org/drawingml/2006/main">
              <a:ext uri="{FF2B5EF4-FFF2-40B4-BE49-F238E27FC236}">
                <a16:creationId xmlns:a16="http://schemas.microsoft.com/office/drawing/2014/main" id="{FB26D088-E697-418D-9011-350063A474AA}"/>
              </a:ext>
            </a:extLst>
          </p:cNvPr>
          <p:cNvSpPr>
            <a:spLocks xmlns:a="http://schemas.openxmlformats.org/drawingml/2006/main" noGrp="1"/>
          </p:cNvSpPr>
          <p:nvPr/>
        </p:nvSpPr>
        <p:spPr>
          <a:xfrm xmlns:a="http://schemas.openxmlformats.org/drawingml/2006/main">
            <a:off x="5951220" y="6522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50" name="shape_111">
            <a:extLst xmlns:a="http://schemas.openxmlformats.org/drawingml/2006/main">
              <a:ext uri="{FF2B5EF4-FFF2-40B4-BE49-F238E27FC236}">
                <a16:creationId xmlns:a16="http://schemas.microsoft.com/office/drawing/2014/main" id="{C2E90FFA-4F7D-4A49-8B2F-A5BD61B3D3B9}"/>
              </a:ext>
            </a:extLst>
          </p:cNvPr>
          <p:cNvSpPr>
            <a:spLocks xmlns:a="http://schemas.openxmlformats.org/drawingml/2006/main" noGrp="1"/>
          </p:cNvSpPr>
          <p:nvPr/>
        </p:nvSpPr>
        <p:spPr>
          <a:xfrm xmlns:a="http://schemas.openxmlformats.org/drawingml/2006/main">
            <a:off x="13266420" y="6522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38" name=""/>
          <p:cNvCxnSpPr>
            <a:stCxn xmlns:a="http://schemas.openxmlformats.org/drawingml/2006/main" id="149" idx="3"/>
            <a:endCxn xmlns:a="http://schemas.openxmlformats.org/drawingml/2006/main" id="150" idx="1"/>
          </p:cNvCxnSpPr>
          <p:nvPr/>
        </p:nvCxnSpPr>
        <p:spPr>
          <a:xfrm xmlns:a="http://schemas.openxmlformats.org/drawingml/2006/main">
            <a:off x="5955030" y="6524625"/>
            <a:ext cx="7311390" cy="0"/>
          </a:xfrm>
          <a:prstGeom xmlns:a="http://schemas.openxmlformats.org/drawingml/2006/main" prst="straightConnector1">
            <a:avLst/>
          </a:prstGeom>
          <a:ln xmlns:a="http://schemas.openxmlformats.org/drawingml/2006/main" w="19050">
            <a:solidFill>
              <a:srgbClr val="377EA6"/>
            </a:solidFill>
            <a:prstDash val="solid"/>
          </a:ln>
        </p:spPr>
      </p:cxnSp>
      <p:sp>
        <p:nvSpPr>
          <p:cNvPr id="152" name="shape_112">
            <a:extLst xmlns:a="http://schemas.openxmlformats.org/drawingml/2006/main">
              <a:ext uri="{FF2B5EF4-FFF2-40B4-BE49-F238E27FC236}">
                <a16:creationId xmlns:a16="http://schemas.microsoft.com/office/drawing/2014/main" id="{BB185B36-0CB0-48C3-8973-4C8495501549}"/>
              </a:ext>
            </a:extLst>
          </p:cNvPr>
          <p:cNvSpPr>
            <a:spLocks xmlns:a="http://schemas.openxmlformats.org/drawingml/2006/main" noGrp="1"/>
          </p:cNvSpPr>
          <p:nvPr/>
        </p:nvSpPr>
        <p:spPr>
          <a:xfrm xmlns:a="http://schemas.openxmlformats.org/drawingml/2006/main">
            <a:off x="13266420" y="6522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53" name="shape_113">
            <a:extLst xmlns:a="http://schemas.openxmlformats.org/drawingml/2006/main">
              <a:ext uri="{FF2B5EF4-FFF2-40B4-BE49-F238E27FC236}">
                <a16:creationId xmlns:a16="http://schemas.microsoft.com/office/drawing/2014/main" id="{9E4EB39B-3F7B-499D-B386-183DB18D4D9A}"/>
              </a:ext>
            </a:extLst>
          </p:cNvPr>
          <p:cNvSpPr>
            <a:spLocks xmlns:a="http://schemas.openxmlformats.org/drawingml/2006/main" noGrp="1"/>
          </p:cNvSpPr>
          <p:nvPr/>
        </p:nvSpPr>
        <p:spPr>
          <a:xfrm xmlns:a="http://schemas.openxmlformats.org/drawingml/2006/main">
            <a:off x="13266420" y="4998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41" name=""/>
          <p:cNvCxnSpPr>
            <a:stCxn xmlns:a="http://schemas.openxmlformats.org/drawingml/2006/main" id="152" idx="0"/>
            <a:endCxn xmlns:a="http://schemas.openxmlformats.org/drawingml/2006/main" id="153" idx="2"/>
          </p:cNvCxnSpPr>
          <p:nvPr/>
        </p:nvCxnSpPr>
        <p:spPr>
          <a:xfrm xmlns:a="http://schemas.openxmlformats.org/drawingml/2006/main" flipV="1">
            <a:off x="13268325" y="5002530"/>
            <a:ext cx="0" cy="152019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55" name="shape_114">
            <a:extLst xmlns:a="http://schemas.openxmlformats.org/drawingml/2006/main">
              <a:ext uri="{FF2B5EF4-FFF2-40B4-BE49-F238E27FC236}">
                <a16:creationId xmlns:a16="http://schemas.microsoft.com/office/drawing/2014/main" id="{7DC705D0-1C11-494B-9614-2D1F490CB94C}"/>
              </a:ext>
            </a:extLst>
          </p:cNvPr>
          <p:cNvSpPr>
            <a:spLocks xmlns:a="http://schemas.openxmlformats.org/drawingml/2006/main" noGrp="1"/>
          </p:cNvSpPr>
          <p:nvPr/>
        </p:nvSpPr>
        <p:spPr>
          <a:xfrm xmlns:a="http://schemas.openxmlformats.org/drawingml/2006/main">
            <a:off x="8934450" y="6210300"/>
            <a:ext cx="2524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425" b="0">
                <a:solidFill>
                  <a:srgbClr val="377EA6"/>
                </a:solidFill>
                <a:latin typeface="Arial"/>
                <a:ea typeface="Arial"/>
                <a:cs typeface="Arial"/>
              </a:defRPr>
            </a:pPr>
            <a:r>
              <a:rPr sz="1425" b="0">
                <a:solidFill>
                  <a:srgbClr val="377EA6"/>
                </a:solidFill>
                <a:latin typeface="Arial"/>
                <a:ea typeface="Arial"/>
                <a:cs typeface="Arial"/>
              </a:rPr>
              <a:t>Articulation sequence B₀(C)</a:t>
            </a:r>
          </a:p>
        </p:txBody>
      </p:sp>
      <p:sp>
        <p:nvSpPr>
          <p:cNvPr id="156" name="replace_with_real_frame_115">
            <a:extLst xmlns:a="http://schemas.openxmlformats.org/drawingml/2006/main">
              <a:ext uri="{FF2B5EF4-FFF2-40B4-BE49-F238E27FC236}">
                <a16:creationId xmlns:a16="http://schemas.microsoft.com/office/drawing/2014/main" id="{26C3BC07-5622-49B5-803D-289637296021}"/>
              </a:ext>
            </a:extLst>
          </p:cNvPr>
          <p:cNvSpPr>
            <a:spLocks xmlns:a="http://schemas.openxmlformats.org/drawingml/2006/main" noGrp="1"/>
          </p:cNvSpPr>
          <p:nvPr/>
        </p:nvSpPr>
        <p:spPr>
          <a:xfrm xmlns:a="http://schemas.openxmlformats.org/drawingml/2006/main">
            <a:off x="13716000" y="4343400"/>
            <a:ext cx="1066800" cy="1371600"/>
          </a:xfrm>
          <a:prstGeom xmlns:a="http://schemas.openxmlformats.org/drawingml/2006/main" prst="roundRect">
            <a:avLst>
              <a:gd name="adj" fmla="val 3571"/>
            </a:avLst>
          </a:prstGeom>
          <a:solidFill xmlns:a="http://schemas.openxmlformats.org/drawingml/2006/main">
            <a:srgbClr val="FCFCFD"/>
          </a:solidFill>
          <a:ln xmlns:a="http://schemas.openxmlformats.org/drawingml/2006/main" w="12383">
            <a:solidFill>
              <a:srgbClr val="AAB7C4"/>
            </a:solidFill>
            <a:prstDash val="dash"/>
          </a:ln>
        </p:spPr>
      </p:sp>
      <p:sp>
        <p:nvSpPr>
          <p:cNvPr id="157" name="shape_116">
            <a:extLst xmlns:a="http://schemas.openxmlformats.org/drawingml/2006/main">
              <a:ext uri="{FF2B5EF4-FFF2-40B4-BE49-F238E27FC236}">
                <a16:creationId xmlns:a16="http://schemas.microsoft.com/office/drawing/2014/main" id="{2AF55DBF-6513-462E-8F77-00D81A297547}"/>
              </a:ext>
            </a:extLst>
          </p:cNvPr>
          <p:cNvSpPr>
            <a:spLocks xmlns:a="http://schemas.openxmlformats.org/drawingml/2006/main" noGrp="1"/>
          </p:cNvSpPr>
          <p:nvPr/>
        </p:nvSpPr>
        <p:spPr>
          <a:xfrm xmlns:a="http://schemas.openxmlformats.org/drawingml/2006/main">
            <a:off x="13763625" y="4800600"/>
            <a:ext cx="971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697687"/>
                </a:solidFill>
                <a:latin typeface="Arial"/>
                <a:ea typeface="Arial"/>
                <a:cs typeface="Arial"/>
              </a:defRPr>
            </a:pPr>
            <a:r>
              <a:rPr sz="1350" b="0">
                <a:solidFill>
                  <a:srgbClr val="697687"/>
                </a:solidFill>
                <a:latin typeface="Arial"/>
                <a:ea typeface="Arial"/>
                <a:cs typeface="Arial"/>
              </a:rPr>
              <a:t>Avatar</a:t>
            </a:r>
          </a:p>
          <a:p xmlns:a="http://schemas.openxmlformats.org/drawingml/2006/main">
            <a:pPr algn="ctr">
              <a:defRPr sz="1350" b="0">
                <a:solidFill>
                  <a:srgbClr val="697687"/>
                </a:solidFill>
                <a:latin typeface="Arial"/>
                <a:ea typeface="Arial"/>
                <a:cs typeface="Arial"/>
              </a:defRPr>
            </a:pPr>
            <a:r>
              <a:rPr sz="1350" b="0">
                <a:solidFill>
                  <a:srgbClr val="697687"/>
                </a:solidFill>
                <a:latin typeface="Arial"/>
                <a:ea typeface="Arial"/>
                <a:cs typeface="Arial"/>
              </a:rPr>
              <a:t>frames</a:t>
            </a:r>
          </a:p>
        </p:txBody>
      </p:sp>
      <p:sp>
        <p:nvSpPr>
          <p:cNvPr id="158" name="shape_117">
            <a:extLst xmlns:a="http://schemas.openxmlformats.org/drawingml/2006/main">
              <a:ext uri="{FF2B5EF4-FFF2-40B4-BE49-F238E27FC236}">
                <a16:creationId xmlns:a16="http://schemas.microsoft.com/office/drawing/2014/main" id="{90C5D251-B4C1-448F-8326-86B3054EFC19}"/>
              </a:ext>
            </a:extLst>
          </p:cNvPr>
          <p:cNvSpPr>
            <a:spLocks xmlns:a="http://schemas.openxmlformats.org/drawingml/2006/main" noGrp="1"/>
          </p:cNvSpPr>
          <p:nvPr/>
        </p:nvSpPr>
        <p:spPr>
          <a:xfrm xmlns:a="http://schemas.openxmlformats.org/drawingml/2006/main">
            <a:off x="13485495" y="4779645"/>
            <a:ext cx="3810" cy="3810"/>
          </a:xfrm>
          <a:prstGeom xmlns:a="http://schemas.openxmlformats.org/drawingml/2006/main" prst="rect">
            <a:avLst/>
          </a:prstGeom>
          <a:noFill xmlns:a="http://schemas.openxmlformats.org/drawingml/2006/main"/>
          <a:ln xmlns:a="http://schemas.openxmlformats.org/drawingml/2006/main" w="0">
            <a:noFill/>
          </a:ln>
        </p:spPr>
      </p:sp>
      <p:sp>
        <p:nvSpPr>
          <p:cNvPr id="159" name="shape_118">
            <a:extLst xmlns:a="http://schemas.openxmlformats.org/drawingml/2006/main">
              <a:ext uri="{FF2B5EF4-FFF2-40B4-BE49-F238E27FC236}">
                <a16:creationId xmlns:a16="http://schemas.microsoft.com/office/drawing/2014/main" id="{6C46C4AF-138C-40ED-B75C-F81BF45D65FE}"/>
              </a:ext>
            </a:extLst>
          </p:cNvPr>
          <p:cNvSpPr>
            <a:spLocks xmlns:a="http://schemas.openxmlformats.org/drawingml/2006/main" noGrp="1"/>
          </p:cNvSpPr>
          <p:nvPr/>
        </p:nvSpPr>
        <p:spPr>
          <a:xfrm xmlns:a="http://schemas.openxmlformats.org/drawingml/2006/main">
            <a:off x="13714095" y="47796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47" name=""/>
          <p:cNvCxnSpPr>
            <a:stCxn xmlns:a="http://schemas.openxmlformats.org/drawingml/2006/main" id="158" idx="3"/>
            <a:endCxn xmlns:a="http://schemas.openxmlformats.org/drawingml/2006/main" id="159" idx="1"/>
          </p:cNvCxnSpPr>
          <p:nvPr/>
        </p:nvCxnSpPr>
        <p:spPr>
          <a:xfrm xmlns:a="http://schemas.openxmlformats.org/drawingml/2006/main">
            <a:off x="13489305" y="4781550"/>
            <a:ext cx="224790" cy="0"/>
          </a:xfrm>
          <a:prstGeom xmlns:a="http://schemas.openxmlformats.org/drawingml/2006/main" prst="straightConnector1">
            <a:avLst/>
          </a:prstGeom>
          <a:ln xmlns:a="http://schemas.openxmlformats.org/drawingml/2006/main" w="19050">
            <a:solidFill>
              <a:srgbClr val="485B71"/>
            </a:solidFill>
            <a:prstDash val="solid"/>
            <a:tailEnd type="triangle" w="sm" len="sm"/>
          </a:ln>
        </p:spPr>
      </p:cxnSp>
      <p:sp>
        <p:nvSpPr>
          <p:cNvPr id="161" name="shape_119">
            <a:extLst xmlns:a="http://schemas.openxmlformats.org/drawingml/2006/main">
              <a:ext uri="{FF2B5EF4-FFF2-40B4-BE49-F238E27FC236}">
                <a16:creationId xmlns:a16="http://schemas.microsoft.com/office/drawing/2014/main" id="{FA42B821-3B4C-4CBF-9DA5-BC2B12BF0486}"/>
              </a:ext>
            </a:extLst>
          </p:cNvPr>
          <p:cNvSpPr>
            <a:spLocks xmlns:a="http://schemas.openxmlformats.org/drawingml/2006/main" noGrp="1"/>
          </p:cNvSpPr>
          <p:nvPr/>
        </p:nvSpPr>
        <p:spPr>
          <a:xfrm xmlns:a="http://schemas.openxmlformats.org/drawingml/2006/main">
            <a:off x="13515975" y="3981450"/>
            <a:ext cx="1400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575" b="1">
                <a:solidFill>
                  <a:srgbClr val="233245"/>
                </a:solidFill>
                <a:latin typeface="Arial"/>
                <a:ea typeface="Arial"/>
                <a:cs typeface="Arial"/>
              </a:defRPr>
            </a:pPr>
            <a:r>
              <a:rPr sz="1575" b="1">
                <a:solidFill>
                  <a:srgbClr val="233245"/>
                </a:solidFill>
                <a:latin typeface="Arial"/>
                <a:ea typeface="Arial"/>
                <a:cs typeface="Arial"/>
              </a:rPr>
              <a:t>ARKit52</a:t>
            </a:r>
          </a:p>
        </p:txBody>
      </p:sp>
      <p:sp>
        <p:nvSpPr>
          <p:cNvPr id="162" name="shape_120">
            <a:extLst xmlns:a="http://schemas.openxmlformats.org/drawingml/2006/main">
              <a:ext uri="{FF2B5EF4-FFF2-40B4-BE49-F238E27FC236}">
                <a16:creationId xmlns:a16="http://schemas.microsoft.com/office/drawing/2014/main" id="{7269438E-4CBB-4BA2-843C-25912BF56DA7}"/>
              </a:ext>
            </a:extLst>
          </p:cNvPr>
          <p:cNvSpPr>
            <a:spLocks xmlns:a="http://schemas.openxmlformats.org/drawingml/2006/main" noGrp="1"/>
          </p:cNvSpPr>
          <p:nvPr/>
        </p:nvSpPr>
        <p:spPr>
          <a:xfrm xmlns:a="http://schemas.openxmlformats.org/drawingml/2006/main">
            <a:off x="9525000" y="5610225"/>
            <a:ext cx="3543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725" b="0">
                <a:solidFill>
                  <a:srgbClr val="7864A7"/>
                </a:solidFill>
                <a:latin typeface="Arial"/>
                <a:ea typeface="Arial"/>
                <a:cs typeface="Arial"/>
              </a:defRPr>
            </a:pPr>
            <a:r>
              <a:rPr sz="1725" b="0">
                <a:solidFill>
                  <a:srgbClr val="7864A7"/>
                </a:solidFill>
                <a:latin typeface="Arial"/>
                <a:ea typeface="Arial"/>
                <a:cs typeface="Arial"/>
              </a:rPr>
              <a:t>R_mouth/jaw = 0</a:t>
            </a:r>
          </a:p>
        </p:txBody>
      </p:sp>
      <p:sp>
        <p:nvSpPr>
          <p:cNvPr id="163" name="shape_121">
            <a:extLst xmlns:a="http://schemas.openxmlformats.org/drawingml/2006/main">
              <a:ext uri="{FF2B5EF4-FFF2-40B4-BE49-F238E27FC236}">
                <a16:creationId xmlns:a16="http://schemas.microsoft.com/office/drawing/2014/main" id="{AF9B6032-B921-430B-9F7E-6CDE4348E99E}"/>
              </a:ext>
            </a:extLst>
          </p:cNvPr>
          <p:cNvSpPr>
            <a:spLocks xmlns:a="http://schemas.openxmlformats.org/drawingml/2006/main" noGrp="1"/>
          </p:cNvSpPr>
          <p:nvPr/>
        </p:nvSpPr>
        <p:spPr>
          <a:xfrm xmlns:a="http://schemas.openxmlformats.org/drawingml/2006/main">
            <a:off x="428625" y="641985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800" b="0">
                <a:solidFill>
                  <a:srgbClr val="233245"/>
                </a:solidFill>
                <a:latin typeface="Arial"/>
                <a:ea typeface="Arial"/>
                <a:cs typeface="Arial"/>
              </a:defRPr>
            </a:pPr>
            <a:r>
              <a:rPr sz="1800" b="0">
                <a:solidFill>
                  <a:srgbClr val="233245"/>
                </a:solidFill>
                <a:latin typeface="Arial"/>
                <a:ea typeface="Arial"/>
                <a:cs typeface="Arial"/>
              </a:rPr>
              <a:t>M̂ = B₀(C) + P_id + S_exp ⊙ R</a:t>
            </a:r>
          </a:p>
        </p:txBody>
      </p:sp>
      <p:sp>
        <p:nvSpPr>
          <p:cNvPr id="164" name="region_122">
            <a:extLst xmlns:a="http://schemas.openxmlformats.org/drawingml/2006/main">
              <a:ext uri="{FF2B5EF4-FFF2-40B4-BE49-F238E27FC236}">
                <a16:creationId xmlns:a16="http://schemas.microsoft.com/office/drawing/2014/main" id="{3FE3CC81-42A4-4AF0-B1F9-D46CD1BE4427}"/>
              </a:ext>
            </a:extLst>
          </p:cNvPr>
          <p:cNvSpPr>
            <a:spLocks xmlns:a="http://schemas.openxmlformats.org/drawingml/2006/main" noGrp="1"/>
          </p:cNvSpPr>
          <p:nvPr/>
        </p:nvSpPr>
        <p:spPr>
          <a:xfrm xmlns:a="http://schemas.openxmlformats.org/drawingml/2006/main">
            <a:off x="381000" y="6962775"/>
            <a:ext cx="14478000" cy="1257300"/>
          </a:xfrm>
          <a:prstGeom xmlns:a="http://schemas.openxmlformats.org/drawingml/2006/main" prst="roundRect">
            <a:avLst>
              <a:gd name="adj" fmla="val 9091"/>
            </a:avLst>
          </a:prstGeom>
          <a:solidFill xmlns:a="http://schemas.openxmlformats.org/drawingml/2006/main">
            <a:srgbClr val="FFFAF2"/>
          </a:solidFill>
          <a:ln xmlns:a="http://schemas.openxmlformats.org/drawingml/2006/main" w="14288">
            <a:solidFill>
              <a:srgbClr val="B57B38"/>
            </a:solidFill>
          </a:ln>
        </p:spPr>
      </p:sp>
      <p:sp>
        <p:nvSpPr>
          <p:cNvPr id="165" name="shape_123">
            <a:extLst xmlns:a="http://schemas.openxmlformats.org/drawingml/2006/main">
              <a:ext uri="{FF2B5EF4-FFF2-40B4-BE49-F238E27FC236}">
                <a16:creationId xmlns:a16="http://schemas.microsoft.com/office/drawing/2014/main" id="{724CDCF4-6321-465A-972F-4082A9B1B53E}"/>
              </a:ext>
            </a:extLst>
          </p:cNvPr>
          <p:cNvSpPr>
            <a:spLocks xmlns:a="http://schemas.openxmlformats.org/drawingml/2006/main" noGrp="1"/>
          </p:cNvSpPr>
          <p:nvPr/>
        </p:nvSpPr>
        <p:spPr>
          <a:xfrm xmlns:a="http://schemas.openxmlformats.org/drawingml/2006/main">
            <a:off x="552450" y="7038975"/>
            <a:ext cx="1413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B57B38"/>
                </a:solidFill>
                <a:latin typeface="Arial"/>
                <a:ea typeface="Arial"/>
                <a:cs typeface="Arial"/>
              </a:defRPr>
            </a:pPr>
            <a:r>
              <a:rPr sz="1725" b="1">
                <a:solidFill>
                  <a:srgbClr val="B57B38"/>
                </a:solidFill>
                <a:latin typeface="Arial"/>
                <a:ea typeface="Arial"/>
                <a:cs typeface="Arial"/>
              </a:rPr>
              <a:t>(c) Motion-guided affect learning · training only</a:t>
            </a:r>
          </a:p>
        </p:txBody>
      </p:sp>
      <p:sp>
        <p:nvSpPr>
          <p:cNvPr id="166" name="module_124">
            <a:extLst xmlns:a="http://schemas.openxmlformats.org/drawingml/2006/main">
              <a:ext uri="{FF2B5EF4-FFF2-40B4-BE49-F238E27FC236}">
                <a16:creationId xmlns:a16="http://schemas.microsoft.com/office/drawing/2014/main" id="{C68D563B-CA9A-4526-A90C-7E6DB0EF1AAA}"/>
              </a:ext>
            </a:extLst>
          </p:cNvPr>
          <p:cNvSpPr>
            <a:spLocks xmlns:a="http://schemas.openxmlformats.org/drawingml/2006/main" noGrp="1"/>
          </p:cNvSpPr>
          <p:nvPr/>
        </p:nvSpPr>
        <p:spPr>
          <a:xfrm xmlns:a="http://schemas.openxmlformats.org/drawingml/2006/main">
            <a:off x="581025" y="7467600"/>
            <a:ext cx="2781300"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M − B₀(C) − P_id</a:t>
            </a:r>
          </a:p>
        </p:txBody>
      </p:sp>
      <p:sp>
        <p:nvSpPr>
          <p:cNvPr id="167" name="module_125">
            <a:extLst xmlns:a="http://schemas.openxmlformats.org/drawingml/2006/main">
              <a:ext uri="{FF2B5EF4-FFF2-40B4-BE49-F238E27FC236}">
                <a16:creationId xmlns:a16="http://schemas.microsoft.com/office/drawing/2014/main" id="{17D0E4E7-DD82-481F-93EC-321B1CF7645A}"/>
              </a:ext>
            </a:extLst>
          </p:cNvPr>
          <p:cNvSpPr>
            <a:spLocks xmlns:a="http://schemas.openxmlformats.org/drawingml/2006/main" noGrp="1"/>
          </p:cNvSpPr>
          <p:nvPr/>
        </p:nvSpPr>
        <p:spPr>
          <a:xfrm xmlns:a="http://schemas.openxmlformats.org/drawingml/2006/main">
            <a:off x="3724275" y="7467600"/>
            <a:ext cx="2343150"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Motion affect teacher</a:t>
            </a:r>
          </a:p>
        </p:txBody>
      </p:sp>
      <p:sp>
        <p:nvSpPr>
          <p:cNvPr id="168" name="module_126">
            <a:extLst xmlns:a="http://schemas.openxmlformats.org/drawingml/2006/main">
              <a:ext uri="{FF2B5EF4-FFF2-40B4-BE49-F238E27FC236}">
                <a16:creationId xmlns:a16="http://schemas.microsoft.com/office/drawing/2014/main" id="{CD5A5015-A1D4-4A64-989B-0C57F7427543}"/>
              </a:ext>
            </a:extLst>
          </p:cNvPr>
          <p:cNvSpPr>
            <a:spLocks xmlns:a="http://schemas.openxmlformats.org/drawingml/2006/main" noGrp="1"/>
          </p:cNvSpPr>
          <p:nvPr/>
        </p:nvSpPr>
        <p:spPr>
          <a:xfrm xmlns:a="http://schemas.openxmlformats.org/drawingml/2006/main">
            <a:off x="6448425" y="7467600"/>
            <a:ext cx="1304925"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E_gᴹ</a:t>
            </a:r>
          </a:p>
        </p:txBody>
      </p:sp>
      <p:sp>
        <p:nvSpPr>
          <p:cNvPr id="169" name="module_127">
            <a:extLst xmlns:a="http://schemas.openxmlformats.org/drawingml/2006/main">
              <a:ext uri="{FF2B5EF4-FFF2-40B4-BE49-F238E27FC236}">
                <a16:creationId xmlns:a16="http://schemas.microsoft.com/office/drawing/2014/main" id="{BAB02F9F-095A-4857-9EF3-7D68D7837098}"/>
              </a:ext>
            </a:extLst>
          </p:cNvPr>
          <p:cNvSpPr>
            <a:spLocks xmlns:a="http://schemas.openxmlformats.org/drawingml/2006/main" noGrp="1"/>
          </p:cNvSpPr>
          <p:nvPr/>
        </p:nvSpPr>
        <p:spPr>
          <a:xfrm xmlns:a="http://schemas.openxmlformats.org/drawingml/2006/main">
            <a:off x="8201025" y="7467600"/>
            <a:ext cx="2543175"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Global feature alignment</a:t>
            </a:r>
          </a:p>
        </p:txBody>
      </p:sp>
      <p:sp>
        <p:nvSpPr>
          <p:cNvPr id="170" name="module_128">
            <a:extLst xmlns:a="http://schemas.openxmlformats.org/drawingml/2006/main">
              <a:ext uri="{FF2B5EF4-FFF2-40B4-BE49-F238E27FC236}">
                <a16:creationId xmlns:a16="http://schemas.microsoft.com/office/drawing/2014/main" id="{55615AAF-B6B9-41F9-9F91-1FD69AEC17B9}"/>
              </a:ext>
            </a:extLst>
          </p:cNvPr>
          <p:cNvSpPr>
            <a:spLocks xmlns:a="http://schemas.openxmlformats.org/drawingml/2006/main" noGrp="1"/>
          </p:cNvSpPr>
          <p:nvPr/>
        </p:nvSpPr>
        <p:spPr>
          <a:xfrm xmlns:a="http://schemas.openxmlformats.org/drawingml/2006/main">
            <a:off x="11163300" y="7467600"/>
            <a:ext cx="1304925"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E_gᴬ</a:t>
            </a:r>
          </a:p>
        </p:txBody>
      </p:sp>
      <p:sp>
        <p:nvSpPr>
          <p:cNvPr id="171" name="module_129">
            <a:extLst xmlns:a="http://schemas.openxmlformats.org/drawingml/2006/main">
              <a:ext uri="{FF2B5EF4-FFF2-40B4-BE49-F238E27FC236}">
                <a16:creationId xmlns:a16="http://schemas.microsoft.com/office/drawing/2014/main" id="{630F9835-C54B-427D-A04A-D2D867870656}"/>
              </a:ext>
            </a:extLst>
          </p:cNvPr>
          <p:cNvSpPr>
            <a:spLocks xmlns:a="http://schemas.openxmlformats.org/drawingml/2006/main" noGrp="1"/>
          </p:cNvSpPr>
          <p:nvPr/>
        </p:nvSpPr>
        <p:spPr>
          <a:xfrm xmlns:a="http://schemas.openxmlformats.org/drawingml/2006/main">
            <a:off x="12858750" y="7467600"/>
            <a:ext cx="1790700"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Audio student</a:t>
            </a:r>
          </a:p>
        </p:txBody>
      </p:sp>
      <p:sp>
        <p:nvSpPr>
          <p:cNvPr id="172" name="shape_130">
            <a:extLst xmlns:a="http://schemas.openxmlformats.org/drawingml/2006/main">
              <a:ext uri="{FF2B5EF4-FFF2-40B4-BE49-F238E27FC236}">
                <a16:creationId xmlns:a16="http://schemas.microsoft.com/office/drawing/2014/main" id="{A0E7D477-BCF7-42E6-ADCC-BEE6BD8348CE}"/>
              </a:ext>
            </a:extLst>
          </p:cNvPr>
          <p:cNvSpPr>
            <a:spLocks xmlns:a="http://schemas.openxmlformats.org/drawingml/2006/main" noGrp="1"/>
          </p:cNvSpPr>
          <p:nvPr/>
        </p:nvSpPr>
        <p:spPr>
          <a:xfrm xmlns:a="http://schemas.openxmlformats.org/drawingml/2006/main">
            <a:off x="3360420"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73" name="shape_131">
            <a:extLst xmlns:a="http://schemas.openxmlformats.org/drawingml/2006/main">
              <a:ext uri="{FF2B5EF4-FFF2-40B4-BE49-F238E27FC236}">
                <a16:creationId xmlns:a16="http://schemas.microsoft.com/office/drawing/2014/main" id="{C88F8600-650B-4BA5-8617-0C46FAAE6420}"/>
              </a:ext>
            </a:extLst>
          </p:cNvPr>
          <p:cNvSpPr>
            <a:spLocks xmlns:a="http://schemas.openxmlformats.org/drawingml/2006/main" noGrp="1"/>
          </p:cNvSpPr>
          <p:nvPr/>
        </p:nvSpPr>
        <p:spPr>
          <a:xfrm xmlns:a="http://schemas.openxmlformats.org/drawingml/2006/main">
            <a:off x="372237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61" name=""/>
          <p:cNvCxnSpPr>
            <a:stCxn xmlns:a="http://schemas.openxmlformats.org/drawingml/2006/main" id="172" idx="3"/>
            <a:endCxn xmlns:a="http://schemas.openxmlformats.org/drawingml/2006/main" id="173" idx="1"/>
          </p:cNvCxnSpPr>
          <p:nvPr/>
        </p:nvCxnSpPr>
        <p:spPr>
          <a:xfrm xmlns:a="http://schemas.openxmlformats.org/drawingml/2006/main">
            <a:off x="3364230" y="7734300"/>
            <a:ext cx="358140"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75" name="shape_132">
            <a:extLst xmlns:a="http://schemas.openxmlformats.org/drawingml/2006/main">
              <a:ext uri="{FF2B5EF4-FFF2-40B4-BE49-F238E27FC236}">
                <a16:creationId xmlns:a16="http://schemas.microsoft.com/office/drawing/2014/main" id="{C48614FF-FD68-4A30-8695-165ED34728E6}"/>
              </a:ext>
            </a:extLst>
          </p:cNvPr>
          <p:cNvSpPr>
            <a:spLocks xmlns:a="http://schemas.openxmlformats.org/drawingml/2006/main" noGrp="1"/>
          </p:cNvSpPr>
          <p:nvPr/>
        </p:nvSpPr>
        <p:spPr>
          <a:xfrm xmlns:a="http://schemas.openxmlformats.org/drawingml/2006/main">
            <a:off x="6065520"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76" name="shape_133">
            <a:extLst xmlns:a="http://schemas.openxmlformats.org/drawingml/2006/main">
              <a:ext uri="{FF2B5EF4-FFF2-40B4-BE49-F238E27FC236}">
                <a16:creationId xmlns:a16="http://schemas.microsoft.com/office/drawing/2014/main" id="{76179615-C769-4B7F-B1C5-0F10EC259D06}"/>
              </a:ext>
            </a:extLst>
          </p:cNvPr>
          <p:cNvSpPr>
            <a:spLocks xmlns:a="http://schemas.openxmlformats.org/drawingml/2006/main" noGrp="1"/>
          </p:cNvSpPr>
          <p:nvPr/>
        </p:nvSpPr>
        <p:spPr>
          <a:xfrm xmlns:a="http://schemas.openxmlformats.org/drawingml/2006/main">
            <a:off x="644652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64" name=""/>
          <p:cNvCxnSpPr>
            <a:stCxn xmlns:a="http://schemas.openxmlformats.org/drawingml/2006/main" id="175" idx="3"/>
            <a:endCxn xmlns:a="http://schemas.openxmlformats.org/drawingml/2006/main" id="176" idx="1"/>
          </p:cNvCxnSpPr>
          <p:nvPr/>
        </p:nvCxnSpPr>
        <p:spPr>
          <a:xfrm xmlns:a="http://schemas.openxmlformats.org/drawingml/2006/main">
            <a:off x="6069330" y="7734300"/>
            <a:ext cx="377190"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78" name="shape_134">
            <a:extLst xmlns:a="http://schemas.openxmlformats.org/drawingml/2006/main">
              <a:ext uri="{FF2B5EF4-FFF2-40B4-BE49-F238E27FC236}">
                <a16:creationId xmlns:a16="http://schemas.microsoft.com/office/drawing/2014/main" id="{239730B5-996F-47D8-BB74-3AED300B75A3}"/>
              </a:ext>
            </a:extLst>
          </p:cNvPr>
          <p:cNvSpPr>
            <a:spLocks xmlns:a="http://schemas.openxmlformats.org/drawingml/2006/main" noGrp="1"/>
          </p:cNvSpPr>
          <p:nvPr/>
        </p:nvSpPr>
        <p:spPr>
          <a:xfrm xmlns:a="http://schemas.openxmlformats.org/drawingml/2006/main">
            <a:off x="7751445"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79" name="shape_135">
            <a:extLst xmlns:a="http://schemas.openxmlformats.org/drawingml/2006/main">
              <a:ext uri="{FF2B5EF4-FFF2-40B4-BE49-F238E27FC236}">
                <a16:creationId xmlns:a16="http://schemas.microsoft.com/office/drawing/2014/main" id="{04FCFD18-EE22-4175-B3A9-327162019EAF}"/>
              </a:ext>
            </a:extLst>
          </p:cNvPr>
          <p:cNvSpPr>
            <a:spLocks xmlns:a="http://schemas.openxmlformats.org/drawingml/2006/main" noGrp="1"/>
          </p:cNvSpPr>
          <p:nvPr/>
        </p:nvSpPr>
        <p:spPr>
          <a:xfrm xmlns:a="http://schemas.openxmlformats.org/drawingml/2006/main">
            <a:off x="819912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67" name=""/>
          <p:cNvCxnSpPr>
            <a:stCxn xmlns:a="http://schemas.openxmlformats.org/drawingml/2006/main" id="178" idx="3"/>
            <a:endCxn xmlns:a="http://schemas.openxmlformats.org/drawingml/2006/main" id="179" idx="1"/>
          </p:cNvCxnSpPr>
          <p:nvPr/>
        </p:nvCxnSpPr>
        <p:spPr>
          <a:xfrm xmlns:a="http://schemas.openxmlformats.org/drawingml/2006/main">
            <a:off x="7755255" y="7734300"/>
            <a:ext cx="443865"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81" name="shape_136">
            <a:extLst xmlns:a="http://schemas.openxmlformats.org/drawingml/2006/main">
              <a:ext uri="{FF2B5EF4-FFF2-40B4-BE49-F238E27FC236}">
                <a16:creationId xmlns:a16="http://schemas.microsoft.com/office/drawing/2014/main" id="{C263AE43-D964-4093-B438-3CE3616030DF}"/>
              </a:ext>
            </a:extLst>
          </p:cNvPr>
          <p:cNvSpPr>
            <a:spLocks xmlns:a="http://schemas.openxmlformats.org/drawingml/2006/main" noGrp="1"/>
          </p:cNvSpPr>
          <p:nvPr/>
        </p:nvSpPr>
        <p:spPr>
          <a:xfrm xmlns:a="http://schemas.openxmlformats.org/drawingml/2006/main">
            <a:off x="11161395"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82" name="shape_137">
            <a:extLst xmlns:a="http://schemas.openxmlformats.org/drawingml/2006/main">
              <a:ext uri="{FF2B5EF4-FFF2-40B4-BE49-F238E27FC236}">
                <a16:creationId xmlns:a16="http://schemas.microsoft.com/office/drawing/2014/main" id="{095E3025-D1B4-4EAA-B7CD-EB6157379F5A}"/>
              </a:ext>
            </a:extLst>
          </p:cNvPr>
          <p:cNvSpPr>
            <a:spLocks xmlns:a="http://schemas.openxmlformats.org/drawingml/2006/main" noGrp="1"/>
          </p:cNvSpPr>
          <p:nvPr/>
        </p:nvSpPr>
        <p:spPr>
          <a:xfrm xmlns:a="http://schemas.openxmlformats.org/drawingml/2006/main">
            <a:off x="10742295"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70" name=""/>
          <p:cNvCxnSpPr>
            <a:stCxn xmlns:a="http://schemas.openxmlformats.org/drawingml/2006/main" id="181" idx="1"/>
            <a:endCxn xmlns:a="http://schemas.openxmlformats.org/drawingml/2006/main" id="182" idx="3"/>
          </p:cNvCxnSpPr>
          <p:nvPr/>
        </p:nvCxnSpPr>
        <p:spPr>
          <a:xfrm xmlns:a="http://schemas.openxmlformats.org/drawingml/2006/main" flipH="1">
            <a:off x="10746105" y="7734300"/>
            <a:ext cx="415290"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84" name="shape_138">
            <a:extLst xmlns:a="http://schemas.openxmlformats.org/drawingml/2006/main">
              <a:ext uri="{FF2B5EF4-FFF2-40B4-BE49-F238E27FC236}">
                <a16:creationId xmlns:a16="http://schemas.microsoft.com/office/drawing/2014/main" id="{8F142B0F-FA94-4675-AD6D-1C231A7C53BF}"/>
              </a:ext>
            </a:extLst>
          </p:cNvPr>
          <p:cNvSpPr>
            <a:spLocks xmlns:a="http://schemas.openxmlformats.org/drawingml/2006/main" noGrp="1"/>
          </p:cNvSpPr>
          <p:nvPr/>
        </p:nvSpPr>
        <p:spPr>
          <a:xfrm xmlns:a="http://schemas.openxmlformats.org/drawingml/2006/main">
            <a:off x="12856845"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85" name="shape_139">
            <a:extLst xmlns:a="http://schemas.openxmlformats.org/drawingml/2006/main">
              <a:ext uri="{FF2B5EF4-FFF2-40B4-BE49-F238E27FC236}">
                <a16:creationId xmlns:a16="http://schemas.microsoft.com/office/drawing/2014/main" id="{FD4F9B1C-7483-4627-98A9-ADD5215E2DCD}"/>
              </a:ext>
            </a:extLst>
          </p:cNvPr>
          <p:cNvSpPr>
            <a:spLocks xmlns:a="http://schemas.openxmlformats.org/drawingml/2006/main" noGrp="1"/>
          </p:cNvSpPr>
          <p:nvPr/>
        </p:nvSpPr>
        <p:spPr>
          <a:xfrm xmlns:a="http://schemas.openxmlformats.org/drawingml/2006/main">
            <a:off x="1246632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73" name=""/>
          <p:cNvCxnSpPr>
            <a:stCxn xmlns:a="http://schemas.openxmlformats.org/drawingml/2006/main" id="184" idx="1"/>
            <a:endCxn xmlns:a="http://schemas.openxmlformats.org/drawingml/2006/main" id="185" idx="3"/>
          </p:cNvCxnSpPr>
          <p:nvPr/>
        </p:nvCxnSpPr>
        <p:spPr>
          <a:xfrm xmlns:a="http://schemas.openxmlformats.org/drawingml/2006/main" flipH="1">
            <a:off x="12470130" y="7734300"/>
            <a:ext cx="386715"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87" name="shape_140">
            <a:extLst xmlns:a="http://schemas.openxmlformats.org/drawingml/2006/main">
              <a:ext uri="{FF2B5EF4-FFF2-40B4-BE49-F238E27FC236}">
                <a16:creationId xmlns:a16="http://schemas.microsoft.com/office/drawing/2014/main" id="{D2C0EF86-3338-483B-9713-66F14D3ECB68}"/>
              </a:ext>
            </a:extLst>
          </p:cNvPr>
          <p:cNvSpPr>
            <a:spLocks xmlns:a="http://schemas.openxmlformats.org/drawingml/2006/main" noGrp="1"/>
          </p:cNvSpPr>
          <p:nvPr/>
        </p:nvSpPr>
        <p:spPr>
          <a:xfrm xmlns:a="http://schemas.openxmlformats.org/drawingml/2006/main">
            <a:off x="419100" y="8277225"/>
            <a:ext cx="1333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200" b="0">
                <a:solidFill>
                  <a:srgbClr val="697687"/>
                </a:solidFill>
                <a:latin typeface="Arial"/>
                <a:ea typeface="Arial"/>
                <a:cs typeface="Arial"/>
              </a:defRPr>
            </a:pPr>
            <a:r>
              <a:rPr sz="1200" b="0">
                <a:solidFill>
                  <a:srgbClr val="697687"/>
                </a:solidFill>
                <a:latin typeface="Arial"/>
                <a:ea typeface="Arial"/>
                <a:cs typeface="Arial"/>
              </a:rPr>
              <a:t>Solid: synthesis / enrollment     Dashed: training supervision     Screenshot boxes: replace with real frames</a:t>
            </a:r>
          </a:p>
        </p:txBody>
      </p:sp>
    </p:spTree>
    <p:extLst>
      <p:ext uri="{BB962C8B-B14F-4D97-AF65-F5344CB8AC3E}">
        <p14:creationId xmlns:p14="http://schemas.microsoft.com/office/powerpoint/2010/main" val="151812522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8" name="shape_141">
            <a:extLst xmlns:a="http://schemas.openxmlformats.org/drawingml/2006/main">
              <a:ext uri="{FF2B5EF4-FFF2-40B4-BE49-F238E27FC236}">
                <a16:creationId xmlns:a16="http://schemas.microsoft.com/office/drawing/2014/main" id="{850947D3-9FC7-479E-8920-55A4CC9BE4C9}"/>
              </a:ext>
            </a:extLst>
          </p:cNvPr>
          <p:cNvSpPr>
            <a:spLocks xmlns:a="http://schemas.openxmlformats.org/drawingml/2006/main" noGrp="1"/>
          </p:cNvSpPr>
          <p:nvPr/>
        </p:nvSpPr>
        <p:spPr>
          <a:xfrm xmlns:a="http://schemas.openxmlformats.org/drawingml/2006/main">
            <a:off x="400050" y="190500"/>
            <a:ext cx="1128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2550" b="1">
                <a:solidFill>
                  <a:srgbClr val="233245"/>
                </a:solidFill>
                <a:latin typeface="Microsoft YaHei"/>
                <a:ea typeface="Microsoft YaHei"/>
                <a:cs typeface="Microsoft YaHei"/>
              </a:defRPr>
            </a:pPr>
            <a:r>
              <a:rPr sz="2550" b="1">
                <a:solidFill>
                  <a:srgbClr val="233245"/>
                </a:solidFill>
                <a:latin typeface="Microsoft YaHei"/>
                <a:ea typeface="Microsoft YaHei"/>
                <a:cs typeface="Microsoft YaHei"/>
              </a:rPr>
              <a:t>KineTalk：参考条件下的语音驱动面部动画</a:t>
            </a:r>
          </a:p>
        </p:txBody>
      </p:sp>
      <p:sp>
        <p:nvSpPr>
          <p:cNvPr id="2" name="shape_142">
            <a:extLst xmlns:a="http://schemas.openxmlformats.org/drawingml/2006/main">
              <a:ext uri="{FF2B5EF4-FFF2-40B4-BE49-F238E27FC236}">
                <a16:creationId xmlns:a16="http://schemas.microsoft.com/office/drawing/2014/main" id="{7EBD6EF0-6EC1-4D6C-AD43-4EC299512356}"/>
              </a:ext>
            </a:extLst>
          </p:cNvPr>
          <p:cNvSpPr>
            <a:spLocks xmlns:a="http://schemas.openxmlformats.org/drawingml/2006/main" noGrp="1"/>
          </p:cNvSpPr>
          <p:nvPr/>
        </p:nvSpPr>
        <p:spPr>
          <a:xfrm xmlns:a="http://schemas.openxmlformats.org/drawingml/2006/main">
            <a:off x="10001250" y="2857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r">
              <a:defRPr sz="1275" b="0">
                <a:solidFill>
                  <a:srgbClr val="697687"/>
                </a:solidFill>
                <a:latin typeface="Microsoft YaHei"/>
                <a:ea typeface="Microsoft YaHei"/>
                <a:cs typeface="Microsoft YaHei"/>
              </a:defRPr>
            </a:pPr>
            <a:r>
              <a:rPr sz="1275" b="0">
                <a:solidFill>
                  <a:srgbClr val="697687"/>
                </a:solidFill>
                <a:latin typeface="Microsoft YaHei"/>
                <a:ea typeface="Microsoft YaHei"/>
                <a:cs typeface="Microsoft YaHei"/>
              </a:rPr>
              <a:t>口部保护版 Stage4 架构</a:t>
            </a:r>
          </a:p>
        </p:txBody>
      </p:sp>
      <p:sp>
        <p:nvSpPr>
          <p:cNvPr id="3" name="region_143">
            <a:extLst xmlns:a="http://schemas.openxmlformats.org/drawingml/2006/main">
              <a:ext uri="{FF2B5EF4-FFF2-40B4-BE49-F238E27FC236}">
                <a16:creationId xmlns:a16="http://schemas.microsoft.com/office/drawing/2014/main" id="{CFD0E8B0-47E8-41C7-B80B-92EE5B8EA06B}"/>
              </a:ext>
            </a:extLst>
          </p:cNvPr>
          <p:cNvSpPr>
            <a:spLocks xmlns:a="http://schemas.openxmlformats.org/drawingml/2006/main" noGrp="1"/>
          </p:cNvSpPr>
          <p:nvPr/>
        </p:nvSpPr>
        <p:spPr>
          <a:xfrm xmlns:a="http://schemas.openxmlformats.org/drawingml/2006/main">
            <a:off x="381000" y="838200"/>
            <a:ext cx="14478000" cy="2133600"/>
          </a:xfrm>
          <a:prstGeom xmlns:a="http://schemas.openxmlformats.org/drawingml/2006/main" prst="roundRect">
            <a:avLst>
              <a:gd name="adj" fmla="val 5357"/>
            </a:avLst>
          </a:prstGeom>
          <a:solidFill xmlns:a="http://schemas.openxmlformats.org/drawingml/2006/main">
            <a:srgbClr val="F6FAF8"/>
          </a:solidFill>
          <a:ln xmlns:a="http://schemas.openxmlformats.org/drawingml/2006/main" w="14288">
            <a:solidFill>
              <a:srgbClr val="398477"/>
            </a:solidFill>
          </a:ln>
        </p:spPr>
      </p:sp>
      <p:sp>
        <p:nvSpPr>
          <p:cNvPr id="4" name="shape_144">
            <a:extLst xmlns:a="http://schemas.openxmlformats.org/drawingml/2006/main">
              <a:ext uri="{FF2B5EF4-FFF2-40B4-BE49-F238E27FC236}">
                <a16:creationId xmlns:a16="http://schemas.microsoft.com/office/drawing/2014/main" id="{496E3987-0E84-4A30-A0DF-DCCDAA827A5B}"/>
              </a:ext>
            </a:extLst>
          </p:cNvPr>
          <p:cNvSpPr>
            <a:spLocks xmlns:a="http://schemas.openxmlformats.org/drawingml/2006/main" noGrp="1"/>
          </p:cNvSpPr>
          <p:nvPr/>
        </p:nvSpPr>
        <p:spPr>
          <a:xfrm xmlns:a="http://schemas.openxmlformats.org/drawingml/2006/main">
            <a:off x="552450" y="914400"/>
            <a:ext cx="1413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398477"/>
                </a:solidFill>
                <a:latin typeface="Microsoft YaHei"/>
                <a:ea typeface="Microsoft YaHei"/>
                <a:cs typeface="Microsoft YaHei"/>
              </a:defRPr>
            </a:pPr>
            <a:r>
              <a:rPr sz="1725" b="1">
                <a:solidFill>
                  <a:srgbClr val="398477"/>
                </a:solidFill>
                <a:latin typeface="Microsoft YaHei"/>
                <a:ea typeface="Microsoft YaHei"/>
                <a:cs typeface="Microsoft YaHei"/>
              </a:rPr>
              <a:t>(a) 多句中性参考登记</a:t>
            </a:r>
          </a:p>
        </p:txBody>
      </p:sp>
      <p:sp>
        <p:nvSpPr>
          <p:cNvPr id="5" name="module_145">
            <a:extLst xmlns:a="http://schemas.openxmlformats.org/drawingml/2006/main">
              <a:ext uri="{FF2B5EF4-FFF2-40B4-BE49-F238E27FC236}">
                <a16:creationId xmlns:a16="http://schemas.microsoft.com/office/drawing/2014/main" id="{88178786-9E4C-41B1-85D6-97BF8CEAFF9A}"/>
              </a:ext>
            </a:extLst>
          </p:cNvPr>
          <p:cNvSpPr>
            <a:spLocks xmlns:a="http://schemas.openxmlformats.org/drawingml/2006/main" noGrp="1"/>
          </p:cNvSpPr>
          <p:nvPr/>
        </p:nvSpPr>
        <p:spPr>
          <a:xfrm xmlns:a="http://schemas.openxmlformats.org/drawingml/2006/main">
            <a:off x="590550" y="1323975"/>
            <a:ext cx="1619250" cy="504825"/>
          </a:xfrm>
          <a:prstGeom xmlns:a="http://schemas.openxmlformats.org/drawingml/2006/main" prst="roundRect">
            <a:avLst>
              <a:gd name="adj" fmla="val 16981"/>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参考语音</a:t>
            </a:r>
          </a:p>
        </p:txBody>
      </p:sp>
      <p:sp>
        <p:nvSpPr>
          <p:cNvPr id="6" name="replace_with_real_frame_146">
            <a:extLst xmlns:a="http://schemas.openxmlformats.org/drawingml/2006/main">
              <a:ext uri="{FF2B5EF4-FFF2-40B4-BE49-F238E27FC236}">
                <a16:creationId xmlns:a16="http://schemas.microsoft.com/office/drawing/2014/main" id="{C9EBFB11-A59A-47A3-B66A-8C044D350DB4}"/>
              </a:ext>
            </a:extLst>
          </p:cNvPr>
          <p:cNvSpPr>
            <a:spLocks xmlns:a="http://schemas.openxmlformats.org/drawingml/2006/main" noGrp="1"/>
          </p:cNvSpPr>
          <p:nvPr/>
        </p:nvSpPr>
        <p:spPr>
          <a:xfrm xmlns:a="http://schemas.openxmlformats.org/drawingml/2006/main">
            <a:off x="590550" y="1990725"/>
            <a:ext cx="1619250" cy="619125"/>
          </a:xfrm>
          <a:prstGeom xmlns:a="http://schemas.openxmlformats.org/drawingml/2006/main" prst="roundRect">
            <a:avLst>
              <a:gd name="adj" fmla="val 6154"/>
            </a:avLst>
          </a:prstGeom>
          <a:solidFill xmlns:a="http://schemas.openxmlformats.org/drawingml/2006/main">
            <a:srgbClr val="FCFCFD"/>
          </a:solidFill>
          <a:ln xmlns:a="http://schemas.openxmlformats.org/drawingml/2006/main" w="12383">
            <a:solidFill>
              <a:srgbClr val="AAB7C4"/>
            </a:solidFill>
            <a:prstDash val="dash"/>
          </a:ln>
        </p:spPr>
      </p:sp>
      <p:sp>
        <p:nvSpPr>
          <p:cNvPr id="7" name="shape_147">
            <a:extLst xmlns:a="http://schemas.openxmlformats.org/drawingml/2006/main">
              <a:ext uri="{FF2B5EF4-FFF2-40B4-BE49-F238E27FC236}">
                <a16:creationId xmlns:a16="http://schemas.microsoft.com/office/drawing/2014/main" id="{02E39A7F-3578-4DDA-ADE7-07E4508524AD}"/>
              </a:ext>
            </a:extLst>
          </p:cNvPr>
          <p:cNvSpPr>
            <a:spLocks xmlns:a="http://schemas.openxmlformats.org/drawingml/2006/main" noGrp="1"/>
          </p:cNvSpPr>
          <p:nvPr/>
        </p:nvSpPr>
        <p:spPr>
          <a:xfrm xmlns:a="http://schemas.openxmlformats.org/drawingml/2006/main">
            <a:off x="638175" y="2071688"/>
            <a:ext cx="1524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697687"/>
                </a:solidFill>
                <a:latin typeface="Microsoft YaHei"/>
                <a:ea typeface="Microsoft YaHei"/>
                <a:cs typeface="Microsoft YaHei"/>
              </a:defRPr>
            </a:pPr>
            <a:r>
              <a:rPr sz="1350" b="0">
                <a:solidFill>
                  <a:srgbClr val="697687"/>
                </a:solidFill>
                <a:latin typeface="Microsoft YaHei"/>
                <a:ea typeface="Microsoft YaHei"/>
                <a:cs typeface="Microsoft YaHei"/>
              </a:rPr>
              <a:t>中性参考动作</a:t>
            </a:r>
          </a:p>
          <a:p xmlns:a="http://schemas.openxmlformats.org/drawingml/2006/main">
            <a:pPr algn="ctr">
              <a:defRPr sz="1350" b="0">
                <a:solidFill>
                  <a:srgbClr val="697687"/>
                </a:solidFill>
                <a:latin typeface="Microsoft YaHei"/>
                <a:ea typeface="Microsoft YaHei"/>
                <a:cs typeface="Microsoft YaHei"/>
              </a:defRPr>
            </a:pPr>
            <a:r>
              <a:rPr sz="1350" b="0">
                <a:solidFill>
                  <a:srgbClr val="697687"/>
                </a:solidFill>
                <a:latin typeface="Microsoft YaHei"/>
                <a:ea typeface="Microsoft YaHei"/>
                <a:cs typeface="Microsoft YaHei"/>
              </a:rPr>
              <a:t>真实帧待补</a:t>
            </a:r>
          </a:p>
        </p:txBody>
      </p:sp>
      <p:sp>
        <p:nvSpPr>
          <p:cNvPr id="8" name="module_148">
            <a:extLst xmlns:a="http://schemas.openxmlformats.org/drawingml/2006/main">
              <a:ext uri="{FF2B5EF4-FFF2-40B4-BE49-F238E27FC236}">
                <a16:creationId xmlns:a16="http://schemas.microsoft.com/office/drawing/2014/main" id="{C60357EC-C727-45D5-9615-61514CACCBD7}"/>
              </a:ext>
            </a:extLst>
          </p:cNvPr>
          <p:cNvSpPr>
            <a:spLocks xmlns:a="http://schemas.openxmlformats.org/drawingml/2006/main" noGrp="1"/>
          </p:cNvSpPr>
          <p:nvPr/>
        </p:nvSpPr>
        <p:spPr>
          <a:xfrm xmlns:a="http://schemas.openxmlformats.org/drawingml/2006/main">
            <a:off x="2571750" y="1323975"/>
            <a:ext cx="1666875" cy="504825"/>
          </a:xfrm>
          <a:prstGeom xmlns:a="http://schemas.openxmlformats.org/drawingml/2006/main" prst="roundRect">
            <a:avLst>
              <a:gd name="adj" fmla="val 16981"/>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共享发音基座 B₀</a:t>
            </a:r>
          </a:p>
        </p:txBody>
      </p:sp>
      <p:sp>
        <p:nvSpPr>
          <p:cNvPr id="9" name="operator_149">
            <a:extLst xmlns:a="http://schemas.openxmlformats.org/drawingml/2006/main">
              <a:ext uri="{FF2B5EF4-FFF2-40B4-BE49-F238E27FC236}">
                <a16:creationId xmlns:a16="http://schemas.microsoft.com/office/drawing/2014/main" id="{BCD17337-A805-4860-9EBC-7A8FE0992F21}"/>
              </a:ext>
            </a:extLst>
          </p:cNvPr>
          <p:cNvSpPr>
            <a:spLocks xmlns:a="http://schemas.openxmlformats.org/drawingml/2006/main" noGrp="1"/>
          </p:cNvSpPr>
          <p:nvPr/>
        </p:nvSpPr>
        <p:spPr>
          <a:xfrm xmlns:a="http://schemas.openxmlformats.org/drawingml/2006/main">
            <a:off x="4524375" y="1524000"/>
            <a:ext cx="400050" cy="400050"/>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245"/>
            </a:solidFill>
          </a:ln>
        </p:spPr>
        <p:txBody>
          <a:bodyPr xmlns:a="http://schemas.openxmlformats.org/drawingml/2006/main" lIns="0" tIns="0" rIns="0" bIns="0" anchor="ctr"/>
          <a:lstStyle xmlns:a="http://schemas.openxmlformats.org/drawingml/2006/main"/>
          <a:p xmlns:a="http://schemas.openxmlformats.org/drawingml/2006/main">
            <a:pPr algn="ctr">
              <a:defRPr sz="1795">
                <a:solidFill>
                  <a:srgbClr val="233245"/>
                </a:solidFill>
                <a:latin typeface="Arial"/>
                <a:ea typeface="Arial"/>
                <a:cs typeface="Arial"/>
              </a:defRPr>
            </a:pPr>
            <a:r>
              <a:rPr sz="1795">
                <a:solidFill>
                  <a:srgbClr val="233245"/>
                </a:solidFill>
                <a:latin typeface="Arial"/>
                <a:ea typeface="Arial"/>
                <a:cs typeface="Arial"/>
              </a:rPr>
              <a:t>−</a:t>
            </a:r>
          </a:p>
        </p:txBody>
      </p:sp>
      <p:sp>
        <p:nvSpPr>
          <p:cNvPr id="10" name="shape_150">
            <a:extLst xmlns:a="http://schemas.openxmlformats.org/drawingml/2006/main">
              <a:ext uri="{FF2B5EF4-FFF2-40B4-BE49-F238E27FC236}">
                <a16:creationId xmlns:a16="http://schemas.microsoft.com/office/drawing/2014/main" id="{722CAC7B-E26C-4555-A3CA-7A61F348EA79}"/>
              </a:ext>
            </a:extLst>
          </p:cNvPr>
          <p:cNvSpPr>
            <a:spLocks xmlns:a="http://schemas.openxmlformats.org/drawingml/2006/main" noGrp="1"/>
          </p:cNvSpPr>
          <p:nvPr/>
        </p:nvSpPr>
        <p:spPr>
          <a:xfrm xmlns:a="http://schemas.openxmlformats.org/drawingml/2006/main">
            <a:off x="2207895" y="1569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1" name="shape_151">
            <a:extLst xmlns:a="http://schemas.openxmlformats.org/drawingml/2006/main">
              <a:ext uri="{FF2B5EF4-FFF2-40B4-BE49-F238E27FC236}">
                <a16:creationId xmlns:a16="http://schemas.microsoft.com/office/drawing/2014/main" id="{BD6D1CEC-8602-4E4E-BC30-D546E9BED91D}"/>
              </a:ext>
            </a:extLst>
          </p:cNvPr>
          <p:cNvSpPr>
            <a:spLocks xmlns:a="http://schemas.openxmlformats.org/drawingml/2006/main" noGrp="1"/>
          </p:cNvSpPr>
          <p:nvPr/>
        </p:nvSpPr>
        <p:spPr>
          <a:xfrm xmlns:a="http://schemas.openxmlformats.org/drawingml/2006/main">
            <a:off x="2569845" y="1569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99" name=""/>
          <p:cNvCxnSpPr>
            <a:stCxn xmlns:a="http://schemas.openxmlformats.org/drawingml/2006/main" id="10" idx="3"/>
            <a:endCxn xmlns:a="http://schemas.openxmlformats.org/drawingml/2006/main" id="11" idx="1"/>
          </p:cNvCxnSpPr>
          <p:nvPr/>
        </p:nvCxnSpPr>
        <p:spPr>
          <a:xfrm xmlns:a="http://schemas.openxmlformats.org/drawingml/2006/main">
            <a:off x="2211705" y="1571625"/>
            <a:ext cx="35814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13" name="shape_152">
            <a:extLst xmlns:a="http://schemas.openxmlformats.org/drawingml/2006/main">
              <a:ext uri="{FF2B5EF4-FFF2-40B4-BE49-F238E27FC236}">
                <a16:creationId xmlns:a16="http://schemas.microsoft.com/office/drawing/2014/main" id="{25F62814-9368-4885-8732-96B4F322F99D}"/>
              </a:ext>
            </a:extLst>
          </p:cNvPr>
          <p:cNvSpPr>
            <a:spLocks xmlns:a="http://schemas.openxmlformats.org/drawingml/2006/main" noGrp="1"/>
          </p:cNvSpPr>
          <p:nvPr/>
        </p:nvSpPr>
        <p:spPr>
          <a:xfrm xmlns:a="http://schemas.openxmlformats.org/drawingml/2006/main">
            <a:off x="4236720" y="1569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4" name="shape_153">
            <a:extLst xmlns:a="http://schemas.openxmlformats.org/drawingml/2006/main">
              <a:ext uri="{FF2B5EF4-FFF2-40B4-BE49-F238E27FC236}">
                <a16:creationId xmlns:a16="http://schemas.microsoft.com/office/drawing/2014/main" id="{85323C33-B6DA-4C93-9200-C3F502A692D9}"/>
              </a:ext>
            </a:extLst>
          </p:cNvPr>
          <p:cNvSpPr>
            <a:spLocks xmlns:a="http://schemas.openxmlformats.org/drawingml/2006/main" noGrp="1"/>
          </p:cNvSpPr>
          <p:nvPr/>
        </p:nvSpPr>
        <p:spPr>
          <a:xfrm xmlns:a="http://schemas.openxmlformats.org/drawingml/2006/main">
            <a:off x="4389120" y="1569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2" name=""/>
          <p:cNvCxnSpPr>
            <a:stCxn xmlns:a="http://schemas.openxmlformats.org/drawingml/2006/main" id="13" idx="3"/>
            <a:endCxn xmlns:a="http://schemas.openxmlformats.org/drawingml/2006/main" id="14" idx="1"/>
          </p:cNvCxnSpPr>
          <p:nvPr/>
        </p:nvCxnSpPr>
        <p:spPr>
          <a:xfrm xmlns:a="http://schemas.openxmlformats.org/drawingml/2006/main">
            <a:off x="4240530" y="1571625"/>
            <a:ext cx="148590" cy="0"/>
          </a:xfrm>
          <a:prstGeom xmlns:a="http://schemas.openxmlformats.org/drawingml/2006/main" prst="straightConnector1">
            <a:avLst/>
          </a:prstGeom>
          <a:ln xmlns:a="http://schemas.openxmlformats.org/drawingml/2006/main" w="19050">
            <a:solidFill>
              <a:srgbClr val="377EA6"/>
            </a:solidFill>
            <a:prstDash val="solid"/>
          </a:ln>
        </p:spPr>
      </p:cxnSp>
      <p:sp>
        <p:nvSpPr>
          <p:cNvPr id="16" name="shape_154">
            <a:extLst xmlns:a="http://schemas.openxmlformats.org/drawingml/2006/main">
              <a:ext uri="{FF2B5EF4-FFF2-40B4-BE49-F238E27FC236}">
                <a16:creationId xmlns:a16="http://schemas.microsoft.com/office/drawing/2014/main" id="{22CF4BFC-D218-44D9-BAB7-F2445227A944}"/>
              </a:ext>
            </a:extLst>
          </p:cNvPr>
          <p:cNvSpPr>
            <a:spLocks xmlns:a="http://schemas.openxmlformats.org/drawingml/2006/main" noGrp="1"/>
          </p:cNvSpPr>
          <p:nvPr/>
        </p:nvSpPr>
        <p:spPr>
          <a:xfrm xmlns:a="http://schemas.openxmlformats.org/drawingml/2006/main">
            <a:off x="4389120" y="1569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7" name="shape_155">
            <a:extLst xmlns:a="http://schemas.openxmlformats.org/drawingml/2006/main">
              <a:ext uri="{FF2B5EF4-FFF2-40B4-BE49-F238E27FC236}">
                <a16:creationId xmlns:a16="http://schemas.microsoft.com/office/drawing/2014/main" id="{F075C1D8-F135-4D38-A815-CD82846CADEE}"/>
              </a:ext>
            </a:extLst>
          </p:cNvPr>
          <p:cNvSpPr>
            <a:spLocks xmlns:a="http://schemas.openxmlformats.org/drawingml/2006/main" noGrp="1"/>
          </p:cNvSpPr>
          <p:nvPr/>
        </p:nvSpPr>
        <p:spPr>
          <a:xfrm xmlns:a="http://schemas.openxmlformats.org/drawingml/2006/main">
            <a:off x="4389120" y="17221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5" name=""/>
          <p:cNvCxnSpPr>
            <a:stCxn xmlns:a="http://schemas.openxmlformats.org/drawingml/2006/main" id="16" idx="2"/>
            <a:endCxn xmlns:a="http://schemas.openxmlformats.org/drawingml/2006/main" id="17" idx="0"/>
          </p:cNvCxnSpPr>
          <p:nvPr/>
        </p:nvCxnSpPr>
        <p:spPr>
          <a:xfrm xmlns:a="http://schemas.openxmlformats.org/drawingml/2006/main">
            <a:off x="4391025" y="1573530"/>
            <a:ext cx="0" cy="148590"/>
          </a:xfrm>
          <a:prstGeom xmlns:a="http://schemas.openxmlformats.org/drawingml/2006/main" prst="straightConnector1">
            <a:avLst/>
          </a:prstGeom>
          <a:ln xmlns:a="http://schemas.openxmlformats.org/drawingml/2006/main" w="19050">
            <a:solidFill>
              <a:srgbClr val="377EA6"/>
            </a:solidFill>
            <a:prstDash val="solid"/>
          </a:ln>
        </p:spPr>
      </p:cxnSp>
      <p:sp>
        <p:nvSpPr>
          <p:cNvPr id="19" name="shape_156">
            <a:extLst xmlns:a="http://schemas.openxmlformats.org/drawingml/2006/main">
              <a:ext uri="{FF2B5EF4-FFF2-40B4-BE49-F238E27FC236}">
                <a16:creationId xmlns:a16="http://schemas.microsoft.com/office/drawing/2014/main" id="{8FC5B686-33E2-478E-8521-762A2EC015DC}"/>
              </a:ext>
            </a:extLst>
          </p:cNvPr>
          <p:cNvSpPr>
            <a:spLocks xmlns:a="http://schemas.openxmlformats.org/drawingml/2006/main" noGrp="1"/>
          </p:cNvSpPr>
          <p:nvPr/>
        </p:nvSpPr>
        <p:spPr>
          <a:xfrm xmlns:a="http://schemas.openxmlformats.org/drawingml/2006/main">
            <a:off x="4389120" y="1722120"/>
            <a:ext cx="3810" cy="3810"/>
          </a:xfrm>
          <a:prstGeom xmlns:a="http://schemas.openxmlformats.org/drawingml/2006/main" prst="rect">
            <a:avLst/>
          </a:prstGeom>
          <a:noFill xmlns:a="http://schemas.openxmlformats.org/drawingml/2006/main"/>
          <a:ln xmlns:a="http://schemas.openxmlformats.org/drawingml/2006/main" w="0">
            <a:noFill/>
          </a:ln>
        </p:spPr>
      </p:sp>
      <p:sp>
        <p:nvSpPr>
          <p:cNvPr id="20" name="shape_157">
            <a:extLst xmlns:a="http://schemas.openxmlformats.org/drawingml/2006/main">
              <a:ext uri="{FF2B5EF4-FFF2-40B4-BE49-F238E27FC236}">
                <a16:creationId xmlns:a16="http://schemas.microsoft.com/office/drawing/2014/main" id="{2247E8AA-FB62-4ACD-AAB3-6E95A8FFB395}"/>
              </a:ext>
            </a:extLst>
          </p:cNvPr>
          <p:cNvSpPr>
            <a:spLocks xmlns:a="http://schemas.openxmlformats.org/drawingml/2006/main" noGrp="1"/>
          </p:cNvSpPr>
          <p:nvPr/>
        </p:nvSpPr>
        <p:spPr>
          <a:xfrm xmlns:a="http://schemas.openxmlformats.org/drawingml/2006/main">
            <a:off x="4522470" y="17221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8" name=""/>
          <p:cNvCxnSpPr>
            <a:stCxn xmlns:a="http://schemas.openxmlformats.org/drawingml/2006/main" id="19" idx="3"/>
            <a:endCxn xmlns:a="http://schemas.openxmlformats.org/drawingml/2006/main" id="20" idx="1"/>
          </p:cNvCxnSpPr>
          <p:nvPr/>
        </p:nvCxnSpPr>
        <p:spPr>
          <a:xfrm xmlns:a="http://schemas.openxmlformats.org/drawingml/2006/main">
            <a:off x="4392930" y="1724025"/>
            <a:ext cx="1295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22" name="shape_158">
            <a:extLst xmlns:a="http://schemas.openxmlformats.org/drawingml/2006/main">
              <a:ext uri="{FF2B5EF4-FFF2-40B4-BE49-F238E27FC236}">
                <a16:creationId xmlns:a16="http://schemas.microsoft.com/office/drawing/2014/main" id="{A39C6D85-2793-483B-958F-18B8303822CA}"/>
              </a:ext>
            </a:extLst>
          </p:cNvPr>
          <p:cNvSpPr>
            <a:spLocks xmlns:a="http://schemas.openxmlformats.org/drawingml/2006/main" noGrp="1"/>
          </p:cNvSpPr>
          <p:nvPr/>
        </p:nvSpPr>
        <p:spPr>
          <a:xfrm xmlns:a="http://schemas.openxmlformats.org/drawingml/2006/main">
            <a:off x="2207895" y="2293620"/>
            <a:ext cx="3810" cy="3810"/>
          </a:xfrm>
          <a:prstGeom xmlns:a="http://schemas.openxmlformats.org/drawingml/2006/main" prst="rect">
            <a:avLst/>
          </a:prstGeom>
          <a:noFill xmlns:a="http://schemas.openxmlformats.org/drawingml/2006/main"/>
          <a:ln xmlns:a="http://schemas.openxmlformats.org/drawingml/2006/main" w="0">
            <a:noFill/>
          </a:ln>
        </p:spPr>
      </p:sp>
      <p:sp>
        <p:nvSpPr>
          <p:cNvPr id="23" name="shape_159">
            <a:extLst xmlns:a="http://schemas.openxmlformats.org/drawingml/2006/main">
              <a:ext uri="{FF2B5EF4-FFF2-40B4-BE49-F238E27FC236}">
                <a16:creationId xmlns:a16="http://schemas.microsoft.com/office/drawing/2014/main" id="{61E3045C-4F4F-454F-92F8-4EE4FE3AF846}"/>
              </a:ext>
            </a:extLst>
          </p:cNvPr>
          <p:cNvSpPr>
            <a:spLocks xmlns:a="http://schemas.openxmlformats.org/drawingml/2006/main" noGrp="1"/>
          </p:cNvSpPr>
          <p:nvPr/>
        </p:nvSpPr>
        <p:spPr>
          <a:xfrm xmlns:a="http://schemas.openxmlformats.org/drawingml/2006/main">
            <a:off x="4722495" y="22936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11" name=""/>
          <p:cNvCxnSpPr>
            <a:stCxn xmlns:a="http://schemas.openxmlformats.org/drawingml/2006/main" id="22" idx="3"/>
            <a:endCxn xmlns:a="http://schemas.openxmlformats.org/drawingml/2006/main" id="23" idx="1"/>
          </p:cNvCxnSpPr>
          <p:nvPr/>
        </p:nvCxnSpPr>
        <p:spPr>
          <a:xfrm xmlns:a="http://schemas.openxmlformats.org/drawingml/2006/main">
            <a:off x="2211705" y="2295525"/>
            <a:ext cx="2510790" cy="0"/>
          </a:xfrm>
          <a:prstGeom xmlns:a="http://schemas.openxmlformats.org/drawingml/2006/main" prst="straightConnector1">
            <a:avLst/>
          </a:prstGeom>
          <a:ln xmlns:a="http://schemas.openxmlformats.org/drawingml/2006/main" w="19050">
            <a:solidFill>
              <a:srgbClr val="398477"/>
            </a:solidFill>
            <a:prstDash val="solid"/>
          </a:ln>
        </p:spPr>
      </p:cxnSp>
      <p:sp>
        <p:nvSpPr>
          <p:cNvPr id="25" name="shape_160">
            <a:extLst xmlns:a="http://schemas.openxmlformats.org/drawingml/2006/main">
              <a:ext uri="{FF2B5EF4-FFF2-40B4-BE49-F238E27FC236}">
                <a16:creationId xmlns:a16="http://schemas.microsoft.com/office/drawing/2014/main" id="{3C8D5BD0-5914-4A45-8274-AEBABCFE92E6}"/>
              </a:ext>
            </a:extLst>
          </p:cNvPr>
          <p:cNvSpPr>
            <a:spLocks xmlns:a="http://schemas.openxmlformats.org/drawingml/2006/main" noGrp="1"/>
          </p:cNvSpPr>
          <p:nvPr/>
        </p:nvSpPr>
        <p:spPr>
          <a:xfrm xmlns:a="http://schemas.openxmlformats.org/drawingml/2006/main">
            <a:off x="4722495" y="2293620"/>
            <a:ext cx="3810" cy="3810"/>
          </a:xfrm>
          <a:prstGeom xmlns:a="http://schemas.openxmlformats.org/drawingml/2006/main" prst="rect">
            <a:avLst/>
          </a:prstGeom>
          <a:noFill xmlns:a="http://schemas.openxmlformats.org/drawingml/2006/main"/>
          <a:ln xmlns:a="http://schemas.openxmlformats.org/drawingml/2006/main" w="0">
            <a:noFill/>
          </a:ln>
        </p:spPr>
      </p:sp>
      <p:sp>
        <p:nvSpPr>
          <p:cNvPr id="26" name="shape_161">
            <a:extLst xmlns:a="http://schemas.openxmlformats.org/drawingml/2006/main">
              <a:ext uri="{FF2B5EF4-FFF2-40B4-BE49-F238E27FC236}">
                <a16:creationId xmlns:a16="http://schemas.microsoft.com/office/drawing/2014/main" id="{BA97D788-5DBE-49BD-B831-47387F08C9C6}"/>
              </a:ext>
            </a:extLst>
          </p:cNvPr>
          <p:cNvSpPr>
            <a:spLocks xmlns:a="http://schemas.openxmlformats.org/drawingml/2006/main" noGrp="1"/>
          </p:cNvSpPr>
          <p:nvPr/>
        </p:nvSpPr>
        <p:spPr>
          <a:xfrm xmlns:a="http://schemas.openxmlformats.org/drawingml/2006/main">
            <a:off x="4722495" y="19221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14" name=""/>
          <p:cNvCxnSpPr>
            <a:stCxn xmlns:a="http://schemas.openxmlformats.org/drawingml/2006/main" id="25" idx="0"/>
            <a:endCxn xmlns:a="http://schemas.openxmlformats.org/drawingml/2006/main" id="26" idx="2"/>
          </p:cNvCxnSpPr>
          <p:nvPr/>
        </p:nvCxnSpPr>
        <p:spPr>
          <a:xfrm xmlns:a="http://schemas.openxmlformats.org/drawingml/2006/main" flipV="1">
            <a:off x="4724400" y="1925955"/>
            <a:ext cx="0" cy="36766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28" name="shape_162">
            <a:extLst xmlns:a="http://schemas.openxmlformats.org/drawingml/2006/main">
              <a:ext uri="{FF2B5EF4-FFF2-40B4-BE49-F238E27FC236}">
                <a16:creationId xmlns:a16="http://schemas.microsoft.com/office/drawing/2014/main" id="{7FA4F2D1-C710-45C2-AEE1-2A0C5123DA08}"/>
              </a:ext>
            </a:extLst>
          </p:cNvPr>
          <p:cNvSpPr>
            <a:spLocks xmlns:a="http://schemas.openxmlformats.org/drawingml/2006/main" noGrp="1"/>
          </p:cNvSpPr>
          <p:nvPr/>
        </p:nvSpPr>
        <p:spPr>
          <a:xfrm xmlns:a="http://schemas.openxmlformats.org/drawingml/2006/main">
            <a:off x="2600325" y="1981200"/>
            <a:ext cx="16287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275" b="0">
                <a:solidFill>
                  <a:srgbClr val="697687"/>
                </a:solidFill>
                <a:latin typeface="Microsoft YaHei"/>
                <a:ea typeface="Microsoft YaHei"/>
                <a:cs typeface="Microsoft YaHei"/>
              </a:defRPr>
            </a:pPr>
            <a:r>
              <a:rPr sz="1275" b="0">
                <a:solidFill>
                  <a:srgbClr val="697687"/>
                </a:solidFill>
                <a:latin typeface="Microsoft YaHei"/>
                <a:ea typeface="Microsoft YaHei"/>
                <a:cs typeface="Microsoft YaHei"/>
              </a:rPr>
              <a:t>语音与动作配对</a:t>
            </a:r>
          </a:p>
        </p:txBody>
      </p:sp>
      <p:sp>
        <p:nvSpPr>
          <p:cNvPr id="29" name="module_163">
            <a:extLst xmlns:a="http://schemas.openxmlformats.org/drawingml/2006/main">
              <a:ext uri="{FF2B5EF4-FFF2-40B4-BE49-F238E27FC236}">
                <a16:creationId xmlns:a16="http://schemas.microsoft.com/office/drawing/2014/main" id="{AB14DAEF-85E1-4103-B900-C1C6508F616F}"/>
              </a:ext>
            </a:extLst>
          </p:cNvPr>
          <p:cNvSpPr>
            <a:spLocks xmlns:a="http://schemas.openxmlformats.org/drawingml/2006/main" noGrp="1"/>
          </p:cNvSpPr>
          <p:nvPr/>
        </p:nvSpPr>
        <p:spPr>
          <a:xfrm xmlns:a="http://schemas.openxmlformats.org/drawingml/2006/main">
            <a:off x="5286375" y="1400175"/>
            <a:ext cx="2076450"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参考动作残差</a:t>
            </a:r>
          </a:p>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Rʳ = Mʳ − B₀(Cʳ)</a:t>
            </a:r>
          </a:p>
        </p:txBody>
      </p:sp>
      <p:sp>
        <p:nvSpPr>
          <p:cNvPr id="30" name="shape_164">
            <a:extLst xmlns:a="http://schemas.openxmlformats.org/drawingml/2006/main">
              <a:ext uri="{FF2B5EF4-FFF2-40B4-BE49-F238E27FC236}">
                <a16:creationId xmlns:a16="http://schemas.microsoft.com/office/drawing/2014/main" id="{8F75760A-7EDF-4611-B2E0-37935F849029}"/>
              </a:ext>
            </a:extLst>
          </p:cNvPr>
          <p:cNvSpPr>
            <a:spLocks xmlns:a="http://schemas.openxmlformats.org/drawingml/2006/main" noGrp="1"/>
          </p:cNvSpPr>
          <p:nvPr/>
        </p:nvSpPr>
        <p:spPr>
          <a:xfrm xmlns:a="http://schemas.openxmlformats.org/drawingml/2006/main">
            <a:off x="4922520" y="1722120"/>
            <a:ext cx="3810" cy="3810"/>
          </a:xfrm>
          <a:prstGeom xmlns:a="http://schemas.openxmlformats.org/drawingml/2006/main" prst="rect">
            <a:avLst/>
          </a:prstGeom>
          <a:noFill xmlns:a="http://schemas.openxmlformats.org/drawingml/2006/main"/>
          <a:ln xmlns:a="http://schemas.openxmlformats.org/drawingml/2006/main" w="0">
            <a:noFill/>
          </a:ln>
        </p:spPr>
      </p:sp>
      <p:sp>
        <p:nvSpPr>
          <p:cNvPr id="31" name="shape_165">
            <a:extLst xmlns:a="http://schemas.openxmlformats.org/drawingml/2006/main">
              <a:ext uri="{FF2B5EF4-FFF2-40B4-BE49-F238E27FC236}">
                <a16:creationId xmlns:a16="http://schemas.microsoft.com/office/drawing/2014/main" id="{5BCC052E-987F-4092-9DDF-BA7311936FD5}"/>
              </a:ext>
            </a:extLst>
          </p:cNvPr>
          <p:cNvSpPr>
            <a:spLocks xmlns:a="http://schemas.openxmlformats.org/drawingml/2006/main" noGrp="1"/>
          </p:cNvSpPr>
          <p:nvPr/>
        </p:nvSpPr>
        <p:spPr>
          <a:xfrm xmlns:a="http://schemas.openxmlformats.org/drawingml/2006/main">
            <a:off x="5284470" y="17221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19" name=""/>
          <p:cNvCxnSpPr>
            <a:stCxn xmlns:a="http://schemas.openxmlformats.org/drawingml/2006/main" id="30" idx="3"/>
            <a:endCxn xmlns:a="http://schemas.openxmlformats.org/drawingml/2006/main" id="31" idx="1"/>
          </p:cNvCxnSpPr>
          <p:nvPr/>
        </p:nvCxnSpPr>
        <p:spPr>
          <a:xfrm xmlns:a="http://schemas.openxmlformats.org/drawingml/2006/main">
            <a:off x="4926330" y="1724025"/>
            <a:ext cx="35814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33" name="module_166">
            <a:extLst xmlns:a="http://schemas.openxmlformats.org/drawingml/2006/main">
              <a:ext uri="{FF2B5EF4-FFF2-40B4-BE49-F238E27FC236}">
                <a16:creationId xmlns:a16="http://schemas.microsoft.com/office/drawing/2014/main" id="{B2450304-EFB3-4527-A693-A44AF992A14A}"/>
              </a:ext>
            </a:extLst>
          </p:cNvPr>
          <p:cNvSpPr>
            <a:spLocks xmlns:a="http://schemas.openxmlformats.org/drawingml/2006/main" noGrp="1"/>
          </p:cNvSpPr>
          <p:nvPr/>
        </p:nvSpPr>
        <p:spPr>
          <a:xfrm xmlns:a="http://schemas.openxmlformats.org/drawingml/2006/main">
            <a:off x="7734300" y="1400175"/>
            <a:ext cx="1981200"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残差统计与共享编码</a:t>
            </a:r>
          </a:p>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多参考聚合</a:t>
            </a:r>
          </a:p>
        </p:txBody>
      </p:sp>
      <p:sp>
        <p:nvSpPr>
          <p:cNvPr id="34" name="shape_167">
            <a:extLst xmlns:a="http://schemas.openxmlformats.org/drawingml/2006/main">
              <a:ext uri="{FF2B5EF4-FFF2-40B4-BE49-F238E27FC236}">
                <a16:creationId xmlns:a16="http://schemas.microsoft.com/office/drawing/2014/main" id="{0B02F297-12F9-46AE-99B0-EEA0AF15930D}"/>
              </a:ext>
            </a:extLst>
          </p:cNvPr>
          <p:cNvSpPr>
            <a:spLocks xmlns:a="http://schemas.openxmlformats.org/drawingml/2006/main" noGrp="1"/>
          </p:cNvSpPr>
          <p:nvPr/>
        </p:nvSpPr>
        <p:spPr>
          <a:xfrm xmlns:a="http://schemas.openxmlformats.org/drawingml/2006/main">
            <a:off x="7360920" y="1788795"/>
            <a:ext cx="3810" cy="3810"/>
          </a:xfrm>
          <a:prstGeom xmlns:a="http://schemas.openxmlformats.org/drawingml/2006/main" prst="rect">
            <a:avLst/>
          </a:prstGeom>
          <a:noFill xmlns:a="http://schemas.openxmlformats.org/drawingml/2006/main"/>
          <a:ln xmlns:a="http://schemas.openxmlformats.org/drawingml/2006/main" w="0">
            <a:noFill/>
          </a:ln>
        </p:spPr>
      </p:sp>
      <p:sp>
        <p:nvSpPr>
          <p:cNvPr id="35" name="shape_168">
            <a:extLst xmlns:a="http://schemas.openxmlformats.org/drawingml/2006/main">
              <a:ext uri="{FF2B5EF4-FFF2-40B4-BE49-F238E27FC236}">
                <a16:creationId xmlns:a16="http://schemas.microsoft.com/office/drawing/2014/main" id="{7ACCBD02-5A25-4472-8DE4-83100238554D}"/>
              </a:ext>
            </a:extLst>
          </p:cNvPr>
          <p:cNvSpPr>
            <a:spLocks xmlns:a="http://schemas.openxmlformats.org/drawingml/2006/main" noGrp="1"/>
          </p:cNvSpPr>
          <p:nvPr/>
        </p:nvSpPr>
        <p:spPr>
          <a:xfrm xmlns:a="http://schemas.openxmlformats.org/drawingml/2006/main">
            <a:off x="7732395" y="1788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23" name=""/>
          <p:cNvCxnSpPr>
            <a:stCxn xmlns:a="http://schemas.openxmlformats.org/drawingml/2006/main" id="34" idx="3"/>
            <a:endCxn xmlns:a="http://schemas.openxmlformats.org/drawingml/2006/main" id="35" idx="1"/>
          </p:cNvCxnSpPr>
          <p:nvPr/>
        </p:nvCxnSpPr>
        <p:spPr>
          <a:xfrm xmlns:a="http://schemas.openxmlformats.org/drawingml/2006/main">
            <a:off x="7364730" y="1790700"/>
            <a:ext cx="367665"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37" name="module_169">
            <a:extLst xmlns:a="http://schemas.openxmlformats.org/drawingml/2006/main">
              <a:ext uri="{FF2B5EF4-FFF2-40B4-BE49-F238E27FC236}">
                <a16:creationId xmlns:a16="http://schemas.microsoft.com/office/drawing/2014/main" id="{A5166C58-5EAC-4EA7-BB6A-60939B950C94}"/>
              </a:ext>
            </a:extLst>
          </p:cNvPr>
          <p:cNvSpPr>
            <a:spLocks xmlns:a="http://schemas.openxmlformats.org/drawingml/2006/main" noGrp="1"/>
          </p:cNvSpPr>
          <p:nvPr/>
        </p:nvSpPr>
        <p:spPr>
          <a:xfrm xmlns:a="http://schemas.openxmlformats.org/drawingml/2006/main">
            <a:off x="10096500" y="1400175"/>
            <a:ext cx="1638300"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个体执行表征</a:t>
            </a:r>
          </a:p>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S_id</a:t>
            </a:r>
          </a:p>
        </p:txBody>
      </p:sp>
      <p:sp>
        <p:nvSpPr>
          <p:cNvPr id="38" name="shape_170">
            <a:extLst xmlns:a="http://schemas.openxmlformats.org/drawingml/2006/main">
              <a:ext uri="{FF2B5EF4-FFF2-40B4-BE49-F238E27FC236}">
                <a16:creationId xmlns:a16="http://schemas.microsoft.com/office/drawing/2014/main" id="{8C4CFDA1-40C0-4852-8A34-E6EF63A264A3}"/>
              </a:ext>
            </a:extLst>
          </p:cNvPr>
          <p:cNvSpPr>
            <a:spLocks xmlns:a="http://schemas.openxmlformats.org/drawingml/2006/main" noGrp="1"/>
          </p:cNvSpPr>
          <p:nvPr/>
        </p:nvSpPr>
        <p:spPr>
          <a:xfrm xmlns:a="http://schemas.openxmlformats.org/drawingml/2006/main">
            <a:off x="9713595" y="1788795"/>
            <a:ext cx="3810" cy="3810"/>
          </a:xfrm>
          <a:prstGeom xmlns:a="http://schemas.openxmlformats.org/drawingml/2006/main" prst="rect">
            <a:avLst/>
          </a:prstGeom>
          <a:noFill xmlns:a="http://schemas.openxmlformats.org/drawingml/2006/main"/>
          <a:ln xmlns:a="http://schemas.openxmlformats.org/drawingml/2006/main" w="0">
            <a:noFill/>
          </a:ln>
        </p:spPr>
      </p:sp>
      <p:sp>
        <p:nvSpPr>
          <p:cNvPr id="39" name="shape_171">
            <a:extLst xmlns:a="http://schemas.openxmlformats.org/drawingml/2006/main">
              <a:ext uri="{FF2B5EF4-FFF2-40B4-BE49-F238E27FC236}">
                <a16:creationId xmlns:a16="http://schemas.microsoft.com/office/drawing/2014/main" id="{204BE077-FC28-46AB-B2A4-D302128DA3E3}"/>
              </a:ext>
            </a:extLst>
          </p:cNvPr>
          <p:cNvSpPr>
            <a:spLocks xmlns:a="http://schemas.openxmlformats.org/drawingml/2006/main" noGrp="1"/>
          </p:cNvSpPr>
          <p:nvPr/>
        </p:nvSpPr>
        <p:spPr>
          <a:xfrm xmlns:a="http://schemas.openxmlformats.org/drawingml/2006/main">
            <a:off x="10094595" y="1788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27" name=""/>
          <p:cNvCxnSpPr>
            <a:stCxn xmlns:a="http://schemas.openxmlformats.org/drawingml/2006/main" id="38" idx="3"/>
            <a:endCxn xmlns:a="http://schemas.openxmlformats.org/drawingml/2006/main" id="39" idx="1"/>
          </p:cNvCxnSpPr>
          <p:nvPr/>
        </p:nvCxnSpPr>
        <p:spPr>
          <a:xfrm xmlns:a="http://schemas.openxmlformats.org/drawingml/2006/main">
            <a:off x="9717405" y="1790700"/>
            <a:ext cx="37719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41" name="module_172">
            <a:extLst xmlns:a="http://schemas.openxmlformats.org/drawingml/2006/main">
              <a:ext uri="{FF2B5EF4-FFF2-40B4-BE49-F238E27FC236}">
                <a16:creationId xmlns:a16="http://schemas.microsoft.com/office/drawing/2014/main" id="{6CE800DE-A70D-4C24-B897-1927952F9826}"/>
              </a:ext>
            </a:extLst>
          </p:cNvPr>
          <p:cNvSpPr>
            <a:spLocks xmlns:a="http://schemas.openxmlformats.org/drawingml/2006/main" noGrp="1"/>
          </p:cNvSpPr>
          <p:nvPr/>
        </p:nvSpPr>
        <p:spPr>
          <a:xfrm xmlns:a="http://schemas.openxmlformats.org/drawingml/2006/main">
            <a:off x="12192000" y="1400175"/>
            <a:ext cx="2390775" cy="790575"/>
          </a:xfrm>
          <a:prstGeom xmlns:a="http://schemas.openxmlformats.org/drawingml/2006/main" prst="roundRect">
            <a:avLst>
              <a:gd name="adj" fmla="val 1084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静态个体偏移 P_id</a:t>
            </a:r>
          </a:p>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参考口部校准</a:t>
            </a:r>
          </a:p>
        </p:txBody>
      </p:sp>
      <p:sp>
        <p:nvSpPr>
          <p:cNvPr id="42" name="shape_173">
            <a:extLst xmlns:a="http://schemas.openxmlformats.org/drawingml/2006/main">
              <a:ext uri="{FF2B5EF4-FFF2-40B4-BE49-F238E27FC236}">
                <a16:creationId xmlns:a16="http://schemas.microsoft.com/office/drawing/2014/main" id="{44FEE0E6-6F9E-4F14-86DB-138018E28E21}"/>
              </a:ext>
            </a:extLst>
          </p:cNvPr>
          <p:cNvSpPr>
            <a:spLocks xmlns:a="http://schemas.openxmlformats.org/drawingml/2006/main" noGrp="1"/>
          </p:cNvSpPr>
          <p:nvPr/>
        </p:nvSpPr>
        <p:spPr>
          <a:xfrm xmlns:a="http://schemas.openxmlformats.org/drawingml/2006/main">
            <a:off x="11732895" y="1788795"/>
            <a:ext cx="3810" cy="3810"/>
          </a:xfrm>
          <a:prstGeom xmlns:a="http://schemas.openxmlformats.org/drawingml/2006/main" prst="rect">
            <a:avLst/>
          </a:prstGeom>
          <a:noFill xmlns:a="http://schemas.openxmlformats.org/drawingml/2006/main"/>
          <a:ln xmlns:a="http://schemas.openxmlformats.org/drawingml/2006/main" w="0">
            <a:noFill/>
          </a:ln>
        </p:spPr>
      </p:sp>
      <p:sp>
        <p:nvSpPr>
          <p:cNvPr id="43" name="shape_174">
            <a:extLst xmlns:a="http://schemas.openxmlformats.org/drawingml/2006/main">
              <a:ext uri="{FF2B5EF4-FFF2-40B4-BE49-F238E27FC236}">
                <a16:creationId xmlns:a16="http://schemas.microsoft.com/office/drawing/2014/main" id="{56E31EDA-FF32-4E12-8283-3BBA935C86D6}"/>
              </a:ext>
            </a:extLst>
          </p:cNvPr>
          <p:cNvSpPr>
            <a:spLocks xmlns:a="http://schemas.openxmlformats.org/drawingml/2006/main" noGrp="1"/>
          </p:cNvSpPr>
          <p:nvPr/>
        </p:nvSpPr>
        <p:spPr>
          <a:xfrm xmlns:a="http://schemas.openxmlformats.org/drawingml/2006/main">
            <a:off x="12190095" y="1788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31" name=""/>
          <p:cNvCxnSpPr>
            <a:stCxn xmlns:a="http://schemas.openxmlformats.org/drawingml/2006/main" id="42" idx="3"/>
            <a:endCxn xmlns:a="http://schemas.openxmlformats.org/drawingml/2006/main" id="43" idx="1"/>
          </p:cNvCxnSpPr>
          <p:nvPr/>
        </p:nvCxnSpPr>
        <p:spPr>
          <a:xfrm xmlns:a="http://schemas.openxmlformats.org/drawingml/2006/main">
            <a:off x="11736705" y="1790700"/>
            <a:ext cx="45339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45" name="shape_175">
            <a:extLst xmlns:a="http://schemas.openxmlformats.org/drawingml/2006/main">
              <a:ext uri="{FF2B5EF4-FFF2-40B4-BE49-F238E27FC236}">
                <a16:creationId xmlns:a16="http://schemas.microsoft.com/office/drawing/2014/main" id="{1744675B-4FDA-4A44-8E5A-9DBBC3FE9702}"/>
              </a:ext>
            </a:extLst>
          </p:cNvPr>
          <p:cNvSpPr>
            <a:spLocks xmlns:a="http://schemas.openxmlformats.org/drawingml/2006/main" noGrp="1"/>
          </p:cNvSpPr>
          <p:nvPr/>
        </p:nvSpPr>
        <p:spPr>
          <a:xfrm xmlns:a="http://schemas.openxmlformats.org/drawingml/2006/main">
            <a:off x="8722995" y="2188845"/>
            <a:ext cx="3810" cy="3810"/>
          </a:xfrm>
          <a:prstGeom xmlns:a="http://schemas.openxmlformats.org/drawingml/2006/main" prst="rect">
            <a:avLst/>
          </a:prstGeom>
          <a:noFill xmlns:a="http://schemas.openxmlformats.org/drawingml/2006/main"/>
          <a:ln xmlns:a="http://schemas.openxmlformats.org/drawingml/2006/main" w="0">
            <a:noFill/>
          </a:ln>
        </p:spPr>
      </p:sp>
      <p:sp>
        <p:nvSpPr>
          <p:cNvPr id="46" name="shape_176">
            <a:extLst xmlns:a="http://schemas.openxmlformats.org/drawingml/2006/main">
              <a:ext uri="{FF2B5EF4-FFF2-40B4-BE49-F238E27FC236}">
                <a16:creationId xmlns:a16="http://schemas.microsoft.com/office/drawing/2014/main" id="{9D3CA386-CBF7-4587-8AF1-386C5B0EF735}"/>
              </a:ext>
            </a:extLst>
          </p:cNvPr>
          <p:cNvSpPr>
            <a:spLocks xmlns:a="http://schemas.openxmlformats.org/drawingml/2006/main" noGrp="1"/>
          </p:cNvSpPr>
          <p:nvPr/>
        </p:nvSpPr>
        <p:spPr>
          <a:xfrm xmlns:a="http://schemas.openxmlformats.org/drawingml/2006/main">
            <a:off x="8722995" y="25412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34" name=""/>
          <p:cNvCxnSpPr>
            <a:stCxn xmlns:a="http://schemas.openxmlformats.org/drawingml/2006/main" id="45" idx="2"/>
            <a:endCxn xmlns:a="http://schemas.openxmlformats.org/drawingml/2006/main" id="46" idx="0"/>
          </p:cNvCxnSpPr>
          <p:nvPr/>
        </p:nvCxnSpPr>
        <p:spPr>
          <a:xfrm xmlns:a="http://schemas.openxmlformats.org/drawingml/2006/main">
            <a:off x="8724900" y="2192655"/>
            <a:ext cx="0" cy="348615"/>
          </a:xfrm>
          <a:prstGeom xmlns:a="http://schemas.openxmlformats.org/drawingml/2006/main" prst="straightConnector1">
            <a:avLst/>
          </a:prstGeom>
          <a:ln xmlns:a="http://schemas.openxmlformats.org/drawingml/2006/main" w="19050">
            <a:solidFill>
              <a:srgbClr val="398477"/>
            </a:solidFill>
            <a:prstDash val="solid"/>
          </a:ln>
        </p:spPr>
      </p:cxnSp>
      <p:sp>
        <p:nvSpPr>
          <p:cNvPr id="48" name="shape_177">
            <a:extLst xmlns:a="http://schemas.openxmlformats.org/drawingml/2006/main">
              <a:ext uri="{FF2B5EF4-FFF2-40B4-BE49-F238E27FC236}">
                <a16:creationId xmlns:a16="http://schemas.microsoft.com/office/drawing/2014/main" id="{F4E3AA53-FD52-4483-A001-712BA35D3EB3}"/>
              </a:ext>
            </a:extLst>
          </p:cNvPr>
          <p:cNvSpPr>
            <a:spLocks xmlns:a="http://schemas.openxmlformats.org/drawingml/2006/main" noGrp="1"/>
          </p:cNvSpPr>
          <p:nvPr/>
        </p:nvSpPr>
        <p:spPr>
          <a:xfrm xmlns:a="http://schemas.openxmlformats.org/drawingml/2006/main">
            <a:off x="8722995" y="2541270"/>
            <a:ext cx="3810" cy="3810"/>
          </a:xfrm>
          <a:prstGeom xmlns:a="http://schemas.openxmlformats.org/drawingml/2006/main" prst="rect">
            <a:avLst/>
          </a:prstGeom>
          <a:noFill xmlns:a="http://schemas.openxmlformats.org/drawingml/2006/main"/>
          <a:ln xmlns:a="http://schemas.openxmlformats.org/drawingml/2006/main" w="0">
            <a:noFill/>
          </a:ln>
        </p:spPr>
      </p:sp>
      <p:sp>
        <p:nvSpPr>
          <p:cNvPr id="49" name="shape_178">
            <a:extLst xmlns:a="http://schemas.openxmlformats.org/drawingml/2006/main">
              <a:ext uri="{FF2B5EF4-FFF2-40B4-BE49-F238E27FC236}">
                <a16:creationId xmlns:a16="http://schemas.microsoft.com/office/drawing/2014/main" id="{AB3862B7-B506-4479-847C-0EE264590AFF}"/>
              </a:ext>
            </a:extLst>
          </p:cNvPr>
          <p:cNvSpPr>
            <a:spLocks xmlns:a="http://schemas.openxmlformats.org/drawingml/2006/main" noGrp="1"/>
          </p:cNvSpPr>
          <p:nvPr/>
        </p:nvSpPr>
        <p:spPr>
          <a:xfrm xmlns:a="http://schemas.openxmlformats.org/drawingml/2006/main">
            <a:off x="13380720" y="25412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37" name=""/>
          <p:cNvCxnSpPr>
            <a:stCxn xmlns:a="http://schemas.openxmlformats.org/drawingml/2006/main" id="48" idx="3"/>
            <a:endCxn xmlns:a="http://schemas.openxmlformats.org/drawingml/2006/main" id="49" idx="1"/>
          </p:cNvCxnSpPr>
          <p:nvPr/>
        </p:nvCxnSpPr>
        <p:spPr>
          <a:xfrm xmlns:a="http://schemas.openxmlformats.org/drawingml/2006/main">
            <a:off x="8726805" y="2543175"/>
            <a:ext cx="4653915" cy="0"/>
          </a:xfrm>
          <a:prstGeom xmlns:a="http://schemas.openxmlformats.org/drawingml/2006/main" prst="straightConnector1">
            <a:avLst/>
          </a:prstGeom>
          <a:ln xmlns:a="http://schemas.openxmlformats.org/drawingml/2006/main" w="19050">
            <a:solidFill>
              <a:srgbClr val="398477"/>
            </a:solidFill>
            <a:prstDash val="solid"/>
          </a:ln>
        </p:spPr>
      </p:cxnSp>
      <p:sp>
        <p:nvSpPr>
          <p:cNvPr id="51" name="shape_179">
            <a:extLst xmlns:a="http://schemas.openxmlformats.org/drawingml/2006/main">
              <a:ext uri="{FF2B5EF4-FFF2-40B4-BE49-F238E27FC236}">
                <a16:creationId xmlns:a16="http://schemas.microsoft.com/office/drawing/2014/main" id="{70D794D8-D267-4E67-94F0-ACEF3915A698}"/>
              </a:ext>
            </a:extLst>
          </p:cNvPr>
          <p:cNvSpPr>
            <a:spLocks xmlns:a="http://schemas.openxmlformats.org/drawingml/2006/main" noGrp="1"/>
          </p:cNvSpPr>
          <p:nvPr/>
        </p:nvSpPr>
        <p:spPr>
          <a:xfrm xmlns:a="http://schemas.openxmlformats.org/drawingml/2006/main">
            <a:off x="13380720" y="2541270"/>
            <a:ext cx="3810" cy="3810"/>
          </a:xfrm>
          <a:prstGeom xmlns:a="http://schemas.openxmlformats.org/drawingml/2006/main" prst="rect">
            <a:avLst/>
          </a:prstGeom>
          <a:noFill xmlns:a="http://schemas.openxmlformats.org/drawingml/2006/main"/>
          <a:ln xmlns:a="http://schemas.openxmlformats.org/drawingml/2006/main" w="0">
            <a:noFill/>
          </a:ln>
        </p:spPr>
      </p:sp>
      <p:sp>
        <p:nvSpPr>
          <p:cNvPr id="52" name="shape_180">
            <a:extLst xmlns:a="http://schemas.openxmlformats.org/drawingml/2006/main">
              <a:ext uri="{FF2B5EF4-FFF2-40B4-BE49-F238E27FC236}">
                <a16:creationId xmlns:a16="http://schemas.microsoft.com/office/drawing/2014/main" id="{79F56A3F-049C-4FF1-8E26-0F559EAA37B9}"/>
              </a:ext>
            </a:extLst>
          </p:cNvPr>
          <p:cNvSpPr>
            <a:spLocks xmlns:a="http://schemas.openxmlformats.org/drawingml/2006/main" noGrp="1"/>
          </p:cNvSpPr>
          <p:nvPr/>
        </p:nvSpPr>
        <p:spPr>
          <a:xfrm xmlns:a="http://schemas.openxmlformats.org/drawingml/2006/main">
            <a:off x="13380720" y="21888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40" name=""/>
          <p:cNvCxnSpPr>
            <a:stCxn xmlns:a="http://schemas.openxmlformats.org/drawingml/2006/main" id="51" idx="0"/>
            <a:endCxn xmlns:a="http://schemas.openxmlformats.org/drawingml/2006/main" id="52" idx="2"/>
          </p:cNvCxnSpPr>
          <p:nvPr/>
        </p:nvCxnSpPr>
        <p:spPr>
          <a:xfrm xmlns:a="http://schemas.openxmlformats.org/drawingml/2006/main" flipV="1">
            <a:off x="13382625" y="2192655"/>
            <a:ext cx="0" cy="34861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54" name="shape_181">
            <a:extLst xmlns:a="http://schemas.openxmlformats.org/drawingml/2006/main">
              <a:ext uri="{FF2B5EF4-FFF2-40B4-BE49-F238E27FC236}">
                <a16:creationId xmlns:a16="http://schemas.microsoft.com/office/drawing/2014/main" id="{17A4A540-E529-40FF-A2C5-786674FD4707}"/>
              </a:ext>
            </a:extLst>
          </p:cNvPr>
          <p:cNvSpPr>
            <a:spLocks xmlns:a="http://schemas.openxmlformats.org/drawingml/2006/main" noGrp="1"/>
          </p:cNvSpPr>
          <p:nvPr/>
        </p:nvSpPr>
        <p:spPr>
          <a:xfrm xmlns:a="http://schemas.openxmlformats.org/drawingml/2006/main">
            <a:off x="9486900" y="2333625"/>
            <a:ext cx="3467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200" b="0">
                <a:solidFill>
                  <a:srgbClr val="398477"/>
                </a:solidFill>
                <a:latin typeface="Microsoft YaHei"/>
                <a:ea typeface="Microsoft YaHei"/>
                <a:cs typeface="Microsoft YaHei"/>
              </a:defRPr>
            </a:pPr>
            <a:r>
              <a:rPr sz="1200" b="0">
                <a:solidFill>
                  <a:srgbClr val="398477"/>
                </a:solidFill>
                <a:latin typeface="Microsoft YaHei"/>
                <a:ea typeface="Microsoft YaHei"/>
                <a:cs typeface="Microsoft YaHei"/>
              </a:rPr>
              <a:t>由参考均值构造静态口部偏移</a:t>
            </a:r>
          </a:p>
        </p:txBody>
      </p:sp>
      <p:sp>
        <p:nvSpPr>
          <p:cNvPr id="55" name="shape_182">
            <a:extLst xmlns:a="http://schemas.openxmlformats.org/drawingml/2006/main">
              <a:ext uri="{FF2B5EF4-FFF2-40B4-BE49-F238E27FC236}">
                <a16:creationId xmlns:a16="http://schemas.microsoft.com/office/drawing/2014/main" id="{304154E1-BF72-4026-BFF9-EC84970E1CF8}"/>
              </a:ext>
            </a:extLst>
          </p:cNvPr>
          <p:cNvSpPr>
            <a:spLocks xmlns:a="http://schemas.openxmlformats.org/drawingml/2006/main" noGrp="1"/>
          </p:cNvSpPr>
          <p:nvPr/>
        </p:nvSpPr>
        <p:spPr>
          <a:xfrm xmlns:a="http://schemas.openxmlformats.org/drawingml/2006/main">
            <a:off x="5305425" y="2581275"/>
            <a:ext cx="4381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350" b="0">
                <a:solidFill>
                  <a:srgbClr val="697687"/>
                </a:solidFill>
                <a:latin typeface="Microsoft YaHei"/>
                <a:ea typeface="Microsoft YaHei"/>
                <a:cs typeface="Microsoft YaHei"/>
              </a:defRPr>
            </a:pPr>
            <a:r>
              <a:rPr sz="1350" b="0">
                <a:solidFill>
                  <a:srgbClr val="697687"/>
                </a:solidFill>
                <a:latin typeface="Microsoft YaHei"/>
                <a:ea typeface="Microsoft YaHei"/>
                <a:cs typeface="Microsoft YaHei"/>
              </a:rPr>
              <a:t>登记结果可跨目标语句复用</a:t>
            </a:r>
          </a:p>
        </p:txBody>
      </p:sp>
      <p:sp>
        <p:nvSpPr>
          <p:cNvPr id="56" name="shape_183">
            <a:extLst xmlns:a="http://schemas.openxmlformats.org/drawingml/2006/main">
              <a:ext uri="{FF2B5EF4-FFF2-40B4-BE49-F238E27FC236}">
                <a16:creationId xmlns:a16="http://schemas.microsoft.com/office/drawing/2014/main" id="{195F21F3-FCD6-4D9D-8F28-29D11DCD721A}"/>
              </a:ext>
            </a:extLst>
          </p:cNvPr>
          <p:cNvSpPr>
            <a:spLocks xmlns:a="http://schemas.openxmlformats.org/drawingml/2006/main" noGrp="1"/>
          </p:cNvSpPr>
          <p:nvPr/>
        </p:nvSpPr>
        <p:spPr>
          <a:xfrm xmlns:a="http://schemas.openxmlformats.org/drawingml/2006/main">
            <a:off x="542925" y="3133725"/>
            <a:ext cx="7239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800" b="1">
                <a:solidFill>
                  <a:srgbClr val="233245"/>
                </a:solidFill>
                <a:latin typeface="Microsoft YaHei"/>
                <a:ea typeface="Microsoft YaHei"/>
                <a:cs typeface="Microsoft YaHei"/>
              </a:defRPr>
            </a:pPr>
            <a:r>
              <a:rPr sz="1800" b="1">
                <a:solidFill>
                  <a:srgbClr val="233245"/>
                </a:solidFill>
                <a:latin typeface="Microsoft YaHei"/>
                <a:ea typeface="Microsoft YaHei"/>
                <a:cs typeface="Microsoft YaHei"/>
              </a:rPr>
              <a:t>(b) 语音驱动的面部动画合成</a:t>
            </a:r>
          </a:p>
        </p:txBody>
      </p:sp>
      <p:sp>
        <p:nvSpPr>
          <p:cNvPr id="57" name="module_184">
            <a:extLst xmlns:a="http://schemas.openxmlformats.org/drawingml/2006/main">
              <a:ext uri="{FF2B5EF4-FFF2-40B4-BE49-F238E27FC236}">
                <a16:creationId xmlns:a16="http://schemas.microsoft.com/office/drawing/2014/main" id="{964D7846-3EBE-42F1-AA29-BD0A5E3D60CC}"/>
              </a:ext>
            </a:extLst>
          </p:cNvPr>
          <p:cNvSpPr>
            <a:spLocks xmlns:a="http://schemas.openxmlformats.org/drawingml/2006/main" noGrp="1"/>
          </p:cNvSpPr>
          <p:nvPr/>
        </p:nvSpPr>
        <p:spPr>
          <a:xfrm xmlns:a="http://schemas.openxmlformats.org/drawingml/2006/main">
            <a:off x="571500" y="4486275"/>
            <a:ext cx="1647825" cy="866775"/>
          </a:xfrm>
          <a:prstGeom xmlns:a="http://schemas.openxmlformats.org/drawingml/2006/main" prst="roundRect">
            <a:avLst>
              <a:gd name="adj" fmla="val 9890"/>
            </a:avLst>
          </a:prstGeom>
          <a:solidFill xmlns:a="http://schemas.openxmlformats.org/drawingml/2006/main">
            <a:srgbClr val="F7F9FC"/>
          </a:solidFill>
          <a:ln xmlns:a="http://schemas.openxmlformats.org/drawingml/2006/main" w="14288">
            <a:solidFill>
              <a:srgbClr val="485B71"/>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Microsoft YaHei"/>
                <a:ea typeface="Microsoft YaHei"/>
                <a:cs typeface="Microsoft YaHei"/>
              </a:defRPr>
            </a:pPr>
            <a:r>
              <a:rPr sz="1875">
                <a:solidFill>
                  <a:srgbClr val="233245"/>
                </a:solidFill>
                <a:latin typeface="Microsoft YaHei"/>
                <a:ea typeface="Microsoft YaHei"/>
                <a:cs typeface="Microsoft YaHei"/>
              </a:rPr>
              <a:t>目标语音</a:t>
            </a:r>
          </a:p>
          <a:p xmlns:a="http://schemas.openxmlformats.org/drawingml/2006/main">
            <a:pPr algn="ctr">
              <a:defRPr sz="1875">
                <a:solidFill>
                  <a:srgbClr val="233245"/>
                </a:solidFill>
                <a:latin typeface="Microsoft YaHei"/>
                <a:ea typeface="Microsoft YaHei"/>
                <a:cs typeface="Microsoft YaHei"/>
              </a:defRPr>
            </a:pPr>
            <a:r>
              <a:rPr sz="1875">
                <a:solidFill>
                  <a:srgbClr val="233245"/>
                </a:solidFill>
                <a:latin typeface="Microsoft YaHei"/>
                <a:ea typeface="Microsoft YaHei"/>
                <a:cs typeface="Microsoft YaHei"/>
              </a:rPr>
              <a:t>A</a:t>
            </a:r>
          </a:p>
        </p:txBody>
      </p:sp>
      <p:sp>
        <p:nvSpPr>
          <p:cNvPr id="58" name="module_185">
            <a:extLst xmlns:a="http://schemas.openxmlformats.org/drawingml/2006/main">
              <a:ext uri="{FF2B5EF4-FFF2-40B4-BE49-F238E27FC236}">
                <a16:creationId xmlns:a16="http://schemas.microsoft.com/office/drawing/2014/main" id="{966EC4DE-0826-4145-A605-E7B03A43407C}"/>
              </a:ext>
            </a:extLst>
          </p:cNvPr>
          <p:cNvSpPr>
            <a:spLocks xmlns:a="http://schemas.openxmlformats.org/drawingml/2006/main" noGrp="1"/>
          </p:cNvSpPr>
          <p:nvPr/>
        </p:nvSpPr>
        <p:spPr>
          <a:xfrm xmlns:a="http://schemas.openxmlformats.org/drawingml/2006/main">
            <a:off x="2714625" y="3762375"/>
            <a:ext cx="1809750" cy="819150"/>
          </a:xfrm>
          <a:prstGeom xmlns:a="http://schemas.openxmlformats.org/drawingml/2006/main" prst="roundRect">
            <a:avLst>
              <a:gd name="adj" fmla="val 10465"/>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声学特征</a:t>
            </a:r>
          </a:p>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内容与情感特征</a:t>
            </a:r>
          </a:p>
        </p:txBody>
      </p:sp>
      <p:sp>
        <p:nvSpPr>
          <p:cNvPr id="59" name="module_186">
            <a:extLst xmlns:a="http://schemas.openxmlformats.org/drawingml/2006/main">
              <a:ext uri="{FF2B5EF4-FFF2-40B4-BE49-F238E27FC236}">
                <a16:creationId xmlns:a16="http://schemas.microsoft.com/office/drawing/2014/main" id="{88016F0D-64E5-44BA-97BF-40745B819724}"/>
              </a:ext>
            </a:extLst>
          </p:cNvPr>
          <p:cNvSpPr>
            <a:spLocks xmlns:a="http://schemas.openxmlformats.org/drawingml/2006/main" noGrp="1"/>
          </p:cNvSpPr>
          <p:nvPr/>
        </p:nvSpPr>
        <p:spPr>
          <a:xfrm xmlns:a="http://schemas.openxmlformats.org/drawingml/2006/main">
            <a:off x="5048250" y="3762375"/>
            <a:ext cx="1809750" cy="819150"/>
          </a:xfrm>
          <a:prstGeom xmlns:a="http://schemas.openxmlformats.org/drawingml/2006/main" prst="roundRect">
            <a:avLst>
              <a:gd name="adj" fmla="val 10465"/>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Microsoft YaHei"/>
                <a:ea typeface="Microsoft YaHei"/>
                <a:cs typeface="Microsoft YaHei"/>
              </a:defRPr>
            </a:pPr>
            <a:r>
              <a:rPr sz="1800">
                <a:solidFill>
                  <a:srgbClr val="233245"/>
                </a:solidFill>
                <a:latin typeface="Microsoft YaHei"/>
                <a:ea typeface="Microsoft YaHei"/>
                <a:cs typeface="Microsoft YaHei"/>
              </a:rPr>
              <a:t>音频情感</a:t>
            </a:r>
          </a:p>
          <a:p xmlns:a="http://schemas.openxmlformats.org/drawingml/2006/main">
            <a:pPr algn="ctr">
              <a:defRPr sz="1800">
                <a:solidFill>
                  <a:srgbClr val="233245"/>
                </a:solidFill>
                <a:latin typeface="Microsoft YaHei"/>
                <a:ea typeface="Microsoft YaHei"/>
                <a:cs typeface="Microsoft YaHei"/>
              </a:defRPr>
            </a:pPr>
            <a:r>
              <a:rPr sz="1800">
                <a:solidFill>
                  <a:srgbClr val="233245"/>
                </a:solidFill>
                <a:latin typeface="Microsoft YaHei"/>
                <a:ea typeface="Microsoft YaHei"/>
                <a:cs typeface="Microsoft YaHei"/>
              </a:rPr>
              <a:t>学生网络</a:t>
            </a:r>
          </a:p>
        </p:txBody>
      </p:sp>
      <p:sp>
        <p:nvSpPr>
          <p:cNvPr id="60" name="module_187">
            <a:extLst xmlns:a="http://schemas.openxmlformats.org/drawingml/2006/main">
              <a:ext uri="{FF2B5EF4-FFF2-40B4-BE49-F238E27FC236}">
                <a16:creationId xmlns:a16="http://schemas.microsoft.com/office/drawing/2014/main" id="{FA26A60B-715A-40E5-9D37-089BC69CCA0A}"/>
              </a:ext>
            </a:extLst>
          </p:cNvPr>
          <p:cNvSpPr>
            <a:spLocks xmlns:a="http://schemas.openxmlformats.org/drawingml/2006/main" noGrp="1"/>
          </p:cNvSpPr>
          <p:nvPr/>
        </p:nvSpPr>
        <p:spPr>
          <a:xfrm xmlns:a="http://schemas.openxmlformats.org/drawingml/2006/main">
            <a:off x="7296150" y="3762375"/>
            <a:ext cx="1762125" cy="819150"/>
          </a:xfrm>
          <a:prstGeom xmlns:a="http://schemas.openxmlformats.org/drawingml/2006/main" prst="roundRect">
            <a:avLst>
              <a:gd name="adj" fmla="val 10465"/>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E_g   I_g   L_t</a:t>
            </a:r>
          </a:p>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全局与局部条件</a:t>
            </a:r>
          </a:p>
        </p:txBody>
      </p:sp>
      <p:sp>
        <p:nvSpPr>
          <p:cNvPr id="61" name="shape_188">
            <a:extLst xmlns:a="http://schemas.openxmlformats.org/drawingml/2006/main">
              <a:ext uri="{FF2B5EF4-FFF2-40B4-BE49-F238E27FC236}">
                <a16:creationId xmlns:a16="http://schemas.microsoft.com/office/drawing/2014/main" id="{F07CA3F3-346A-4112-8EBD-23157B69CA60}"/>
              </a:ext>
            </a:extLst>
          </p:cNvPr>
          <p:cNvSpPr>
            <a:spLocks xmlns:a="http://schemas.openxmlformats.org/drawingml/2006/main" noGrp="1"/>
          </p:cNvSpPr>
          <p:nvPr/>
        </p:nvSpPr>
        <p:spPr>
          <a:xfrm xmlns:a="http://schemas.openxmlformats.org/drawingml/2006/main">
            <a:off x="2217420" y="4912995"/>
            <a:ext cx="3810" cy="3810"/>
          </a:xfrm>
          <a:prstGeom xmlns:a="http://schemas.openxmlformats.org/drawingml/2006/main" prst="rect">
            <a:avLst/>
          </a:prstGeom>
          <a:noFill xmlns:a="http://schemas.openxmlformats.org/drawingml/2006/main"/>
          <a:ln xmlns:a="http://schemas.openxmlformats.org/drawingml/2006/main" w="0">
            <a:noFill/>
          </a:ln>
        </p:spPr>
      </p:sp>
      <p:sp>
        <p:nvSpPr>
          <p:cNvPr id="62" name="shape_189">
            <a:extLst xmlns:a="http://schemas.openxmlformats.org/drawingml/2006/main">
              <a:ext uri="{FF2B5EF4-FFF2-40B4-BE49-F238E27FC236}">
                <a16:creationId xmlns:a16="http://schemas.microsoft.com/office/drawing/2014/main" id="{155C7858-8676-4DF9-9ACB-B557B62F45B3}"/>
              </a:ext>
            </a:extLst>
          </p:cNvPr>
          <p:cNvSpPr>
            <a:spLocks xmlns:a="http://schemas.openxmlformats.org/drawingml/2006/main" noGrp="1"/>
          </p:cNvSpPr>
          <p:nvPr/>
        </p:nvSpPr>
        <p:spPr>
          <a:xfrm xmlns:a="http://schemas.openxmlformats.org/drawingml/2006/main">
            <a:off x="2465070" y="49129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0" name=""/>
          <p:cNvCxnSpPr>
            <a:stCxn xmlns:a="http://schemas.openxmlformats.org/drawingml/2006/main" id="61" idx="3"/>
            <a:endCxn xmlns:a="http://schemas.openxmlformats.org/drawingml/2006/main" id="62" idx="1"/>
          </p:cNvCxnSpPr>
          <p:nvPr/>
        </p:nvCxnSpPr>
        <p:spPr>
          <a:xfrm xmlns:a="http://schemas.openxmlformats.org/drawingml/2006/main">
            <a:off x="2221230" y="4914900"/>
            <a:ext cx="243840" cy="0"/>
          </a:xfrm>
          <a:prstGeom xmlns:a="http://schemas.openxmlformats.org/drawingml/2006/main" prst="straightConnector1">
            <a:avLst/>
          </a:prstGeom>
          <a:ln xmlns:a="http://schemas.openxmlformats.org/drawingml/2006/main" w="19050">
            <a:solidFill>
              <a:srgbClr val="377EA6"/>
            </a:solidFill>
            <a:prstDash val="solid"/>
          </a:ln>
        </p:spPr>
      </p:cxnSp>
      <p:sp>
        <p:nvSpPr>
          <p:cNvPr id="64" name="shape_190">
            <a:extLst xmlns:a="http://schemas.openxmlformats.org/drawingml/2006/main">
              <a:ext uri="{FF2B5EF4-FFF2-40B4-BE49-F238E27FC236}">
                <a16:creationId xmlns:a16="http://schemas.microsoft.com/office/drawing/2014/main" id="{5BEDCF12-B6C2-42C8-AB42-A258674BC6C5}"/>
              </a:ext>
            </a:extLst>
          </p:cNvPr>
          <p:cNvSpPr>
            <a:spLocks xmlns:a="http://schemas.openxmlformats.org/drawingml/2006/main" noGrp="1"/>
          </p:cNvSpPr>
          <p:nvPr/>
        </p:nvSpPr>
        <p:spPr>
          <a:xfrm xmlns:a="http://schemas.openxmlformats.org/drawingml/2006/main">
            <a:off x="2465070" y="4912995"/>
            <a:ext cx="3810" cy="3810"/>
          </a:xfrm>
          <a:prstGeom xmlns:a="http://schemas.openxmlformats.org/drawingml/2006/main" prst="rect">
            <a:avLst/>
          </a:prstGeom>
          <a:noFill xmlns:a="http://schemas.openxmlformats.org/drawingml/2006/main"/>
          <a:ln xmlns:a="http://schemas.openxmlformats.org/drawingml/2006/main" w="0">
            <a:noFill/>
          </a:ln>
        </p:spPr>
      </p:sp>
      <p:sp>
        <p:nvSpPr>
          <p:cNvPr id="65" name="shape_191">
            <a:extLst xmlns:a="http://schemas.openxmlformats.org/drawingml/2006/main">
              <a:ext uri="{FF2B5EF4-FFF2-40B4-BE49-F238E27FC236}">
                <a16:creationId xmlns:a16="http://schemas.microsoft.com/office/drawing/2014/main" id="{7575439C-489A-4D26-BB16-CB87207CF0AC}"/>
              </a:ext>
            </a:extLst>
          </p:cNvPr>
          <p:cNvSpPr>
            <a:spLocks xmlns:a="http://schemas.openxmlformats.org/drawingml/2006/main" noGrp="1"/>
          </p:cNvSpPr>
          <p:nvPr/>
        </p:nvSpPr>
        <p:spPr>
          <a:xfrm xmlns:a="http://schemas.openxmlformats.org/drawingml/2006/main">
            <a:off x="2465070"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3" name=""/>
          <p:cNvCxnSpPr>
            <a:stCxn xmlns:a="http://schemas.openxmlformats.org/drawingml/2006/main" id="64" idx="0"/>
            <a:endCxn xmlns:a="http://schemas.openxmlformats.org/drawingml/2006/main" id="65" idx="2"/>
          </p:cNvCxnSpPr>
          <p:nvPr/>
        </p:nvCxnSpPr>
        <p:spPr>
          <a:xfrm xmlns:a="http://schemas.openxmlformats.org/drawingml/2006/main" flipV="1">
            <a:off x="2466975" y="4173855"/>
            <a:ext cx="0" cy="739140"/>
          </a:xfrm>
          <a:prstGeom xmlns:a="http://schemas.openxmlformats.org/drawingml/2006/main" prst="straightConnector1">
            <a:avLst/>
          </a:prstGeom>
          <a:ln xmlns:a="http://schemas.openxmlformats.org/drawingml/2006/main" w="19050">
            <a:solidFill>
              <a:srgbClr val="377EA6"/>
            </a:solidFill>
            <a:prstDash val="solid"/>
          </a:ln>
        </p:spPr>
      </p:cxnSp>
      <p:sp>
        <p:nvSpPr>
          <p:cNvPr id="67" name="shape_192">
            <a:extLst xmlns:a="http://schemas.openxmlformats.org/drawingml/2006/main">
              <a:ext uri="{FF2B5EF4-FFF2-40B4-BE49-F238E27FC236}">
                <a16:creationId xmlns:a16="http://schemas.microsoft.com/office/drawing/2014/main" id="{0A8C22B0-5417-4ABA-82EC-7A35671701EF}"/>
              </a:ext>
            </a:extLst>
          </p:cNvPr>
          <p:cNvSpPr>
            <a:spLocks xmlns:a="http://schemas.openxmlformats.org/drawingml/2006/main" noGrp="1"/>
          </p:cNvSpPr>
          <p:nvPr/>
        </p:nvSpPr>
        <p:spPr>
          <a:xfrm xmlns:a="http://schemas.openxmlformats.org/drawingml/2006/main">
            <a:off x="24650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68" name="shape_193">
            <a:extLst xmlns:a="http://schemas.openxmlformats.org/drawingml/2006/main">
              <a:ext uri="{FF2B5EF4-FFF2-40B4-BE49-F238E27FC236}">
                <a16:creationId xmlns:a16="http://schemas.microsoft.com/office/drawing/2014/main" id="{1F0A6E4F-84F4-46E2-B1ED-B941245C949F}"/>
              </a:ext>
            </a:extLst>
          </p:cNvPr>
          <p:cNvSpPr>
            <a:spLocks xmlns:a="http://schemas.openxmlformats.org/drawingml/2006/main" noGrp="1"/>
          </p:cNvSpPr>
          <p:nvPr/>
        </p:nvSpPr>
        <p:spPr>
          <a:xfrm xmlns:a="http://schemas.openxmlformats.org/drawingml/2006/main">
            <a:off x="2712720"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6" name=""/>
          <p:cNvCxnSpPr>
            <a:stCxn xmlns:a="http://schemas.openxmlformats.org/drawingml/2006/main" id="67" idx="3"/>
            <a:endCxn xmlns:a="http://schemas.openxmlformats.org/drawingml/2006/main" id="68" idx="1"/>
          </p:cNvCxnSpPr>
          <p:nvPr/>
        </p:nvCxnSpPr>
        <p:spPr>
          <a:xfrm xmlns:a="http://schemas.openxmlformats.org/drawingml/2006/main">
            <a:off x="2468880" y="4171950"/>
            <a:ext cx="2438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70" name="shape_194">
            <a:extLst xmlns:a="http://schemas.openxmlformats.org/drawingml/2006/main">
              <a:ext uri="{FF2B5EF4-FFF2-40B4-BE49-F238E27FC236}">
                <a16:creationId xmlns:a16="http://schemas.microsoft.com/office/drawing/2014/main" id="{E462307A-5555-437C-A382-58756BBC4F75}"/>
              </a:ext>
            </a:extLst>
          </p:cNvPr>
          <p:cNvSpPr>
            <a:spLocks xmlns:a="http://schemas.openxmlformats.org/drawingml/2006/main" noGrp="1"/>
          </p:cNvSpPr>
          <p:nvPr/>
        </p:nvSpPr>
        <p:spPr>
          <a:xfrm xmlns:a="http://schemas.openxmlformats.org/drawingml/2006/main">
            <a:off x="45224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71" name="shape_195">
            <a:extLst xmlns:a="http://schemas.openxmlformats.org/drawingml/2006/main">
              <a:ext uri="{FF2B5EF4-FFF2-40B4-BE49-F238E27FC236}">
                <a16:creationId xmlns:a16="http://schemas.microsoft.com/office/drawing/2014/main" id="{CEFAE0B0-43A9-4D3A-BE3B-6F6575B45BF3}"/>
              </a:ext>
            </a:extLst>
          </p:cNvPr>
          <p:cNvSpPr>
            <a:spLocks xmlns:a="http://schemas.openxmlformats.org/drawingml/2006/main" noGrp="1"/>
          </p:cNvSpPr>
          <p:nvPr/>
        </p:nvSpPr>
        <p:spPr>
          <a:xfrm xmlns:a="http://schemas.openxmlformats.org/drawingml/2006/main">
            <a:off x="5046345"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59" name=""/>
          <p:cNvCxnSpPr>
            <a:stCxn xmlns:a="http://schemas.openxmlformats.org/drawingml/2006/main" id="70" idx="3"/>
            <a:endCxn xmlns:a="http://schemas.openxmlformats.org/drawingml/2006/main" id="71" idx="1"/>
          </p:cNvCxnSpPr>
          <p:nvPr/>
        </p:nvCxnSpPr>
        <p:spPr>
          <a:xfrm xmlns:a="http://schemas.openxmlformats.org/drawingml/2006/main">
            <a:off x="4526280" y="4171950"/>
            <a:ext cx="520065"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73" name="shape_196">
            <a:extLst xmlns:a="http://schemas.openxmlformats.org/drawingml/2006/main">
              <a:ext uri="{FF2B5EF4-FFF2-40B4-BE49-F238E27FC236}">
                <a16:creationId xmlns:a16="http://schemas.microsoft.com/office/drawing/2014/main" id="{A0A0D812-7762-4D54-841D-A1D4389D655E}"/>
              </a:ext>
            </a:extLst>
          </p:cNvPr>
          <p:cNvSpPr>
            <a:spLocks xmlns:a="http://schemas.openxmlformats.org/drawingml/2006/main" noGrp="1"/>
          </p:cNvSpPr>
          <p:nvPr/>
        </p:nvSpPr>
        <p:spPr>
          <a:xfrm xmlns:a="http://schemas.openxmlformats.org/drawingml/2006/main">
            <a:off x="6856095"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74" name="shape_197">
            <a:extLst xmlns:a="http://schemas.openxmlformats.org/drawingml/2006/main">
              <a:ext uri="{FF2B5EF4-FFF2-40B4-BE49-F238E27FC236}">
                <a16:creationId xmlns:a16="http://schemas.microsoft.com/office/drawing/2014/main" id="{2D49C0F0-F6BA-4BD0-AF6D-9C73B2F72F16}"/>
              </a:ext>
            </a:extLst>
          </p:cNvPr>
          <p:cNvSpPr>
            <a:spLocks xmlns:a="http://schemas.openxmlformats.org/drawingml/2006/main" noGrp="1"/>
          </p:cNvSpPr>
          <p:nvPr/>
        </p:nvSpPr>
        <p:spPr>
          <a:xfrm xmlns:a="http://schemas.openxmlformats.org/drawingml/2006/main">
            <a:off x="7294245"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62" name=""/>
          <p:cNvCxnSpPr>
            <a:stCxn xmlns:a="http://schemas.openxmlformats.org/drawingml/2006/main" id="73" idx="3"/>
            <a:endCxn xmlns:a="http://schemas.openxmlformats.org/drawingml/2006/main" id="74" idx="1"/>
          </p:cNvCxnSpPr>
          <p:nvPr/>
        </p:nvCxnSpPr>
        <p:spPr>
          <a:xfrm xmlns:a="http://schemas.openxmlformats.org/drawingml/2006/main">
            <a:off x="6859905" y="4171950"/>
            <a:ext cx="434340"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76" name="module_198">
            <a:extLst xmlns:a="http://schemas.openxmlformats.org/drawingml/2006/main">
              <a:ext uri="{FF2B5EF4-FFF2-40B4-BE49-F238E27FC236}">
                <a16:creationId xmlns:a16="http://schemas.microsoft.com/office/drawing/2014/main" id="{FB196381-0FB9-430E-8BCE-60557D3C729F}"/>
              </a:ext>
            </a:extLst>
          </p:cNvPr>
          <p:cNvSpPr>
            <a:spLocks xmlns:a="http://schemas.openxmlformats.org/drawingml/2006/main" noGrp="1"/>
          </p:cNvSpPr>
          <p:nvPr/>
        </p:nvSpPr>
        <p:spPr>
          <a:xfrm xmlns:a="http://schemas.openxmlformats.org/drawingml/2006/main">
            <a:off x="2714625" y="5448300"/>
            <a:ext cx="1809750" cy="714375"/>
          </a:xfrm>
          <a:prstGeom xmlns:a="http://schemas.openxmlformats.org/drawingml/2006/main" prst="roundRect">
            <a:avLst>
              <a:gd name="adj" fmla="val 12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语音内容特征</a:t>
            </a:r>
          </a:p>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C</a:t>
            </a:r>
          </a:p>
        </p:txBody>
      </p:sp>
      <p:sp>
        <p:nvSpPr>
          <p:cNvPr id="77" name="module_199">
            <a:extLst xmlns:a="http://schemas.openxmlformats.org/drawingml/2006/main">
              <a:ext uri="{FF2B5EF4-FFF2-40B4-BE49-F238E27FC236}">
                <a16:creationId xmlns:a16="http://schemas.microsoft.com/office/drawing/2014/main" id="{DF9CF1D6-99F6-415B-9C04-246EBC122FF5}"/>
              </a:ext>
            </a:extLst>
          </p:cNvPr>
          <p:cNvSpPr>
            <a:spLocks xmlns:a="http://schemas.openxmlformats.org/drawingml/2006/main" noGrp="1"/>
          </p:cNvSpPr>
          <p:nvPr/>
        </p:nvSpPr>
        <p:spPr>
          <a:xfrm xmlns:a="http://schemas.openxmlformats.org/drawingml/2006/main">
            <a:off x="5048250" y="5448300"/>
            <a:ext cx="1809750" cy="714375"/>
          </a:xfrm>
          <a:prstGeom xmlns:a="http://schemas.openxmlformats.org/drawingml/2006/main" prst="roundRect">
            <a:avLst>
              <a:gd name="adj" fmla="val 12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发音基座 B₀</a:t>
            </a:r>
          </a:p>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表达阶段冻结</a:t>
            </a:r>
          </a:p>
        </p:txBody>
      </p:sp>
      <p:sp>
        <p:nvSpPr>
          <p:cNvPr id="78" name="shape_200">
            <a:extLst xmlns:a="http://schemas.openxmlformats.org/drawingml/2006/main">
              <a:ext uri="{FF2B5EF4-FFF2-40B4-BE49-F238E27FC236}">
                <a16:creationId xmlns:a16="http://schemas.microsoft.com/office/drawing/2014/main" id="{F010F00D-DCAD-4549-9FD4-C3628B05B1BA}"/>
              </a:ext>
            </a:extLst>
          </p:cNvPr>
          <p:cNvSpPr>
            <a:spLocks xmlns:a="http://schemas.openxmlformats.org/drawingml/2006/main" noGrp="1"/>
          </p:cNvSpPr>
          <p:nvPr/>
        </p:nvSpPr>
        <p:spPr>
          <a:xfrm xmlns:a="http://schemas.openxmlformats.org/drawingml/2006/main">
            <a:off x="2465070" y="4912995"/>
            <a:ext cx="3810" cy="3810"/>
          </a:xfrm>
          <a:prstGeom xmlns:a="http://schemas.openxmlformats.org/drawingml/2006/main" prst="rect">
            <a:avLst/>
          </a:prstGeom>
          <a:noFill xmlns:a="http://schemas.openxmlformats.org/drawingml/2006/main"/>
          <a:ln xmlns:a="http://schemas.openxmlformats.org/drawingml/2006/main" w="0">
            <a:noFill/>
          </a:ln>
        </p:spPr>
      </p:sp>
      <p:sp>
        <p:nvSpPr>
          <p:cNvPr id="79" name="shape_201">
            <a:extLst xmlns:a="http://schemas.openxmlformats.org/drawingml/2006/main">
              <a:ext uri="{FF2B5EF4-FFF2-40B4-BE49-F238E27FC236}">
                <a16:creationId xmlns:a16="http://schemas.microsoft.com/office/drawing/2014/main" id="{AE6C0EAC-3420-4734-B2E9-27427AB19015}"/>
              </a:ext>
            </a:extLst>
          </p:cNvPr>
          <p:cNvSpPr>
            <a:spLocks xmlns:a="http://schemas.openxmlformats.org/drawingml/2006/main" noGrp="1"/>
          </p:cNvSpPr>
          <p:nvPr/>
        </p:nvSpPr>
        <p:spPr>
          <a:xfrm xmlns:a="http://schemas.openxmlformats.org/drawingml/2006/main">
            <a:off x="2465070"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67" name=""/>
          <p:cNvCxnSpPr>
            <a:stCxn xmlns:a="http://schemas.openxmlformats.org/drawingml/2006/main" id="78" idx="2"/>
            <a:endCxn xmlns:a="http://schemas.openxmlformats.org/drawingml/2006/main" id="79" idx="0"/>
          </p:cNvCxnSpPr>
          <p:nvPr/>
        </p:nvCxnSpPr>
        <p:spPr>
          <a:xfrm xmlns:a="http://schemas.openxmlformats.org/drawingml/2006/main">
            <a:off x="2466975" y="4916805"/>
            <a:ext cx="0" cy="882015"/>
          </a:xfrm>
          <a:prstGeom xmlns:a="http://schemas.openxmlformats.org/drawingml/2006/main" prst="straightConnector1">
            <a:avLst/>
          </a:prstGeom>
          <a:ln xmlns:a="http://schemas.openxmlformats.org/drawingml/2006/main" w="19050">
            <a:solidFill>
              <a:srgbClr val="377EA6"/>
            </a:solidFill>
            <a:prstDash val="solid"/>
          </a:ln>
        </p:spPr>
      </p:cxnSp>
      <p:sp>
        <p:nvSpPr>
          <p:cNvPr id="81" name="shape_202">
            <a:extLst xmlns:a="http://schemas.openxmlformats.org/drawingml/2006/main">
              <a:ext uri="{FF2B5EF4-FFF2-40B4-BE49-F238E27FC236}">
                <a16:creationId xmlns:a16="http://schemas.microsoft.com/office/drawing/2014/main" id="{06B22D31-7AC8-44D2-8F9B-67193B363367}"/>
              </a:ext>
            </a:extLst>
          </p:cNvPr>
          <p:cNvSpPr>
            <a:spLocks xmlns:a="http://schemas.openxmlformats.org/drawingml/2006/main" noGrp="1"/>
          </p:cNvSpPr>
          <p:nvPr/>
        </p:nvSpPr>
        <p:spPr>
          <a:xfrm xmlns:a="http://schemas.openxmlformats.org/drawingml/2006/main">
            <a:off x="2465070"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82" name="shape_203">
            <a:extLst xmlns:a="http://schemas.openxmlformats.org/drawingml/2006/main">
              <a:ext uri="{FF2B5EF4-FFF2-40B4-BE49-F238E27FC236}">
                <a16:creationId xmlns:a16="http://schemas.microsoft.com/office/drawing/2014/main" id="{970B656A-EF6C-40B2-97CE-1B88EE8F0EB7}"/>
              </a:ext>
            </a:extLst>
          </p:cNvPr>
          <p:cNvSpPr>
            <a:spLocks xmlns:a="http://schemas.openxmlformats.org/drawingml/2006/main" noGrp="1"/>
          </p:cNvSpPr>
          <p:nvPr/>
        </p:nvSpPr>
        <p:spPr>
          <a:xfrm xmlns:a="http://schemas.openxmlformats.org/drawingml/2006/main">
            <a:off x="2712720"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70" name=""/>
          <p:cNvCxnSpPr>
            <a:stCxn xmlns:a="http://schemas.openxmlformats.org/drawingml/2006/main" id="81" idx="3"/>
            <a:endCxn xmlns:a="http://schemas.openxmlformats.org/drawingml/2006/main" id="82" idx="1"/>
          </p:cNvCxnSpPr>
          <p:nvPr/>
        </p:nvCxnSpPr>
        <p:spPr>
          <a:xfrm xmlns:a="http://schemas.openxmlformats.org/drawingml/2006/main">
            <a:off x="2468880" y="5800725"/>
            <a:ext cx="2438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84" name="shape_204">
            <a:extLst xmlns:a="http://schemas.openxmlformats.org/drawingml/2006/main">
              <a:ext uri="{FF2B5EF4-FFF2-40B4-BE49-F238E27FC236}">
                <a16:creationId xmlns:a16="http://schemas.microsoft.com/office/drawing/2014/main" id="{E7292F40-023A-4DDF-ADCE-CEBDA3F5B6A5}"/>
              </a:ext>
            </a:extLst>
          </p:cNvPr>
          <p:cNvSpPr>
            <a:spLocks xmlns:a="http://schemas.openxmlformats.org/drawingml/2006/main" noGrp="1"/>
          </p:cNvSpPr>
          <p:nvPr/>
        </p:nvSpPr>
        <p:spPr>
          <a:xfrm xmlns:a="http://schemas.openxmlformats.org/drawingml/2006/main">
            <a:off x="4522470"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85" name="shape_205">
            <a:extLst xmlns:a="http://schemas.openxmlformats.org/drawingml/2006/main">
              <a:ext uri="{FF2B5EF4-FFF2-40B4-BE49-F238E27FC236}">
                <a16:creationId xmlns:a16="http://schemas.microsoft.com/office/drawing/2014/main" id="{06925FC5-125A-4E14-BC5A-424CD54BB769}"/>
              </a:ext>
            </a:extLst>
          </p:cNvPr>
          <p:cNvSpPr>
            <a:spLocks xmlns:a="http://schemas.openxmlformats.org/drawingml/2006/main" noGrp="1"/>
          </p:cNvSpPr>
          <p:nvPr/>
        </p:nvSpPr>
        <p:spPr>
          <a:xfrm xmlns:a="http://schemas.openxmlformats.org/drawingml/2006/main">
            <a:off x="5046345"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73" name=""/>
          <p:cNvCxnSpPr>
            <a:stCxn xmlns:a="http://schemas.openxmlformats.org/drawingml/2006/main" id="84" idx="3"/>
            <a:endCxn xmlns:a="http://schemas.openxmlformats.org/drawingml/2006/main" id="85" idx="1"/>
          </p:cNvCxnSpPr>
          <p:nvPr/>
        </p:nvCxnSpPr>
        <p:spPr>
          <a:xfrm xmlns:a="http://schemas.openxmlformats.org/drawingml/2006/main">
            <a:off x="4526280" y="5800725"/>
            <a:ext cx="520065"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87" name="module_206">
            <a:extLst xmlns:a="http://schemas.openxmlformats.org/drawingml/2006/main">
              <a:ext uri="{FF2B5EF4-FFF2-40B4-BE49-F238E27FC236}">
                <a16:creationId xmlns:a16="http://schemas.microsoft.com/office/drawing/2014/main" id="{1ED6EF83-CCEB-4438-AFD8-83E66BCDBD3C}"/>
              </a:ext>
            </a:extLst>
          </p:cNvPr>
          <p:cNvSpPr>
            <a:spLocks xmlns:a="http://schemas.openxmlformats.org/drawingml/2006/main" noGrp="1"/>
          </p:cNvSpPr>
          <p:nvPr/>
        </p:nvSpPr>
        <p:spPr>
          <a:xfrm xmlns:a="http://schemas.openxmlformats.org/drawingml/2006/main">
            <a:off x="9525000" y="3971925"/>
            <a:ext cx="1952625" cy="1514475"/>
          </a:xfrm>
          <a:prstGeom xmlns:a="http://schemas.openxmlformats.org/drawingml/2006/main" prst="roundRect">
            <a:avLst>
              <a:gd name="adj" fmla="val 5660"/>
            </a:avLst>
          </a:prstGeom>
          <a:solidFill xmlns:a="http://schemas.openxmlformats.org/drawingml/2006/main">
            <a:srgbClr val="F0ECF8"/>
          </a:solidFill>
          <a:ln xmlns:a="http://schemas.openxmlformats.org/drawingml/2006/main" w="14288">
            <a:solidFill>
              <a:srgbClr val="7864A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Microsoft YaHei"/>
                <a:ea typeface="Microsoft YaHei"/>
                <a:cs typeface="Microsoft YaHei"/>
              </a:defRPr>
            </a:pPr>
            <a:r>
              <a:rPr sz="1800">
                <a:solidFill>
                  <a:srgbClr val="233245"/>
                </a:solidFill>
                <a:latin typeface="Microsoft YaHei"/>
                <a:ea typeface="Microsoft YaHei"/>
                <a:cs typeface="Microsoft YaHei"/>
              </a:rPr>
              <a:t>条件表达生成器</a:t>
            </a:r>
          </a:p>
          <a:p xmlns:a="http://schemas.openxmlformats.org/drawingml/2006/main">
            <a:pPr algn="ctr">
              <a:defRPr sz="1800">
                <a:solidFill>
                  <a:srgbClr val="233245"/>
                </a:solidFill>
                <a:latin typeface="Microsoft YaHei"/>
                <a:ea typeface="Microsoft YaHei"/>
                <a:cs typeface="Microsoft YaHei"/>
              </a:defRPr>
            </a:pPr>
            <a:r>
              <a:rPr sz="1800">
                <a:solidFill>
                  <a:srgbClr val="233245"/>
                </a:solidFill>
                <a:latin typeface="Microsoft YaHei"/>
                <a:ea typeface="Microsoft YaHei"/>
                <a:cs typeface="Microsoft YaHei"/>
              </a:rPr>
              <a:t>Residual DiT</a:t>
            </a:r>
          </a:p>
          <a:p xmlns:a="http://schemas.openxmlformats.org/drawingml/2006/main">
            <a:pPr algn="ctr">
              <a:defRPr sz="1800">
                <a:solidFill>
                  <a:srgbClr val="233245"/>
                </a:solidFill>
                <a:latin typeface="Microsoft YaHei"/>
                <a:ea typeface="Microsoft YaHei"/>
                <a:cs typeface="Microsoft YaHei"/>
              </a:defRPr>
            </a:pPr>
            <a:r>
              <a:rPr sz="1800">
                <a:solidFill>
                  <a:srgbClr val="233245"/>
                </a:solidFill>
                <a:latin typeface="Microsoft YaHei"/>
                <a:ea typeface="Microsoft YaHei"/>
                <a:cs typeface="Microsoft YaHei"/>
              </a:rPr>
              <a:t>系数残差生成</a:t>
            </a:r>
          </a:p>
        </p:txBody>
      </p:sp>
      <p:sp>
        <p:nvSpPr>
          <p:cNvPr id="88" name="shape_207">
            <a:extLst xmlns:a="http://schemas.openxmlformats.org/drawingml/2006/main">
              <a:ext uri="{FF2B5EF4-FFF2-40B4-BE49-F238E27FC236}">
                <a16:creationId xmlns:a16="http://schemas.microsoft.com/office/drawing/2014/main" id="{42C32DD3-EF07-4624-9047-14DBE51F8656}"/>
              </a:ext>
            </a:extLst>
          </p:cNvPr>
          <p:cNvSpPr>
            <a:spLocks xmlns:a="http://schemas.openxmlformats.org/drawingml/2006/main" noGrp="1"/>
          </p:cNvSpPr>
          <p:nvPr/>
        </p:nvSpPr>
        <p:spPr>
          <a:xfrm xmlns:a="http://schemas.openxmlformats.org/drawingml/2006/main">
            <a:off x="90563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89" name="shape_208">
            <a:extLst xmlns:a="http://schemas.openxmlformats.org/drawingml/2006/main">
              <a:ext uri="{FF2B5EF4-FFF2-40B4-BE49-F238E27FC236}">
                <a16:creationId xmlns:a16="http://schemas.microsoft.com/office/drawing/2014/main" id="{32109C20-9A78-4D8F-98D8-3C16F0C2BFBA}"/>
              </a:ext>
            </a:extLst>
          </p:cNvPr>
          <p:cNvSpPr>
            <a:spLocks xmlns:a="http://schemas.openxmlformats.org/drawingml/2006/main" noGrp="1"/>
          </p:cNvSpPr>
          <p:nvPr/>
        </p:nvSpPr>
        <p:spPr>
          <a:xfrm xmlns:a="http://schemas.openxmlformats.org/drawingml/2006/main">
            <a:off x="9284970" y="4170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77" name=""/>
          <p:cNvCxnSpPr>
            <a:stCxn xmlns:a="http://schemas.openxmlformats.org/drawingml/2006/main" id="88" idx="3"/>
            <a:endCxn xmlns:a="http://schemas.openxmlformats.org/drawingml/2006/main" id="89" idx="1"/>
          </p:cNvCxnSpPr>
          <p:nvPr/>
        </p:nvCxnSpPr>
        <p:spPr>
          <a:xfrm xmlns:a="http://schemas.openxmlformats.org/drawingml/2006/main">
            <a:off x="9060180" y="4171950"/>
            <a:ext cx="224790" cy="0"/>
          </a:xfrm>
          <a:prstGeom xmlns:a="http://schemas.openxmlformats.org/drawingml/2006/main" prst="straightConnector1">
            <a:avLst/>
          </a:prstGeom>
          <a:ln xmlns:a="http://schemas.openxmlformats.org/drawingml/2006/main" w="19050">
            <a:solidFill>
              <a:srgbClr val="B57B38"/>
            </a:solidFill>
            <a:prstDash val="solid"/>
          </a:ln>
        </p:spPr>
      </p:cxnSp>
      <p:sp>
        <p:nvSpPr>
          <p:cNvPr id="91" name="shape_209">
            <a:extLst xmlns:a="http://schemas.openxmlformats.org/drawingml/2006/main">
              <a:ext uri="{FF2B5EF4-FFF2-40B4-BE49-F238E27FC236}">
                <a16:creationId xmlns:a16="http://schemas.microsoft.com/office/drawing/2014/main" id="{66013073-5D02-450E-A4B6-9A7968DFC15A}"/>
              </a:ext>
            </a:extLst>
          </p:cNvPr>
          <p:cNvSpPr>
            <a:spLocks xmlns:a="http://schemas.openxmlformats.org/drawingml/2006/main" noGrp="1"/>
          </p:cNvSpPr>
          <p:nvPr/>
        </p:nvSpPr>
        <p:spPr>
          <a:xfrm xmlns:a="http://schemas.openxmlformats.org/drawingml/2006/main">
            <a:off x="9284970" y="4170045"/>
            <a:ext cx="3810" cy="3810"/>
          </a:xfrm>
          <a:prstGeom xmlns:a="http://schemas.openxmlformats.org/drawingml/2006/main" prst="rect">
            <a:avLst/>
          </a:prstGeom>
          <a:noFill xmlns:a="http://schemas.openxmlformats.org/drawingml/2006/main"/>
          <a:ln xmlns:a="http://schemas.openxmlformats.org/drawingml/2006/main" w="0">
            <a:noFill/>
          </a:ln>
        </p:spPr>
      </p:sp>
      <p:sp>
        <p:nvSpPr>
          <p:cNvPr id="92" name="shape_210">
            <a:extLst xmlns:a="http://schemas.openxmlformats.org/drawingml/2006/main">
              <a:ext uri="{FF2B5EF4-FFF2-40B4-BE49-F238E27FC236}">
                <a16:creationId xmlns:a16="http://schemas.microsoft.com/office/drawing/2014/main" id="{C0D0C15D-89CB-4936-B3F0-6A5CF3FF585D}"/>
              </a:ext>
            </a:extLst>
          </p:cNvPr>
          <p:cNvSpPr>
            <a:spLocks xmlns:a="http://schemas.openxmlformats.org/drawingml/2006/main" noGrp="1"/>
          </p:cNvSpPr>
          <p:nvPr/>
        </p:nvSpPr>
        <p:spPr>
          <a:xfrm xmlns:a="http://schemas.openxmlformats.org/drawingml/2006/main">
            <a:off x="9284970" y="45415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0" name=""/>
          <p:cNvCxnSpPr>
            <a:stCxn xmlns:a="http://schemas.openxmlformats.org/drawingml/2006/main" id="91" idx="2"/>
            <a:endCxn xmlns:a="http://schemas.openxmlformats.org/drawingml/2006/main" id="92" idx="0"/>
          </p:cNvCxnSpPr>
          <p:nvPr/>
        </p:nvCxnSpPr>
        <p:spPr>
          <a:xfrm xmlns:a="http://schemas.openxmlformats.org/drawingml/2006/main">
            <a:off x="9286875" y="4173855"/>
            <a:ext cx="0" cy="367665"/>
          </a:xfrm>
          <a:prstGeom xmlns:a="http://schemas.openxmlformats.org/drawingml/2006/main" prst="straightConnector1">
            <a:avLst/>
          </a:prstGeom>
          <a:ln xmlns:a="http://schemas.openxmlformats.org/drawingml/2006/main" w="19050">
            <a:solidFill>
              <a:srgbClr val="B57B38"/>
            </a:solidFill>
            <a:prstDash val="solid"/>
          </a:ln>
        </p:spPr>
      </p:cxnSp>
      <p:sp>
        <p:nvSpPr>
          <p:cNvPr id="94" name="shape_211">
            <a:extLst xmlns:a="http://schemas.openxmlformats.org/drawingml/2006/main">
              <a:ext uri="{FF2B5EF4-FFF2-40B4-BE49-F238E27FC236}">
                <a16:creationId xmlns:a16="http://schemas.microsoft.com/office/drawing/2014/main" id="{0CD12DC4-97C3-4413-B4E9-CB2AEA8EE6E9}"/>
              </a:ext>
            </a:extLst>
          </p:cNvPr>
          <p:cNvSpPr>
            <a:spLocks xmlns:a="http://schemas.openxmlformats.org/drawingml/2006/main" noGrp="1"/>
          </p:cNvSpPr>
          <p:nvPr/>
        </p:nvSpPr>
        <p:spPr>
          <a:xfrm xmlns:a="http://schemas.openxmlformats.org/drawingml/2006/main">
            <a:off x="9284970" y="4541520"/>
            <a:ext cx="3810" cy="3810"/>
          </a:xfrm>
          <a:prstGeom xmlns:a="http://schemas.openxmlformats.org/drawingml/2006/main" prst="rect">
            <a:avLst/>
          </a:prstGeom>
          <a:noFill xmlns:a="http://schemas.openxmlformats.org/drawingml/2006/main"/>
          <a:ln xmlns:a="http://schemas.openxmlformats.org/drawingml/2006/main" w="0">
            <a:noFill/>
          </a:ln>
        </p:spPr>
      </p:sp>
      <p:sp>
        <p:nvSpPr>
          <p:cNvPr id="95" name="shape_212">
            <a:extLst xmlns:a="http://schemas.openxmlformats.org/drawingml/2006/main">
              <a:ext uri="{FF2B5EF4-FFF2-40B4-BE49-F238E27FC236}">
                <a16:creationId xmlns:a16="http://schemas.microsoft.com/office/drawing/2014/main" id="{145A9BC5-3807-4818-9341-3384EF740E46}"/>
              </a:ext>
            </a:extLst>
          </p:cNvPr>
          <p:cNvSpPr>
            <a:spLocks xmlns:a="http://schemas.openxmlformats.org/drawingml/2006/main" noGrp="1"/>
          </p:cNvSpPr>
          <p:nvPr/>
        </p:nvSpPr>
        <p:spPr>
          <a:xfrm xmlns:a="http://schemas.openxmlformats.org/drawingml/2006/main">
            <a:off x="9523095" y="45415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3" name=""/>
          <p:cNvCxnSpPr>
            <a:stCxn xmlns:a="http://schemas.openxmlformats.org/drawingml/2006/main" id="94" idx="3"/>
            <a:endCxn xmlns:a="http://schemas.openxmlformats.org/drawingml/2006/main" id="95" idx="1"/>
          </p:cNvCxnSpPr>
          <p:nvPr/>
        </p:nvCxnSpPr>
        <p:spPr>
          <a:xfrm xmlns:a="http://schemas.openxmlformats.org/drawingml/2006/main">
            <a:off x="9288780" y="4543425"/>
            <a:ext cx="234315"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97" name="shape_213">
            <a:extLst xmlns:a="http://schemas.openxmlformats.org/drawingml/2006/main">
              <a:ext uri="{FF2B5EF4-FFF2-40B4-BE49-F238E27FC236}">
                <a16:creationId xmlns:a16="http://schemas.microsoft.com/office/drawing/2014/main" id="{4434A915-C618-474A-A7F5-087F58AF64CD}"/>
              </a:ext>
            </a:extLst>
          </p:cNvPr>
          <p:cNvSpPr>
            <a:spLocks xmlns:a="http://schemas.openxmlformats.org/drawingml/2006/main" noGrp="1"/>
          </p:cNvSpPr>
          <p:nvPr/>
        </p:nvSpPr>
        <p:spPr>
          <a:xfrm xmlns:a="http://schemas.openxmlformats.org/drawingml/2006/main">
            <a:off x="10913745" y="2188845"/>
            <a:ext cx="3810" cy="3810"/>
          </a:xfrm>
          <a:prstGeom xmlns:a="http://schemas.openxmlformats.org/drawingml/2006/main" prst="rect">
            <a:avLst/>
          </a:prstGeom>
          <a:noFill xmlns:a="http://schemas.openxmlformats.org/drawingml/2006/main"/>
          <a:ln xmlns:a="http://schemas.openxmlformats.org/drawingml/2006/main" w="0">
            <a:noFill/>
          </a:ln>
        </p:spPr>
      </p:sp>
      <p:sp>
        <p:nvSpPr>
          <p:cNvPr id="98" name="shape_214">
            <a:extLst xmlns:a="http://schemas.openxmlformats.org/drawingml/2006/main">
              <a:ext uri="{FF2B5EF4-FFF2-40B4-BE49-F238E27FC236}">
                <a16:creationId xmlns:a16="http://schemas.microsoft.com/office/drawing/2014/main" id="{3217F9A5-83C4-417D-8E38-DD76AE88C56A}"/>
              </a:ext>
            </a:extLst>
          </p:cNvPr>
          <p:cNvSpPr>
            <a:spLocks xmlns:a="http://schemas.openxmlformats.org/drawingml/2006/main" noGrp="1"/>
          </p:cNvSpPr>
          <p:nvPr/>
        </p:nvSpPr>
        <p:spPr>
          <a:xfrm xmlns:a="http://schemas.openxmlformats.org/drawingml/2006/main">
            <a:off x="10913745" y="3312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6" name=""/>
          <p:cNvCxnSpPr>
            <a:stCxn xmlns:a="http://schemas.openxmlformats.org/drawingml/2006/main" id="97" idx="2"/>
            <a:endCxn xmlns:a="http://schemas.openxmlformats.org/drawingml/2006/main" id="98" idx="0"/>
          </p:cNvCxnSpPr>
          <p:nvPr/>
        </p:nvCxnSpPr>
        <p:spPr>
          <a:xfrm xmlns:a="http://schemas.openxmlformats.org/drawingml/2006/main">
            <a:off x="10915650" y="2192655"/>
            <a:ext cx="0" cy="1120140"/>
          </a:xfrm>
          <a:prstGeom xmlns:a="http://schemas.openxmlformats.org/drawingml/2006/main" prst="straightConnector1">
            <a:avLst/>
          </a:prstGeom>
          <a:ln xmlns:a="http://schemas.openxmlformats.org/drawingml/2006/main" w="19050">
            <a:solidFill>
              <a:srgbClr val="398477"/>
            </a:solidFill>
            <a:prstDash val="solid"/>
          </a:ln>
        </p:spPr>
      </p:cxnSp>
      <p:sp>
        <p:nvSpPr>
          <p:cNvPr id="100" name="shape_215">
            <a:extLst xmlns:a="http://schemas.openxmlformats.org/drawingml/2006/main">
              <a:ext uri="{FF2B5EF4-FFF2-40B4-BE49-F238E27FC236}">
                <a16:creationId xmlns:a16="http://schemas.microsoft.com/office/drawing/2014/main" id="{D4155859-E426-4349-BE8B-6FE78F813BA4}"/>
              </a:ext>
            </a:extLst>
          </p:cNvPr>
          <p:cNvSpPr>
            <a:spLocks xmlns:a="http://schemas.openxmlformats.org/drawingml/2006/main" noGrp="1"/>
          </p:cNvSpPr>
          <p:nvPr/>
        </p:nvSpPr>
        <p:spPr>
          <a:xfrm xmlns:a="http://schemas.openxmlformats.org/drawingml/2006/main">
            <a:off x="10913745" y="3312795"/>
            <a:ext cx="3810" cy="3810"/>
          </a:xfrm>
          <a:prstGeom xmlns:a="http://schemas.openxmlformats.org/drawingml/2006/main" prst="rect">
            <a:avLst/>
          </a:prstGeom>
          <a:noFill xmlns:a="http://schemas.openxmlformats.org/drawingml/2006/main"/>
          <a:ln xmlns:a="http://schemas.openxmlformats.org/drawingml/2006/main" w="0">
            <a:noFill/>
          </a:ln>
        </p:spPr>
      </p:sp>
      <p:sp>
        <p:nvSpPr>
          <p:cNvPr id="101" name="shape_216">
            <a:extLst xmlns:a="http://schemas.openxmlformats.org/drawingml/2006/main">
              <a:ext uri="{FF2B5EF4-FFF2-40B4-BE49-F238E27FC236}">
                <a16:creationId xmlns:a16="http://schemas.microsoft.com/office/drawing/2014/main" id="{A4AC0578-01AC-4924-992A-36C926FB7A60}"/>
              </a:ext>
            </a:extLst>
          </p:cNvPr>
          <p:cNvSpPr>
            <a:spLocks xmlns:a="http://schemas.openxmlformats.org/drawingml/2006/main" noGrp="1"/>
          </p:cNvSpPr>
          <p:nvPr/>
        </p:nvSpPr>
        <p:spPr>
          <a:xfrm xmlns:a="http://schemas.openxmlformats.org/drawingml/2006/main">
            <a:off x="10494645" y="3312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89" name=""/>
          <p:cNvCxnSpPr>
            <a:stCxn xmlns:a="http://schemas.openxmlformats.org/drawingml/2006/main" id="100" idx="1"/>
            <a:endCxn xmlns:a="http://schemas.openxmlformats.org/drawingml/2006/main" id="101" idx="3"/>
          </p:cNvCxnSpPr>
          <p:nvPr/>
        </p:nvCxnSpPr>
        <p:spPr>
          <a:xfrm xmlns:a="http://schemas.openxmlformats.org/drawingml/2006/main" flipH="1">
            <a:off x="10498455" y="3314700"/>
            <a:ext cx="415290" cy="0"/>
          </a:xfrm>
          <a:prstGeom xmlns:a="http://schemas.openxmlformats.org/drawingml/2006/main" prst="straightConnector1">
            <a:avLst/>
          </a:prstGeom>
          <a:ln xmlns:a="http://schemas.openxmlformats.org/drawingml/2006/main" w="19050">
            <a:solidFill>
              <a:srgbClr val="398477"/>
            </a:solidFill>
            <a:prstDash val="solid"/>
          </a:ln>
        </p:spPr>
      </p:cxnSp>
      <p:sp>
        <p:nvSpPr>
          <p:cNvPr id="103" name="shape_217">
            <a:extLst xmlns:a="http://schemas.openxmlformats.org/drawingml/2006/main">
              <a:ext uri="{FF2B5EF4-FFF2-40B4-BE49-F238E27FC236}">
                <a16:creationId xmlns:a16="http://schemas.microsoft.com/office/drawing/2014/main" id="{EFCC2EFB-AC70-4996-AE00-E685BC21D2D5}"/>
              </a:ext>
            </a:extLst>
          </p:cNvPr>
          <p:cNvSpPr>
            <a:spLocks xmlns:a="http://schemas.openxmlformats.org/drawingml/2006/main" noGrp="1"/>
          </p:cNvSpPr>
          <p:nvPr/>
        </p:nvSpPr>
        <p:spPr>
          <a:xfrm xmlns:a="http://schemas.openxmlformats.org/drawingml/2006/main">
            <a:off x="10494645" y="3312795"/>
            <a:ext cx="3810" cy="3810"/>
          </a:xfrm>
          <a:prstGeom xmlns:a="http://schemas.openxmlformats.org/drawingml/2006/main" prst="rect">
            <a:avLst/>
          </a:prstGeom>
          <a:noFill xmlns:a="http://schemas.openxmlformats.org/drawingml/2006/main"/>
          <a:ln xmlns:a="http://schemas.openxmlformats.org/drawingml/2006/main" w="0">
            <a:noFill/>
          </a:ln>
        </p:spPr>
      </p:sp>
      <p:sp>
        <p:nvSpPr>
          <p:cNvPr id="104" name="shape_218">
            <a:extLst xmlns:a="http://schemas.openxmlformats.org/drawingml/2006/main">
              <a:ext uri="{FF2B5EF4-FFF2-40B4-BE49-F238E27FC236}">
                <a16:creationId xmlns:a16="http://schemas.microsoft.com/office/drawing/2014/main" id="{FB9E99DA-6EAA-49BC-8D29-47982F1F6AD9}"/>
              </a:ext>
            </a:extLst>
          </p:cNvPr>
          <p:cNvSpPr>
            <a:spLocks xmlns:a="http://schemas.openxmlformats.org/drawingml/2006/main" noGrp="1"/>
          </p:cNvSpPr>
          <p:nvPr/>
        </p:nvSpPr>
        <p:spPr>
          <a:xfrm xmlns:a="http://schemas.openxmlformats.org/drawingml/2006/main">
            <a:off x="10494645" y="3970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92" name=""/>
          <p:cNvCxnSpPr>
            <a:stCxn xmlns:a="http://schemas.openxmlformats.org/drawingml/2006/main" id="103" idx="2"/>
            <a:endCxn xmlns:a="http://schemas.openxmlformats.org/drawingml/2006/main" id="104" idx="0"/>
          </p:cNvCxnSpPr>
          <p:nvPr/>
        </p:nvCxnSpPr>
        <p:spPr>
          <a:xfrm xmlns:a="http://schemas.openxmlformats.org/drawingml/2006/main">
            <a:off x="10496550" y="3316605"/>
            <a:ext cx="0" cy="65341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106" name="shape_219">
            <a:extLst xmlns:a="http://schemas.openxmlformats.org/drawingml/2006/main">
              <a:ext uri="{FF2B5EF4-FFF2-40B4-BE49-F238E27FC236}">
                <a16:creationId xmlns:a16="http://schemas.microsoft.com/office/drawing/2014/main" id="{0C8F006C-8533-42B2-8A2E-B4CB59DEC9AD}"/>
              </a:ext>
            </a:extLst>
          </p:cNvPr>
          <p:cNvSpPr>
            <a:spLocks xmlns:a="http://schemas.openxmlformats.org/drawingml/2006/main" noGrp="1"/>
          </p:cNvSpPr>
          <p:nvPr/>
        </p:nvSpPr>
        <p:spPr>
          <a:xfrm xmlns:a="http://schemas.openxmlformats.org/drawingml/2006/main">
            <a:off x="10706100" y="3124200"/>
            <a:ext cx="7239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398477"/>
                </a:solidFill>
                <a:latin typeface="Microsoft YaHei"/>
                <a:ea typeface="Microsoft YaHei"/>
                <a:cs typeface="Microsoft YaHei"/>
              </a:defRPr>
            </a:pPr>
            <a:r>
              <a:rPr sz="1350" b="0">
                <a:solidFill>
                  <a:srgbClr val="398477"/>
                </a:solidFill>
                <a:latin typeface="Microsoft YaHei"/>
                <a:ea typeface="Microsoft YaHei"/>
                <a:cs typeface="Microsoft YaHei"/>
              </a:rPr>
              <a:t>S_id</a:t>
            </a:r>
          </a:p>
        </p:txBody>
      </p:sp>
      <p:sp>
        <p:nvSpPr>
          <p:cNvPr id="107" name="shape_220">
            <a:extLst xmlns:a="http://schemas.openxmlformats.org/drawingml/2006/main">
              <a:ext uri="{FF2B5EF4-FFF2-40B4-BE49-F238E27FC236}">
                <a16:creationId xmlns:a16="http://schemas.microsoft.com/office/drawing/2014/main" id="{573EC0DD-6309-403B-ADF0-6ABAB47F7345}"/>
              </a:ext>
            </a:extLst>
          </p:cNvPr>
          <p:cNvSpPr>
            <a:spLocks xmlns:a="http://schemas.openxmlformats.org/drawingml/2006/main" noGrp="1"/>
          </p:cNvSpPr>
          <p:nvPr/>
        </p:nvSpPr>
        <p:spPr>
          <a:xfrm xmlns:a="http://schemas.openxmlformats.org/drawingml/2006/main">
            <a:off x="6856095"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108" name="shape_221">
            <a:extLst xmlns:a="http://schemas.openxmlformats.org/drawingml/2006/main">
              <a:ext uri="{FF2B5EF4-FFF2-40B4-BE49-F238E27FC236}">
                <a16:creationId xmlns:a16="http://schemas.microsoft.com/office/drawing/2014/main" id="{D918BC0B-B0B6-4E1D-821D-B40735692DE0}"/>
              </a:ext>
            </a:extLst>
          </p:cNvPr>
          <p:cNvSpPr>
            <a:spLocks xmlns:a="http://schemas.openxmlformats.org/drawingml/2006/main" noGrp="1"/>
          </p:cNvSpPr>
          <p:nvPr/>
        </p:nvSpPr>
        <p:spPr>
          <a:xfrm xmlns:a="http://schemas.openxmlformats.org/drawingml/2006/main">
            <a:off x="7827645" y="57988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96" name=""/>
          <p:cNvCxnSpPr>
            <a:stCxn xmlns:a="http://schemas.openxmlformats.org/drawingml/2006/main" id="107" idx="3"/>
            <a:endCxn xmlns:a="http://schemas.openxmlformats.org/drawingml/2006/main" id="108" idx="1"/>
          </p:cNvCxnSpPr>
          <p:nvPr/>
        </p:nvCxnSpPr>
        <p:spPr>
          <a:xfrm xmlns:a="http://schemas.openxmlformats.org/drawingml/2006/main">
            <a:off x="6859905" y="5800725"/>
            <a:ext cx="967740" cy="0"/>
          </a:xfrm>
          <a:prstGeom xmlns:a="http://schemas.openxmlformats.org/drawingml/2006/main" prst="straightConnector1">
            <a:avLst/>
          </a:prstGeom>
          <a:ln xmlns:a="http://schemas.openxmlformats.org/drawingml/2006/main" w="19050">
            <a:solidFill>
              <a:srgbClr val="377EA6"/>
            </a:solidFill>
            <a:prstDash val="solid"/>
          </a:ln>
        </p:spPr>
      </p:cxnSp>
      <p:sp>
        <p:nvSpPr>
          <p:cNvPr id="110" name="shape_222">
            <a:extLst xmlns:a="http://schemas.openxmlformats.org/drawingml/2006/main">
              <a:ext uri="{FF2B5EF4-FFF2-40B4-BE49-F238E27FC236}">
                <a16:creationId xmlns:a16="http://schemas.microsoft.com/office/drawing/2014/main" id="{D614711F-6483-411F-8074-3360A3D4B690}"/>
              </a:ext>
            </a:extLst>
          </p:cNvPr>
          <p:cNvSpPr>
            <a:spLocks xmlns:a="http://schemas.openxmlformats.org/drawingml/2006/main" noGrp="1"/>
          </p:cNvSpPr>
          <p:nvPr/>
        </p:nvSpPr>
        <p:spPr>
          <a:xfrm xmlns:a="http://schemas.openxmlformats.org/drawingml/2006/main">
            <a:off x="7827645" y="5798820"/>
            <a:ext cx="3810" cy="3810"/>
          </a:xfrm>
          <a:prstGeom xmlns:a="http://schemas.openxmlformats.org/drawingml/2006/main" prst="rect">
            <a:avLst/>
          </a:prstGeom>
          <a:noFill xmlns:a="http://schemas.openxmlformats.org/drawingml/2006/main"/>
          <a:ln xmlns:a="http://schemas.openxmlformats.org/drawingml/2006/main" w="0">
            <a:noFill/>
          </a:ln>
        </p:spPr>
      </p:sp>
      <p:sp>
        <p:nvSpPr>
          <p:cNvPr id="111" name="shape_223">
            <a:extLst xmlns:a="http://schemas.openxmlformats.org/drawingml/2006/main">
              <a:ext uri="{FF2B5EF4-FFF2-40B4-BE49-F238E27FC236}">
                <a16:creationId xmlns:a16="http://schemas.microsoft.com/office/drawing/2014/main" id="{849AF059-3D53-4A7A-BAF2-A6F3B0541D50}"/>
              </a:ext>
            </a:extLst>
          </p:cNvPr>
          <p:cNvSpPr>
            <a:spLocks xmlns:a="http://schemas.openxmlformats.org/drawingml/2006/main" noGrp="1"/>
          </p:cNvSpPr>
          <p:nvPr/>
        </p:nvSpPr>
        <p:spPr>
          <a:xfrm xmlns:a="http://schemas.openxmlformats.org/drawingml/2006/main">
            <a:off x="7827645" y="5217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99" name=""/>
          <p:cNvCxnSpPr>
            <a:stCxn xmlns:a="http://schemas.openxmlformats.org/drawingml/2006/main" id="110" idx="0"/>
            <a:endCxn xmlns:a="http://schemas.openxmlformats.org/drawingml/2006/main" id="111" idx="2"/>
          </p:cNvCxnSpPr>
          <p:nvPr/>
        </p:nvCxnSpPr>
        <p:spPr>
          <a:xfrm xmlns:a="http://schemas.openxmlformats.org/drawingml/2006/main" flipV="1">
            <a:off x="7829550" y="5221605"/>
            <a:ext cx="0" cy="577215"/>
          </a:xfrm>
          <a:prstGeom xmlns:a="http://schemas.openxmlformats.org/drawingml/2006/main" prst="straightConnector1">
            <a:avLst/>
          </a:prstGeom>
          <a:ln xmlns:a="http://schemas.openxmlformats.org/drawingml/2006/main" w="19050">
            <a:solidFill>
              <a:srgbClr val="377EA6"/>
            </a:solidFill>
            <a:prstDash val="solid"/>
          </a:ln>
        </p:spPr>
      </p:cxnSp>
      <p:sp>
        <p:nvSpPr>
          <p:cNvPr id="113" name="shape_224">
            <a:extLst xmlns:a="http://schemas.openxmlformats.org/drawingml/2006/main">
              <a:ext uri="{FF2B5EF4-FFF2-40B4-BE49-F238E27FC236}">
                <a16:creationId xmlns:a16="http://schemas.microsoft.com/office/drawing/2014/main" id="{EB3403C5-39DF-4BB5-8888-794DA78B0C05}"/>
              </a:ext>
            </a:extLst>
          </p:cNvPr>
          <p:cNvSpPr>
            <a:spLocks xmlns:a="http://schemas.openxmlformats.org/drawingml/2006/main" noGrp="1"/>
          </p:cNvSpPr>
          <p:nvPr/>
        </p:nvSpPr>
        <p:spPr>
          <a:xfrm xmlns:a="http://schemas.openxmlformats.org/drawingml/2006/main">
            <a:off x="7827645" y="5217795"/>
            <a:ext cx="3810" cy="3810"/>
          </a:xfrm>
          <a:prstGeom xmlns:a="http://schemas.openxmlformats.org/drawingml/2006/main" prst="rect">
            <a:avLst/>
          </a:prstGeom>
          <a:noFill xmlns:a="http://schemas.openxmlformats.org/drawingml/2006/main"/>
          <a:ln xmlns:a="http://schemas.openxmlformats.org/drawingml/2006/main" w="0">
            <a:noFill/>
          </a:ln>
        </p:spPr>
      </p:sp>
      <p:sp>
        <p:nvSpPr>
          <p:cNvPr id="114" name="shape_225">
            <a:extLst xmlns:a="http://schemas.openxmlformats.org/drawingml/2006/main">
              <a:ext uri="{FF2B5EF4-FFF2-40B4-BE49-F238E27FC236}">
                <a16:creationId xmlns:a16="http://schemas.microsoft.com/office/drawing/2014/main" id="{C604AFBE-5353-4EAB-B3CB-8AC44319A61F}"/>
              </a:ext>
            </a:extLst>
          </p:cNvPr>
          <p:cNvSpPr>
            <a:spLocks xmlns:a="http://schemas.openxmlformats.org/drawingml/2006/main" noGrp="1"/>
          </p:cNvSpPr>
          <p:nvPr/>
        </p:nvSpPr>
        <p:spPr>
          <a:xfrm xmlns:a="http://schemas.openxmlformats.org/drawingml/2006/main">
            <a:off x="9523095" y="5217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02" name=""/>
          <p:cNvCxnSpPr>
            <a:stCxn xmlns:a="http://schemas.openxmlformats.org/drawingml/2006/main" id="113" idx="3"/>
            <a:endCxn xmlns:a="http://schemas.openxmlformats.org/drawingml/2006/main" id="114" idx="1"/>
          </p:cNvCxnSpPr>
          <p:nvPr/>
        </p:nvCxnSpPr>
        <p:spPr>
          <a:xfrm xmlns:a="http://schemas.openxmlformats.org/drawingml/2006/main">
            <a:off x="7831455" y="5219700"/>
            <a:ext cx="169164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16" name="shape_226">
            <a:extLst xmlns:a="http://schemas.openxmlformats.org/drawingml/2006/main">
              <a:ext uri="{FF2B5EF4-FFF2-40B4-BE49-F238E27FC236}">
                <a16:creationId xmlns:a16="http://schemas.microsoft.com/office/drawing/2014/main" id="{4DF4F3BA-CEF2-4B9A-929E-311917C87DE1}"/>
              </a:ext>
            </a:extLst>
          </p:cNvPr>
          <p:cNvSpPr>
            <a:spLocks xmlns:a="http://schemas.openxmlformats.org/drawingml/2006/main" noGrp="1"/>
          </p:cNvSpPr>
          <p:nvPr/>
        </p:nvSpPr>
        <p:spPr>
          <a:xfrm xmlns:a="http://schemas.openxmlformats.org/drawingml/2006/main">
            <a:off x="7924800" y="5219700"/>
            <a:ext cx="14287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377EA6"/>
                </a:solidFill>
                <a:latin typeface="Microsoft YaHei"/>
                <a:ea typeface="Microsoft YaHei"/>
                <a:cs typeface="Microsoft YaHei"/>
              </a:defRPr>
            </a:pPr>
            <a:r>
              <a:rPr sz="1350" b="0">
                <a:solidFill>
                  <a:srgbClr val="377EA6"/>
                </a:solidFill>
                <a:latin typeface="Microsoft YaHei"/>
                <a:ea typeface="Microsoft YaHei"/>
                <a:cs typeface="Microsoft YaHei"/>
              </a:rPr>
              <a:t>内容隐状态 H₀</a:t>
            </a:r>
          </a:p>
        </p:txBody>
      </p:sp>
      <p:sp>
        <p:nvSpPr>
          <p:cNvPr id="117" name="module_227">
            <a:extLst xmlns:a="http://schemas.openxmlformats.org/drawingml/2006/main">
              <a:ext uri="{FF2B5EF4-FFF2-40B4-BE49-F238E27FC236}">
                <a16:creationId xmlns:a16="http://schemas.microsoft.com/office/drawing/2014/main" id="{4CCB34F6-E7DD-46B2-8EA5-4ADC13F8CD11}"/>
              </a:ext>
            </a:extLst>
          </p:cNvPr>
          <p:cNvSpPr>
            <a:spLocks xmlns:a="http://schemas.openxmlformats.org/drawingml/2006/main" noGrp="1"/>
          </p:cNvSpPr>
          <p:nvPr/>
        </p:nvSpPr>
        <p:spPr>
          <a:xfrm xmlns:a="http://schemas.openxmlformats.org/drawingml/2006/main">
            <a:off x="9210675" y="3171825"/>
            <a:ext cx="876300" cy="428625"/>
          </a:xfrm>
          <a:prstGeom xmlns:a="http://schemas.openxmlformats.org/drawingml/2006/main" prst="roundRect">
            <a:avLst>
              <a:gd name="adj" fmla="val 20000"/>
            </a:avLst>
          </a:prstGeom>
          <a:solidFill xmlns:a="http://schemas.openxmlformats.org/drawingml/2006/main">
            <a:srgbClr val="F7F9FC"/>
          </a:solidFill>
          <a:ln xmlns:a="http://schemas.openxmlformats.org/drawingml/2006/main" w="14288">
            <a:solidFill>
              <a:srgbClr val="C9D2DD"/>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00">
                <a:solidFill>
                  <a:srgbClr val="233245"/>
                </a:solidFill>
                <a:latin typeface="Microsoft YaHei"/>
                <a:ea typeface="Microsoft YaHei"/>
                <a:cs typeface="Microsoft YaHei"/>
              </a:defRPr>
            </a:pPr>
            <a:r>
              <a:rPr sz="1500">
                <a:solidFill>
                  <a:srgbClr val="233245"/>
                </a:solidFill>
                <a:latin typeface="Microsoft YaHei"/>
                <a:ea typeface="Microsoft YaHei"/>
                <a:cs typeface="Microsoft YaHei"/>
              </a:rPr>
              <a:t>z ∼ N</a:t>
            </a:r>
          </a:p>
        </p:txBody>
      </p:sp>
      <p:sp>
        <p:nvSpPr>
          <p:cNvPr id="118" name="shape_228">
            <a:extLst xmlns:a="http://schemas.openxmlformats.org/drawingml/2006/main">
              <a:ext uri="{FF2B5EF4-FFF2-40B4-BE49-F238E27FC236}">
                <a16:creationId xmlns:a16="http://schemas.microsoft.com/office/drawing/2014/main" id="{4B3FC93B-ADB0-449B-8FEC-2F16598F1E28}"/>
              </a:ext>
            </a:extLst>
          </p:cNvPr>
          <p:cNvSpPr>
            <a:spLocks xmlns:a="http://schemas.openxmlformats.org/drawingml/2006/main" noGrp="1"/>
          </p:cNvSpPr>
          <p:nvPr/>
        </p:nvSpPr>
        <p:spPr>
          <a:xfrm xmlns:a="http://schemas.openxmlformats.org/drawingml/2006/main">
            <a:off x="9646920" y="3598545"/>
            <a:ext cx="3810" cy="3810"/>
          </a:xfrm>
          <a:prstGeom xmlns:a="http://schemas.openxmlformats.org/drawingml/2006/main" prst="rect">
            <a:avLst/>
          </a:prstGeom>
          <a:noFill xmlns:a="http://schemas.openxmlformats.org/drawingml/2006/main"/>
          <a:ln xmlns:a="http://schemas.openxmlformats.org/drawingml/2006/main" w="0">
            <a:noFill/>
          </a:ln>
        </p:spPr>
      </p:sp>
      <p:sp>
        <p:nvSpPr>
          <p:cNvPr id="119" name="shape_229">
            <a:extLst xmlns:a="http://schemas.openxmlformats.org/drawingml/2006/main">
              <a:ext uri="{FF2B5EF4-FFF2-40B4-BE49-F238E27FC236}">
                <a16:creationId xmlns:a16="http://schemas.microsoft.com/office/drawing/2014/main" id="{2CD8911D-277D-43BB-9F0F-97093C1343CE}"/>
              </a:ext>
            </a:extLst>
          </p:cNvPr>
          <p:cNvSpPr>
            <a:spLocks xmlns:a="http://schemas.openxmlformats.org/drawingml/2006/main" noGrp="1"/>
          </p:cNvSpPr>
          <p:nvPr/>
        </p:nvSpPr>
        <p:spPr>
          <a:xfrm xmlns:a="http://schemas.openxmlformats.org/drawingml/2006/main">
            <a:off x="9646920" y="3798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07" name=""/>
          <p:cNvCxnSpPr>
            <a:stCxn xmlns:a="http://schemas.openxmlformats.org/drawingml/2006/main" id="118" idx="2"/>
            <a:endCxn xmlns:a="http://schemas.openxmlformats.org/drawingml/2006/main" id="119" idx="0"/>
          </p:cNvCxnSpPr>
          <p:nvPr/>
        </p:nvCxnSpPr>
        <p:spPr>
          <a:xfrm xmlns:a="http://schemas.openxmlformats.org/drawingml/2006/main">
            <a:off x="9648825" y="3602355"/>
            <a:ext cx="0" cy="196215"/>
          </a:xfrm>
          <a:prstGeom xmlns:a="http://schemas.openxmlformats.org/drawingml/2006/main" prst="straightConnector1">
            <a:avLst/>
          </a:prstGeom>
          <a:ln xmlns:a="http://schemas.openxmlformats.org/drawingml/2006/main" w="19050">
            <a:solidFill>
              <a:srgbClr val="697687"/>
            </a:solidFill>
            <a:prstDash val="solid"/>
          </a:ln>
        </p:spPr>
      </p:cxnSp>
      <p:sp>
        <p:nvSpPr>
          <p:cNvPr id="121" name="shape_230">
            <a:extLst xmlns:a="http://schemas.openxmlformats.org/drawingml/2006/main">
              <a:ext uri="{FF2B5EF4-FFF2-40B4-BE49-F238E27FC236}">
                <a16:creationId xmlns:a16="http://schemas.microsoft.com/office/drawing/2014/main" id="{8DE7BACF-A475-46BD-8E8E-13CCD19C6389}"/>
              </a:ext>
            </a:extLst>
          </p:cNvPr>
          <p:cNvSpPr>
            <a:spLocks xmlns:a="http://schemas.openxmlformats.org/drawingml/2006/main" noGrp="1"/>
          </p:cNvSpPr>
          <p:nvPr/>
        </p:nvSpPr>
        <p:spPr>
          <a:xfrm xmlns:a="http://schemas.openxmlformats.org/drawingml/2006/main">
            <a:off x="9646920" y="3798570"/>
            <a:ext cx="3810" cy="3810"/>
          </a:xfrm>
          <a:prstGeom xmlns:a="http://schemas.openxmlformats.org/drawingml/2006/main" prst="rect">
            <a:avLst/>
          </a:prstGeom>
          <a:noFill xmlns:a="http://schemas.openxmlformats.org/drawingml/2006/main"/>
          <a:ln xmlns:a="http://schemas.openxmlformats.org/drawingml/2006/main" w="0">
            <a:noFill/>
          </a:ln>
        </p:spPr>
      </p:sp>
      <p:sp>
        <p:nvSpPr>
          <p:cNvPr id="122" name="shape_231">
            <a:extLst xmlns:a="http://schemas.openxmlformats.org/drawingml/2006/main">
              <a:ext uri="{FF2B5EF4-FFF2-40B4-BE49-F238E27FC236}">
                <a16:creationId xmlns:a16="http://schemas.microsoft.com/office/drawing/2014/main" id="{6C3230A4-D5FC-45AF-AD4A-3EBCD2047452}"/>
              </a:ext>
            </a:extLst>
          </p:cNvPr>
          <p:cNvSpPr>
            <a:spLocks xmlns:a="http://schemas.openxmlformats.org/drawingml/2006/main" noGrp="1"/>
          </p:cNvSpPr>
          <p:nvPr/>
        </p:nvSpPr>
        <p:spPr>
          <a:xfrm xmlns:a="http://schemas.openxmlformats.org/drawingml/2006/main">
            <a:off x="9808845" y="3798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10" name=""/>
          <p:cNvCxnSpPr>
            <a:stCxn xmlns:a="http://schemas.openxmlformats.org/drawingml/2006/main" id="121" idx="3"/>
            <a:endCxn xmlns:a="http://schemas.openxmlformats.org/drawingml/2006/main" id="122" idx="1"/>
          </p:cNvCxnSpPr>
          <p:nvPr/>
        </p:nvCxnSpPr>
        <p:spPr>
          <a:xfrm xmlns:a="http://schemas.openxmlformats.org/drawingml/2006/main">
            <a:off x="9650730" y="3800475"/>
            <a:ext cx="158115" cy="0"/>
          </a:xfrm>
          <a:prstGeom xmlns:a="http://schemas.openxmlformats.org/drawingml/2006/main" prst="straightConnector1">
            <a:avLst/>
          </a:prstGeom>
          <a:ln xmlns:a="http://schemas.openxmlformats.org/drawingml/2006/main" w="19050">
            <a:solidFill>
              <a:srgbClr val="697687"/>
            </a:solidFill>
            <a:prstDash val="solid"/>
          </a:ln>
        </p:spPr>
      </p:cxnSp>
      <p:sp>
        <p:nvSpPr>
          <p:cNvPr id="124" name="shape_232">
            <a:extLst xmlns:a="http://schemas.openxmlformats.org/drawingml/2006/main">
              <a:ext uri="{FF2B5EF4-FFF2-40B4-BE49-F238E27FC236}">
                <a16:creationId xmlns:a16="http://schemas.microsoft.com/office/drawing/2014/main" id="{32A08CBC-2016-441F-B857-536E2FAAA23C}"/>
              </a:ext>
            </a:extLst>
          </p:cNvPr>
          <p:cNvSpPr>
            <a:spLocks xmlns:a="http://schemas.openxmlformats.org/drawingml/2006/main" noGrp="1"/>
          </p:cNvSpPr>
          <p:nvPr/>
        </p:nvSpPr>
        <p:spPr>
          <a:xfrm xmlns:a="http://schemas.openxmlformats.org/drawingml/2006/main">
            <a:off x="9808845" y="3798570"/>
            <a:ext cx="3810" cy="3810"/>
          </a:xfrm>
          <a:prstGeom xmlns:a="http://schemas.openxmlformats.org/drawingml/2006/main" prst="rect">
            <a:avLst/>
          </a:prstGeom>
          <a:noFill xmlns:a="http://schemas.openxmlformats.org/drawingml/2006/main"/>
          <a:ln xmlns:a="http://schemas.openxmlformats.org/drawingml/2006/main" w="0">
            <a:noFill/>
          </a:ln>
        </p:spPr>
      </p:sp>
      <p:sp>
        <p:nvSpPr>
          <p:cNvPr id="125" name="shape_233">
            <a:extLst xmlns:a="http://schemas.openxmlformats.org/drawingml/2006/main">
              <a:ext uri="{FF2B5EF4-FFF2-40B4-BE49-F238E27FC236}">
                <a16:creationId xmlns:a16="http://schemas.microsoft.com/office/drawing/2014/main" id="{56818E50-CCA9-4360-AC13-1E859C646E6C}"/>
              </a:ext>
            </a:extLst>
          </p:cNvPr>
          <p:cNvSpPr>
            <a:spLocks xmlns:a="http://schemas.openxmlformats.org/drawingml/2006/main" noGrp="1"/>
          </p:cNvSpPr>
          <p:nvPr/>
        </p:nvSpPr>
        <p:spPr>
          <a:xfrm xmlns:a="http://schemas.openxmlformats.org/drawingml/2006/main">
            <a:off x="9808845" y="3970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13" name=""/>
          <p:cNvCxnSpPr>
            <a:stCxn xmlns:a="http://schemas.openxmlformats.org/drawingml/2006/main" id="124" idx="2"/>
            <a:endCxn xmlns:a="http://schemas.openxmlformats.org/drawingml/2006/main" id="125" idx="0"/>
          </p:cNvCxnSpPr>
          <p:nvPr/>
        </p:nvCxnSpPr>
        <p:spPr>
          <a:xfrm xmlns:a="http://schemas.openxmlformats.org/drawingml/2006/main">
            <a:off x="9810750" y="3802380"/>
            <a:ext cx="0" cy="167640"/>
          </a:xfrm>
          <a:prstGeom xmlns:a="http://schemas.openxmlformats.org/drawingml/2006/main" prst="straightConnector1">
            <a:avLst/>
          </a:prstGeom>
          <a:ln xmlns:a="http://schemas.openxmlformats.org/drawingml/2006/main" w="19050">
            <a:solidFill>
              <a:srgbClr val="697687"/>
            </a:solidFill>
            <a:prstDash val="solid"/>
            <a:tailEnd type="triangle" w="sm" len="sm"/>
          </a:ln>
        </p:spPr>
      </p:cxnSp>
      <p:sp>
        <p:nvSpPr>
          <p:cNvPr id="127" name="module_234">
            <a:extLst xmlns:a="http://schemas.openxmlformats.org/drawingml/2006/main">
              <a:ext uri="{FF2B5EF4-FFF2-40B4-BE49-F238E27FC236}">
                <a16:creationId xmlns:a16="http://schemas.microsoft.com/office/drawing/2014/main" id="{DEA61B91-BC2B-4FDB-AD69-ADF31F88A61A}"/>
              </a:ext>
            </a:extLst>
          </p:cNvPr>
          <p:cNvSpPr>
            <a:spLocks xmlns:a="http://schemas.openxmlformats.org/drawingml/2006/main" noGrp="1"/>
          </p:cNvSpPr>
          <p:nvPr/>
        </p:nvSpPr>
        <p:spPr>
          <a:xfrm xmlns:a="http://schemas.openxmlformats.org/drawingml/2006/main">
            <a:off x="11849100" y="4324350"/>
            <a:ext cx="1009650" cy="828675"/>
          </a:xfrm>
          <a:prstGeom xmlns:a="http://schemas.openxmlformats.org/drawingml/2006/main" prst="roundRect">
            <a:avLst>
              <a:gd name="adj" fmla="val 10345"/>
            </a:avLst>
          </a:prstGeom>
          <a:solidFill xmlns:a="http://schemas.openxmlformats.org/drawingml/2006/main">
            <a:srgbClr val="F0ECF8"/>
          </a:solidFill>
          <a:ln xmlns:a="http://schemas.openxmlformats.org/drawingml/2006/main" w="14288">
            <a:solidFill>
              <a:srgbClr val="7864A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非口部</a:t>
            </a:r>
          </a:p>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硬约束</a:t>
            </a:r>
          </a:p>
          <a:p xmlns:a="http://schemas.openxmlformats.org/drawingml/2006/main">
            <a:pPr algn="ctr">
              <a:defRPr sz="1575">
                <a:solidFill>
                  <a:srgbClr val="233245"/>
                </a:solidFill>
                <a:latin typeface="Microsoft YaHei"/>
                <a:ea typeface="Microsoft YaHei"/>
                <a:cs typeface="Microsoft YaHei"/>
              </a:defRPr>
            </a:pPr>
            <a:r>
              <a:rPr sz="1575">
                <a:solidFill>
                  <a:srgbClr val="233245"/>
                </a:solidFill>
                <a:latin typeface="Microsoft YaHei"/>
                <a:ea typeface="Microsoft YaHei"/>
                <a:cs typeface="Microsoft YaHei"/>
              </a:rPr>
              <a:t>S_exp</a:t>
            </a:r>
          </a:p>
        </p:txBody>
      </p:sp>
      <p:sp>
        <p:nvSpPr>
          <p:cNvPr id="128" name="shape_235">
            <a:extLst xmlns:a="http://schemas.openxmlformats.org/drawingml/2006/main">
              <a:ext uri="{FF2B5EF4-FFF2-40B4-BE49-F238E27FC236}">
                <a16:creationId xmlns:a16="http://schemas.microsoft.com/office/drawing/2014/main" id="{D4D59228-7656-4739-B4B1-258FD64D1F03}"/>
              </a:ext>
            </a:extLst>
          </p:cNvPr>
          <p:cNvSpPr>
            <a:spLocks xmlns:a="http://schemas.openxmlformats.org/drawingml/2006/main" noGrp="1"/>
          </p:cNvSpPr>
          <p:nvPr/>
        </p:nvSpPr>
        <p:spPr>
          <a:xfrm xmlns:a="http://schemas.openxmlformats.org/drawingml/2006/main">
            <a:off x="11475720" y="4732020"/>
            <a:ext cx="3810" cy="3810"/>
          </a:xfrm>
          <a:prstGeom xmlns:a="http://schemas.openxmlformats.org/drawingml/2006/main" prst="rect">
            <a:avLst/>
          </a:prstGeom>
          <a:noFill xmlns:a="http://schemas.openxmlformats.org/drawingml/2006/main"/>
          <a:ln xmlns:a="http://schemas.openxmlformats.org/drawingml/2006/main" w="0">
            <a:noFill/>
          </a:ln>
        </p:spPr>
      </p:sp>
      <p:sp>
        <p:nvSpPr>
          <p:cNvPr id="129" name="shape_236">
            <a:extLst xmlns:a="http://schemas.openxmlformats.org/drawingml/2006/main">
              <a:ext uri="{FF2B5EF4-FFF2-40B4-BE49-F238E27FC236}">
                <a16:creationId xmlns:a16="http://schemas.microsoft.com/office/drawing/2014/main" id="{2D6B2631-8557-4FCA-BE73-A7E27034C20D}"/>
              </a:ext>
            </a:extLst>
          </p:cNvPr>
          <p:cNvSpPr>
            <a:spLocks xmlns:a="http://schemas.openxmlformats.org/drawingml/2006/main" noGrp="1"/>
          </p:cNvSpPr>
          <p:nvPr/>
        </p:nvSpPr>
        <p:spPr>
          <a:xfrm xmlns:a="http://schemas.openxmlformats.org/drawingml/2006/main">
            <a:off x="11847195" y="4732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17" name=""/>
          <p:cNvCxnSpPr>
            <a:stCxn xmlns:a="http://schemas.openxmlformats.org/drawingml/2006/main" id="128" idx="3"/>
            <a:endCxn xmlns:a="http://schemas.openxmlformats.org/drawingml/2006/main" id="129" idx="1"/>
          </p:cNvCxnSpPr>
          <p:nvPr/>
        </p:nvCxnSpPr>
        <p:spPr>
          <a:xfrm xmlns:a="http://schemas.openxmlformats.org/drawingml/2006/main">
            <a:off x="11479530" y="4733925"/>
            <a:ext cx="367665" cy="0"/>
          </a:xfrm>
          <a:prstGeom xmlns:a="http://schemas.openxmlformats.org/drawingml/2006/main" prst="straightConnector1">
            <a:avLst/>
          </a:prstGeom>
          <a:ln xmlns:a="http://schemas.openxmlformats.org/drawingml/2006/main" w="19050">
            <a:solidFill>
              <a:srgbClr val="7864A7"/>
            </a:solidFill>
            <a:prstDash val="solid"/>
            <a:tailEnd type="triangle" w="sm" len="sm"/>
          </a:ln>
        </p:spPr>
      </p:cxnSp>
      <p:sp>
        <p:nvSpPr>
          <p:cNvPr id="131" name="shape_237">
            <a:extLst xmlns:a="http://schemas.openxmlformats.org/drawingml/2006/main">
              <a:ext uri="{FF2B5EF4-FFF2-40B4-BE49-F238E27FC236}">
                <a16:creationId xmlns:a16="http://schemas.microsoft.com/office/drawing/2014/main" id="{5E70D62C-08FB-4821-B505-EBA62D4F046D}"/>
              </a:ext>
            </a:extLst>
          </p:cNvPr>
          <p:cNvSpPr>
            <a:spLocks xmlns:a="http://schemas.openxmlformats.org/drawingml/2006/main" noGrp="1"/>
          </p:cNvSpPr>
          <p:nvPr/>
        </p:nvSpPr>
        <p:spPr>
          <a:xfrm xmlns:a="http://schemas.openxmlformats.org/drawingml/2006/main">
            <a:off x="11468100" y="4371975"/>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7864A7"/>
                </a:solidFill>
                <a:latin typeface="Arial"/>
                <a:ea typeface="Arial"/>
                <a:cs typeface="Arial"/>
              </a:defRPr>
            </a:pPr>
            <a:r>
              <a:rPr sz="1350" b="0">
                <a:solidFill>
                  <a:srgbClr val="7864A7"/>
                </a:solidFill>
                <a:latin typeface="Arial"/>
                <a:ea typeface="Arial"/>
                <a:cs typeface="Arial"/>
              </a:rPr>
              <a:t>R</a:t>
            </a:r>
          </a:p>
        </p:txBody>
      </p:sp>
      <p:sp>
        <p:nvSpPr>
          <p:cNvPr id="132" name="operator_238">
            <a:extLst xmlns:a="http://schemas.openxmlformats.org/drawingml/2006/main">
              <a:ext uri="{FF2B5EF4-FFF2-40B4-BE49-F238E27FC236}">
                <a16:creationId xmlns:a16="http://schemas.microsoft.com/office/drawing/2014/main" id="{FDE23A04-84D2-40B5-B07E-EB843FE30B5B}"/>
              </a:ext>
            </a:extLst>
          </p:cNvPr>
          <p:cNvSpPr>
            <a:spLocks xmlns:a="http://schemas.openxmlformats.org/drawingml/2006/main" noGrp="1"/>
          </p:cNvSpPr>
          <p:nvPr/>
        </p:nvSpPr>
        <p:spPr>
          <a:xfrm xmlns:a="http://schemas.openxmlformats.org/drawingml/2006/main">
            <a:off x="13049250" y="4562475"/>
            <a:ext cx="438150" cy="438150"/>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245"/>
            </a:solidFill>
          </a:ln>
        </p:spPr>
        <p:txBody>
          <a:bodyPr xmlns:a="http://schemas.openxmlformats.org/drawingml/2006/main" lIns="0" tIns="0" rIns="0" bIns="0" anchor="ctr"/>
          <a:lstStyle xmlns:a="http://schemas.openxmlformats.org/drawingml/2006/main"/>
          <a:p xmlns:a="http://schemas.openxmlformats.org/drawingml/2006/main">
            <a:pPr algn="ctr">
              <a:defRPr sz="1967">
                <a:solidFill>
                  <a:srgbClr val="233245"/>
                </a:solidFill>
                <a:latin typeface="Arial"/>
                <a:ea typeface="Arial"/>
                <a:cs typeface="Arial"/>
              </a:defRPr>
            </a:pPr>
            <a:r>
              <a:rPr sz="1967">
                <a:solidFill>
                  <a:srgbClr val="233245"/>
                </a:solidFill>
                <a:latin typeface="Arial"/>
                <a:ea typeface="Arial"/>
                <a:cs typeface="Arial"/>
              </a:rPr>
              <a:t>+</a:t>
            </a:r>
          </a:p>
        </p:txBody>
      </p:sp>
      <p:sp>
        <p:nvSpPr>
          <p:cNvPr id="133" name="shape_239">
            <a:extLst xmlns:a="http://schemas.openxmlformats.org/drawingml/2006/main">
              <a:ext uri="{FF2B5EF4-FFF2-40B4-BE49-F238E27FC236}">
                <a16:creationId xmlns:a16="http://schemas.microsoft.com/office/drawing/2014/main" id="{2CE1CA9F-FA2C-4A24-8FAB-B6221A24478F}"/>
              </a:ext>
            </a:extLst>
          </p:cNvPr>
          <p:cNvSpPr>
            <a:spLocks xmlns:a="http://schemas.openxmlformats.org/drawingml/2006/main" noGrp="1"/>
          </p:cNvSpPr>
          <p:nvPr/>
        </p:nvSpPr>
        <p:spPr>
          <a:xfrm xmlns:a="http://schemas.openxmlformats.org/drawingml/2006/main">
            <a:off x="12856845" y="4779645"/>
            <a:ext cx="3810" cy="3810"/>
          </a:xfrm>
          <a:prstGeom xmlns:a="http://schemas.openxmlformats.org/drawingml/2006/main" prst="rect">
            <a:avLst/>
          </a:prstGeom>
          <a:noFill xmlns:a="http://schemas.openxmlformats.org/drawingml/2006/main"/>
          <a:ln xmlns:a="http://schemas.openxmlformats.org/drawingml/2006/main" w="0">
            <a:noFill/>
          </a:ln>
        </p:spPr>
      </p:sp>
      <p:sp>
        <p:nvSpPr>
          <p:cNvPr id="134" name="shape_240">
            <a:extLst xmlns:a="http://schemas.openxmlformats.org/drawingml/2006/main">
              <a:ext uri="{FF2B5EF4-FFF2-40B4-BE49-F238E27FC236}">
                <a16:creationId xmlns:a16="http://schemas.microsoft.com/office/drawing/2014/main" id="{6B77635F-DC34-4769-B034-9AD17D488B53}"/>
              </a:ext>
            </a:extLst>
          </p:cNvPr>
          <p:cNvSpPr>
            <a:spLocks xmlns:a="http://schemas.openxmlformats.org/drawingml/2006/main" noGrp="1"/>
          </p:cNvSpPr>
          <p:nvPr/>
        </p:nvSpPr>
        <p:spPr>
          <a:xfrm xmlns:a="http://schemas.openxmlformats.org/drawingml/2006/main">
            <a:off x="13047345" y="47796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22" name=""/>
          <p:cNvCxnSpPr>
            <a:stCxn xmlns:a="http://schemas.openxmlformats.org/drawingml/2006/main" id="133" idx="3"/>
            <a:endCxn xmlns:a="http://schemas.openxmlformats.org/drawingml/2006/main" id="134" idx="1"/>
          </p:cNvCxnSpPr>
          <p:nvPr/>
        </p:nvCxnSpPr>
        <p:spPr>
          <a:xfrm xmlns:a="http://schemas.openxmlformats.org/drawingml/2006/main">
            <a:off x="12860655" y="4781550"/>
            <a:ext cx="186690" cy="0"/>
          </a:xfrm>
          <a:prstGeom xmlns:a="http://schemas.openxmlformats.org/drawingml/2006/main" prst="straightConnector1">
            <a:avLst/>
          </a:prstGeom>
          <a:ln xmlns:a="http://schemas.openxmlformats.org/drawingml/2006/main" w="19050">
            <a:solidFill>
              <a:srgbClr val="7864A7"/>
            </a:solidFill>
            <a:prstDash val="solid"/>
            <a:tailEnd type="triangle" w="sm" len="sm"/>
          </a:ln>
        </p:spPr>
      </p:cxnSp>
      <p:sp>
        <p:nvSpPr>
          <p:cNvPr id="136" name="shape_241">
            <a:extLst xmlns:a="http://schemas.openxmlformats.org/drawingml/2006/main">
              <a:ext uri="{FF2B5EF4-FFF2-40B4-BE49-F238E27FC236}">
                <a16:creationId xmlns:a16="http://schemas.microsoft.com/office/drawing/2014/main" id="{EB92ECBC-6086-4B34-BED0-98C6AA59A3BE}"/>
              </a:ext>
            </a:extLst>
          </p:cNvPr>
          <p:cNvSpPr>
            <a:spLocks xmlns:a="http://schemas.openxmlformats.org/drawingml/2006/main" noGrp="1"/>
          </p:cNvSpPr>
          <p:nvPr/>
        </p:nvSpPr>
        <p:spPr>
          <a:xfrm xmlns:a="http://schemas.openxmlformats.org/drawingml/2006/main">
            <a:off x="14018895" y="2188845"/>
            <a:ext cx="3810" cy="3810"/>
          </a:xfrm>
          <a:prstGeom xmlns:a="http://schemas.openxmlformats.org/drawingml/2006/main" prst="rect">
            <a:avLst/>
          </a:prstGeom>
          <a:noFill xmlns:a="http://schemas.openxmlformats.org/drawingml/2006/main"/>
          <a:ln xmlns:a="http://schemas.openxmlformats.org/drawingml/2006/main" w="0">
            <a:noFill/>
          </a:ln>
        </p:spPr>
      </p:sp>
      <p:sp>
        <p:nvSpPr>
          <p:cNvPr id="137" name="shape_242">
            <a:extLst xmlns:a="http://schemas.openxmlformats.org/drawingml/2006/main">
              <a:ext uri="{FF2B5EF4-FFF2-40B4-BE49-F238E27FC236}">
                <a16:creationId xmlns:a16="http://schemas.microsoft.com/office/drawing/2014/main" id="{936B7F77-C873-4DE0-B66E-DD803FC7A96F}"/>
              </a:ext>
            </a:extLst>
          </p:cNvPr>
          <p:cNvSpPr>
            <a:spLocks xmlns:a="http://schemas.openxmlformats.org/drawingml/2006/main" noGrp="1"/>
          </p:cNvSpPr>
          <p:nvPr/>
        </p:nvSpPr>
        <p:spPr>
          <a:xfrm xmlns:a="http://schemas.openxmlformats.org/drawingml/2006/main">
            <a:off x="14018895" y="35509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25" name=""/>
          <p:cNvCxnSpPr>
            <a:stCxn xmlns:a="http://schemas.openxmlformats.org/drawingml/2006/main" id="136" idx="2"/>
            <a:endCxn xmlns:a="http://schemas.openxmlformats.org/drawingml/2006/main" id="137" idx="0"/>
          </p:cNvCxnSpPr>
          <p:nvPr/>
        </p:nvCxnSpPr>
        <p:spPr>
          <a:xfrm xmlns:a="http://schemas.openxmlformats.org/drawingml/2006/main">
            <a:off x="14020800" y="2192655"/>
            <a:ext cx="0" cy="1358265"/>
          </a:xfrm>
          <a:prstGeom xmlns:a="http://schemas.openxmlformats.org/drawingml/2006/main" prst="straightConnector1">
            <a:avLst/>
          </a:prstGeom>
          <a:ln xmlns:a="http://schemas.openxmlformats.org/drawingml/2006/main" w="19050">
            <a:solidFill>
              <a:srgbClr val="398477"/>
            </a:solidFill>
            <a:prstDash val="solid"/>
          </a:ln>
        </p:spPr>
      </p:cxnSp>
      <p:sp>
        <p:nvSpPr>
          <p:cNvPr id="139" name="shape_243">
            <a:extLst xmlns:a="http://schemas.openxmlformats.org/drawingml/2006/main">
              <a:ext uri="{FF2B5EF4-FFF2-40B4-BE49-F238E27FC236}">
                <a16:creationId xmlns:a16="http://schemas.microsoft.com/office/drawing/2014/main" id="{7E06B444-7969-4E4A-BD7A-97CCFC4AB01B}"/>
              </a:ext>
            </a:extLst>
          </p:cNvPr>
          <p:cNvSpPr>
            <a:spLocks xmlns:a="http://schemas.openxmlformats.org/drawingml/2006/main" noGrp="1"/>
          </p:cNvSpPr>
          <p:nvPr/>
        </p:nvSpPr>
        <p:spPr>
          <a:xfrm xmlns:a="http://schemas.openxmlformats.org/drawingml/2006/main">
            <a:off x="14018895" y="3550920"/>
            <a:ext cx="3810" cy="3810"/>
          </a:xfrm>
          <a:prstGeom xmlns:a="http://schemas.openxmlformats.org/drawingml/2006/main" prst="rect">
            <a:avLst/>
          </a:prstGeom>
          <a:noFill xmlns:a="http://schemas.openxmlformats.org/drawingml/2006/main"/>
          <a:ln xmlns:a="http://schemas.openxmlformats.org/drawingml/2006/main" w="0">
            <a:noFill/>
          </a:ln>
        </p:spPr>
      </p:sp>
      <p:sp>
        <p:nvSpPr>
          <p:cNvPr id="140" name="shape_244">
            <a:extLst xmlns:a="http://schemas.openxmlformats.org/drawingml/2006/main">
              <a:ext uri="{FF2B5EF4-FFF2-40B4-BE49-F238E27FC236}">
                <a16:creationId xmlns:a16="http://schemas.microsoft.com/office/drawing/2014/main" id="{713A6980-7069-4108-985E-0FCA9EFDD113}"/>
              </a:ext>
            </a:extLst>
          </p:cNvPr>
          <p:cNvSpPr>
            <a:spLocks xmlns:a="http://schemas.openxmlformats.org/drawingml/2006/main" noGrp="1"/>
          </p:cNvSpPr>
          <p:nvPr/>
        </p:nvSpPr>
        <p:spPr>
          <a:xfrm xmlns:a="http://schemas.openxmlformats.org/drawingml/2006/main">
            <a:off x="13266420" y="35509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28" name=""/>
          <p:cNvCxnSpPr>
            <a:stCxn xmlns:a="http://schemas.openxmlformats.org/drawingml/2006/main" id="139" idx="1"/>
            <a:endCxn xmlns:a="http://schemas.openxmlformats.org/drawingml/2006/main" id="140" idx="3"/>
          </p:cNvCxnSpPr>
          <p:nvPr/>
        </p:nvCxnSpPr>
        <p:spPr>
          <a:xfrm xmlns:a="http://schemas.openxmlformats.org/drawingml/2006/main" flipH="1">
            <a:off x="13270230" y="3552825"/>
            <a:ext cx="748665" cy="0"/>
          </a:xfrm>
          <a:prstGeom xmlns:a="http://schemas.openxmlformats.org/drawingml/2006/main" prst="straightConnector1">
            <a:avLst/>
          </a:prstGeom>
          <a:ln xmlns:a="http://schemas.openxmlformats.org/drawingml/2006/main" w="19050">
            <a:solidFill>
              <a:srgbClr val="398477"/>
            </a:solidFill>
            <a:prstDash val="solid"/>
          </a:ln>
        </p:spPr>
      </p:cxnSp>
      <p:sp>
        <p:nvSpPr>
          <p:cNvPr id="142" name="shape_245">
            <a:extLst xmlns:a="http://schemas.openxmlformats.org/drawingml/2006/main">
              <a:ext uri="{FF2B5EF4-FFF2-40B4-BE49-F238E27FC236}">
                <a16:creationId xmlns:a16="http://schemas.microsoft.com/office/drawing/2014/main" id="{A9D6EEC5-B095-43B2-80F3-5F84886278F0}"/>
              </a:ext>
            </a:extLst>
          </p:cNvPr>
          <p:cNvSpPr>
            <a:spLocks xmlns:a="http://schemas.openxmlformats.org/drawingml/2006/main" noGrp="1"/>
          </p:cNvSpPr>
          <p:nvPr/>
        </p:nvSpPr>
        <p:spPr>
          <a:xfrm xmlns:a="http://schemas.openxmlformats.org/drawingml/2006/main">
            <a:off x="13266420" y="3550920"/>
            <a:ext cx="3810" cy="3810"/>
          </a:xfrm>
          <a:prstGeom xmlns:a="http://schemas.openxmlformats.org/drawingml/2006/main" prst="rect">
            <a:avLst/>
          </a:prstGeom>
          <a:noFill xmlns:a="http://schemas.openxmlformats.org/drawingml/2006/main"/>
          <a:ln xmlns:a="http://schemas.openxmlformats.org/drawingml/2006/main" w="0">
            <a:noFill/>
          </a:ln>
        </p:spPr>
      </p:sp>
      <p:sp>
        <p:nvSpPr>
          <p:cNvPr id="143" name="shape_246">
            <a:extLst xmlns:a="http://schemas.openxmlformats.org/drawingml/2006/main">
              <a:ext uri="{FF2B5EF4-FFF2-40B4-BE49-F238E27FC236}">
                <a16:creationId xmlns:a16="http://schemas.microsoft.com/office/drawing/2014/main" id="{36BFDFFD-C10A-4C50-9536-06D4C2A28801}"/>
              </a:ext>
            </a:extLst>
          </p:cNvPr>
          <p:cNvSpPr>
            <a:spLocks xmlns:a="http://schemas.openxmlformats.org/drawingml/2006/main" noGrp="1"/>
          </p:cNvSpPr>
          <p:nvPr/>
        </p:nvSpPr>
        <p:spPr>
          <a:xfrm xmlns:a="http://schemas.openxmlformats.org/drawingml/2006/main">
            <a:off x="13266420" y="4560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31" name=""/>
          <p:cNvCxnSpPr>
            <a:stCxn xmlns:a="http://schemas.openxmlformats.org/drawingml/2006/main" id="142" idx="2"/>
            <a:endCxn xmlns:a="http://schemas.openxmlformats.org/drawingml/2006/main" id="143" idx="0"/>
          </p:cNvCxnSpPr>
          <p:nvPr/>
        </p:nvCxnSpPr>
        <p:spPr>
          <a:xfrm xmlns:a="http://schemas.openxmlformats.org/drawingml/2006/main">
            <a:off x="13268325" y="3554730"/>
            <a:ext cx="0" cy="100584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145" name="shape_247">
            <a:extLst xmlns:a="http://schemas.openxmlformats.org/drawingml/2006/main">
              <a:ext uri="{FF2B5EF4-FFF2-40B4-BE49-F238E27FC236}">
                <a16:creationId xmlns:a16="http://schemas.microsoft.com/office/drawing/2014/main" id="{33C27858-8A95-4890-80B3-1EF093F51B31}"/>
              </a:ext>
            </a:extLst>
          </p:cNvPr>
          <p:cNvSpPr>
            <a:spLocks xmlns:a="http://schemas.openxmlformats.org/drawingml/2006/main" noGrp="1"/>
          </p:cNvSpPr>
          <p:nvPr/>
        </p:nvSpPr>
        <p:spPr>
          <a:xfrm xmlns:a="http://schemas.openxmlformats.org/drawingml/2006/main">
            <a:off x="13296900" y="3686175"/>
            <a:ext cx="13620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500" b="0">
                <a:solidFill>
                  <a:srgbClr val="398477"/>
                </a:solidFill>
                <a:latin typeface="Microsoft YaHei"/>
                <a:ea typeface="Microsoft YaHei"/>
                <a:cs typeface="Microsoft YaHei"/>
              </a:defRPr>
            </a:pPr>
            <a:r>
              <a:rPr sz="1500" b="0">
                <a:solidFill>
                  <a:srgbClr val="398477"/>
                </a:solidFill>
                <a:latin typeface="Microsoft YaHei"/>
                <a:ea typeface="Microsoft YaHei"/>
                <a:cs typeface="Microsoft YaHei"/>
              </a:rPr>
              <a:t>P_id</a:t>
            </a:r>
          </a:p>
        </p:txBody>
      </p:sp>
      <p:sp>
        <p:nvSpPr>
          <p:cNvPr id="146" name="shape_248">
            <a:extLst xmlns:a="http://schemas.openxmlformats.org/drawingml/2006/main">
              <a:ext uri="{FF2B5EF4-FFF2-40B4-BE49-F238E27FC236}">
                <a16:creationId xmlns:a16="http://schemas.microsoft.com/office/drawing/2014/main" id="{7A67DF7F-1D6C-49C7-A620-DAEB57A8F63A}"/>
              </a:ext>
            </a:extLst>
          </p:cNvPr>
          <p:cNvSpPr>
            <a:spLocks xmlns:a="http://schemas.openxmlformats.org/drawingml/2006/main" noGrp="1"/>
          </p:cNvSpPr>
          <p:nvPr/>
        </p:nvSpPr>
        <p:spPr>
          <a:xfrm xmlns:a="http://schemas.openxmlformats.org/drawingml/2006/main">
            <a:off x="5951220" y="6160770"/>
            <a:ext cx="3810" cy="3810"/>
          </a:xfrm>
          <a:prstGeom xmlns:a="http://schemas.openxmlformats.org/drawingml/2006/main" prst="rect">
            <a:avLst/>
          </a:prstGeom>
          <a:noFill xmlns:a="http://schemas.openxmlformats.org/drawingml/2006/main"/>
          <a:ln xmlns:a="http://schemas.openxmlformats.org/drawingml/2006/main" w="0">
            <a:noFill/>
          </a:ln>
        </p:spPr>
      </p:sp>
      <p:sp>
        <p:nvSpPr>
          <p:cNvPr id="147" name="shape_249">
            <a:extLst xmlns:a="http://schemas.openxmlformats.org/drawingml/2006/main">
              <a:ext uri="{FF2B5EF4-FFF2-40B4-BE49-F238E27FC236}">
                <a16:creationId xmlns:a16="http://schemas.microsoft.com/office/drawing/2014/main" id="{7753D7C6-3C03-403F-8976-2A24BD0B6058}"/>
              </a:ext>
            </a:extLst>
          </p:cNvPr>
          <p:cNvSpPr>
            <a:spLocks xmlns:a="http://schemas.openxmlformats.org/drawingml/2006/main" noGrp="1"/>
          </p:cNvSpPr>
          <p:nvPr/>
        </p:nvSpPr>
        <p:spPr>
          <a:xfrm xmlns:a="http://schemas.openxmlformats.org/drawingml/2006/main">
            <a:off x="5951220" y="6522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35" name=""/>
          <p:cNvCxnSpPr>
            <a:stCxn xmlns:a="http://schemas.openxmlformats.org/drawingml/2006/main" id="146" idx="2"/>
            <a:endCxn xmlns:a="http://schemas.openxmlformats.org/drawingml/2006/main" id="147" idx="0"/>
          </p:cNvCxnSpPr>
          <p:nvPr/>
        </p:nvCxnSpPr>
        <p:spPr>
          <a:xfrm xmlns:a="http://schemas.openxmlformats.org/drawingml/2006/main">
            <a:off x="5953125" y="6164580"/>
            <a:ext cx="0" cy="358140"/>
          </a:xfrm>
          <a:prstGeom xmlns:a="http://schemas.openxmlformats.org/drawingml/2006/main" prst="straightConnector1">
            <a:avLst/>
          </a:prstGeom>
          <a:ln xmlns:a="http://schemas.openxmlformats.org/drawingml/2006/main" w="19050">
            <a:solidFill>
              <a:srgbClr val="377EA6"/>
            </a:solidFill>
            <a:prstDash val="solid"/>
          </a:ln>
        </p:spPr>
      </p:cxnSp>
      <p:sp>
        <p:nvSpPr>
          <p:cNvPr id="149" name="shape_250">
            <a:extLst xmlns:a="http://schemas.openxmlformats.org/drawingml/2006/main">
              <a:ext uri="{FF2B5EF4-FFF2-40B4-BE49-F238E27FC236}">
                <a16:creationId xmlns:a16="http://schemas.microsoft.com/office/drawing/2014/main" id="{80BA03EC-B327-44BD-89BE-73C65410B864}"/>
              </a:ext>
            </a:extLst>
          </p:cNvPr>
          <p:cNvSpPr>
            <a:spLocks xmlns:a="http://schemas.openxmlformats.org/drawingml/2006/main" noGrp="1"/>
          </p:cNvSpPr>
          <p:nvPr/>
        </p:nvSpPr>
        <p:spPr>
          <a:xfrm xmlns:a="http://schemas.openxmlformats.org/drawingml/2006/main">
            <a:off x="5951220" y="6522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50" name="shape_251">
            <a:extLst xmlns:a="http://schemas.openxmlformats.org/drawingml/2006/main">
              <a:ext uri="{FF2B5EF4-FFF2-40B4-BE49-F238E27FC236}">
                <a16:creationId xmlns:a16="http://schemas.microsoft.com/office/drawing/2014/main" id="{B1B453E3-84F7-4AEA-A5CC-7FC1F58ECD0E}"/>
              </a:ext>
            </a:extLst>
          </p:cNvPr>
          <p:cNvSpPr>
            <a:spLocks xmlns:a="http://schemas.openxmlformats.org/drawingml/2006/main" noGrp="1"/>
          </p:cNvSpPr>
          <p:nvPr/>
        </p:nvSpPr>
        <p:spPr>
          <a:xfrm xmlns:a="http://schemas.openxmlformats.org/drawingml/2006/main">
            <a:off x="13266420" y="6522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38" name=""/>
          <p:cNvCxnSpPr>
            <a:stCxn xmlns:a="http://schemas.openxmlformats.org/drawingml/2006/main" id="149" idx="3"/>
            <a:endCxn xmlns:a="http://schemas.openxmlformats.org/drawingml/2006/main" id="150" idx="1"/>
          </p:cNvCxnSpPr>
          <p:nvPr/>
        </p:nvCxnSpPr>
        <p:spPr>
          <a:xfrm xmlns:a="http://schemas.openxmlformats.org/drawingml/2006/main">
            <a:off x="5955030" y="6524625"/>
            <a:ext cx="7311390" cy="0"/>
          </a:xfrm>
          <a:prstGeom xmlns:a="http://schemas.openxmlformats.org/drawingml/2006/main" prst="straightConnector1">
            <a:avLst/>
          </a:prstGeom>
          <a:ln xmlns:a="http://schemas.openxmlformats.org/drawingml/2006/main" w="19050">
            <a:solidFill>
              <a:srgbClr val="377EA6"/>
            </a:solidFill>
            <a:prstDash val="solid"/>
          </a:ln>
        </p:spPr>
      </p:cxnSp>
      <p:sp>
        <p:nvSpPr>
          <p:cNvPr id="152" name="shape_252">
            <a:extLst xmlns:a="http://schemas.openxmlformats.org/drawingml/2006/main">
              <a:ext uri="{FF2B5EF4-FFF2-40B4-BE49-F238E27FC236}">
                <a16:creationId xmlns:a16="http://schemas.microsoft.com/office/drawing/2014/main" id="{3837E1CB-DAE9-4497-832E-EED079238395}"/>
              </a:ext>
            </a:extLst>
          </p:cNvPr>
          <p:cNvSpPr>
            <a:spLocks xmlns:a="http://schemas.openxmlformats.org/drawingml/2006/main" noGrp="1"/>
          </p:cNvSpPr>
          <p:nvPr/>
        </p:nvSpPr>
        <p:spPr>
          <a:xfrm xmlns:a="http://schemas.openxmlformats.org/drawingml/2006/main">
            <a:off x="13266420" y="6522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53" name="shape_253">
            <a:extLst xmlns:a="http://schemas.openxmlformats.org/drawingml/2006/main">
              <a:ext uri="{FF2B5EF4-FFF2-40B4-BE49-F238E27FC236}">
                <a16:creationId xmlns:a16="http://schemas.microsoft.com/office/drawing/2014/main" id="{6A732845-4780-4986-9E37-089BFEDDC657}"/>
              </a:ext>
            </a:extLst>
          </p:cNvPr>
          <p:cNvSpPr>
            <a:spLocks xmlns:a="http://schemas.openxmlformats.org/drawingml/2006/main" noGrp="1"/>
          </p:cNvSpPr>
          <p:nvPr/>
        </p:nvSpPr>
        <p:spPr>
          <a:xfrm xmlns:a="http://schemas.openxmlformats.org/drawingml/2006/main">
            <a:off x="13266420" y="4998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41" name=""/>
          <p:cNvCxnSpPr>
            <a:stCxn xmlns:a="http://schemas.openxmlformats.org/drawingml/2006/main" id="152" idx="0"/>
            <a:endCxn xmlns:a="http://schemas.openxmlformats.org/drawingml/2006/main" id="153" idx="2"/>
          </p:cNvCxnSpPr>
          <p:nvPr/>
        </p:nvCxnSpPr>
        <p:spPr>
          <a:xfrm xmlns:a="http://schemas.openxmlformats.org/drawingml/2006/main" flipV="1">
            <a:off x="13268325" y="5002530"/>
            <a:ext cx="0" cy="152019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55" name="shape_254">
            <a:extLst xmlns:a="http://schemas.openxmlformats.org/drawingml/2006/main">
              <a:ext uri="{FF2B5EF4-FFF2-40B4-BE49-F238E27FC236}">
                <a16:creationId xmlns:a16="http://schemas.microsoft.com/office/drawing/2014/main" id="{43F7D99C-F3C8-4009-894B-9C065FCF902C}"/>
              </a:ext>
            </a:extLst>
          </p:cNvPr>
          <p:cNvSpPr>
            <a:spLocks xmlns:a="http://schemas.openxmlformats.org/drawingml/2006/main" noGrp="1"/>
          </p:cNvSpPr>
          <p:nvPr/>
        </p:nvSpPr>
        <p:spPr>
          <a:xfrm xmlns:a="http://schemas.openxmlformats.org/drawingml/2006/main">
            <a:off x="8934450" y="6210300"/>
            <a:ext cx="2524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425" b="0">
                <a:solidFill>
                  <a:srgbClr val="377EA6"/>
                </a:solidFill>
                <a:latin typeface="Microsoft YaHei"/>
                <a:ea typeface="Microsoft YaHei"/>
                <a:cs typeface="Microsoft YaHei"/>
              </a:defRPr>
            </a:pPr>
            <a:r>
              <a:rPr sz="1425" b="0">
                <a:solidFill>
                  <a:srgbClr val="377EA6"/>
                </a:solidFill>
                <a:latin typeface="Microsoft YaHei"/>
                <a:ea typeface="Microsoft YaHei"/>
                <a:cs typeface="Microsoft YaHei"/>
              </a:rPr>
              <a:t>发音序列 B₀(C)</a:t>
            </a:r>
          </a:p>
        </p:txBody>
      </p:sp>
      <p:sp>
        <p:nvSpPr>
          <p:cNvPr id="156" name="replace_with_real_frame_255">
            <a:extLst xmlns:a="http://schemas.openxmlformats.org/drawingml/2006/main">
              <a:ext uri="{FF2B5EF4-FFF2-40B4-BE49-F238E27FC236}">
                <a16:creationId xmlns:a16="http://schemas.microsoft.com/office/drawing/2014/main" id="{C666DBF6-F1EE-4457-B46A-DCF482129F85}"/>
              </a:ext>
            </a:extLst>
          </p:cNvPr>
          <p:cNvSpPr>
            <a:spLocks xmlns:a="http://schemas.openxmlformats.org/drawingml/2006/main" noGrp="1"/>
          </p:cNvSpPr>
          <p:nvPr/>
        </p:nvSpPr>
        <p:spPr>
          <a:xfrm xmlns:a="http://schemas.openxmlformats.org/drawingml/2006/main">
            <a:off x="13716000" y="4343400"/>
            <a:ext cx="1066800" cy="1371600"/>
          </a:xfrm>
          <a:prstGeom xmlns:a="http://schemas.openxmlformats.org/drawingml/2006/main" prst="roundRect">
            <a:avLst>
              <a:gd name="adj" fmla="val 3571"/>
            </a:avLst>
          </a:prstGeom>
          <a:solidFill xmlns:a="http://schemas.openxmlformats.org/drawingml/2006/main">
            <a:srgbClr val="FCFCFD"/>
          </a:solidFill>
          <a:ln xmlns:a="http://schemas.openxmlformats.org/drawingml/2006/main" w="12383">
            <a:solidFill>
              <a:srgbClr val="AAB7C4"/>
            </a:solidFill>
            <a:prstDash val="dash"/>
          </a:ln>
        </p:spPr>
      </p:sp>
      <p:sp>
        <p:nvSpPr>
          <p:cNvPr id="157" name="shape_256">
            <a:extLst xmlns:a="http://schemas.openxmlformats.org/drawingml/2006/main">
              <a:ext uri="{FF2B5EF4-FFF2-40B4-BE49-F238E27FC236}">
                <a16:creationId xmlns:a16="http://schemas.microsoft.com/office/drawing/2014/main" id="{7A16DCF8-4868-4E46-ACA9-2C94777C2E32}"/>
              </a:ext>
            </a:extLst>
          </p:cNvPr>
          <p:cNvSpPr>
            <a:spLocks xmlns:a="http://schemas.openxmlformats.org/drawingml/2006/main" noGrp="1"/>
          </p:cNvSpPr>
          <p:nvPr/>
        </p:nvSpPr>
        <p:spPr>
          <a:xfrm xmlns:a="http://schemas.openxmlformats.org/drawingml/2006/main">
            <a:off x="13763625" y="4800600"/>
            <a:ext cx="971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697687"/>
                </a:solidFill>
                <a:latin typeface="Microsoft YaHei"/>
                <a:ea typeface="Microsoft YaHei"/>
                <a:cs typeface="Microsoft YaHei"/>
              </a:defRPr>
            </a:pPr>
            <a:r>
              <a:rPr sz="1350" b="0">
                <a:solidFill>
                  <a:srgbClr val="697687"/>
                </a:solidFill>
                <a:latin typeface="Microsoft YaHei"/>
                <a:ea typeface="Microsoft YaHei"/>
                <a:cs typeface="Microsoft YaHei"/>
              </a:rPr>
              <a:t>生成头像</a:t>
            </a:r>
          </a:p>
          <a:p xmlns:a="http://schemas.openxmlformats.org/drawingml/2006/main">
            <a:pPr algn="ctr">
              <a:defRPr sz="1350" b="0">
                <a:solidFill>
                  <a:srgbClr val="697687"/>
                </a:solidFill>
                <a:latin typeface="Microsoft YaHei"/>
                <a:ea typeface="Microsoft YaHei"/>
                <a:cs typeface="Microsoft YaHei"/>
              </a:defRPr>
            </a:pPr>
            <a:r>
              <a:rPr sz="1350" b="0">
                <a:solidFill>
                  <a:srgbClr val="697687"/>
                </a:solidFill>
                <a:latin typeface="Microsoft YaHei"/>
                <a:ea typeface="Microsoft YaHei"/>
                <a:cs typeface="Microsoft YaHei"/>
              </a:rPr>
              <a:t>真实帧待补</a:t>
            </a:r>
          </a:p>
        </p:txBody>
      </p:sp>
      <p:sp>
        <p:nvSpPr>
          <p:cNvPr id="158" name="shape_257">
            <a:extLst xmlns:a="http://schemas.openxmlformats.org/drawingml/2006/main">
              <a:ext uri="{FF2B5EF4-FFF2-40B4-BE49-F238E27FC236}">
                <a16:creationId xmlns:a16="http://schemas.microsoft.com/office/drawing/2014/main" id="{712486DC-31AE-4353-8B2F-7F4D952B1295}"/>
              </a:ext>
            </a:extLst>
          </p:cNvPr>
          <p:cNvSpPr>
            <a:spLocks xmlns:a="http://schemas.openxmlformats.org/drawingml/2006/main" noGrp="1"/>
          </p:cNvSpPr>
          <p:nvPr/>
        </p:nvSpPr>
        <p:spPr>
          <a:xfrm xmlns:a="http://schemas.openxmlformats.org/drawingml/2006/main">
            <a:off x="13485495" y="4779645"/>
            <a:ext cx="3810" cy="3810"/>
          </a:xfrm>
          <a:prstGeom xmlns:a="http://schemas.openxmlformats.org/drawingml/2006/main" prst="rect">
            <a:avLst/>
          </a:prstGeom>
          <a:noFill xmlns:a="http://schemas.openxmlformats.org/drawingml/2006/main"/>
          <a:ln xmlns:a="http://schemas.openxmlformats.org/drawingml/2006/main" w="0">
            <a:noFill/>
          </a:ln>
        </p:spPr>
      </p:sp>
      <p:sp>
        <p:nvSpPr>
          <p:cNvPr id="159" name="shape_258">
            <a:extLst xmlns:a="http://schemas.openxmlformats.org/drawingml/2006/main">
              <a:ext uri="{FF2B5EF4-FFF2-40B4-BE49-F238E27FC236}">
                <a16:creationId xmlns:a16="http://schemas.microsoft.com/office/drawing/2014/main" id="{A20DEFE3-4FBD-4CCE-9AAC-A59EC53EDFC0}"/>
              </a:ext>
            </a:extLst>
          </p:cNvPr>
          <p:cNvSpPr>
            <a:spLocks xmlns:a="http://schemas.openxmlformats.org/drawingml/2006/main" noGrp="1"/>
          </p:cNvSpPr>
          <p:nvPr/>
        </p:nvSpPr>
        <p:spPr>
          <a:xfrm xmlns:a="http://schemas.openxmlformats.org/drawingml/2006/main">
            <a:off x="13714095" y="47796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47" name=""/>
          <p:cNvCxnSpPr>
            <a:stCxn xmlns:a="http://schemas.openxmlformats.org/drawingml/2006/main" id="158" idx="3"/>
            <a:endCxn xmlns:a="http://schemas.openxmlformats.org/drawingml/2006/main" id="159" idx="1"/>
          </p:cNvCxnSpPr>
          <p:nvPr/>
        </p:nvCxnSpPr>
        <p:spPr>
          <a:xfrm xmlns:a="http://schemas.openxmlformats.org/drawingml/2006/main">
            <a:off x="13489305" y="4781550"/>
            <a:ext cx="224790" cy="0"/>
          </a:xfrm>
          <a:prstGeom xmlns:a="http://schemas.openxmlformats.org/drawingml/2006/main" prst="straightConnector1">
            <a:avLst/>
          </a:prstGeom>
          <a:ln xmlns:a="http://schemas.openxmlformats.org/drawingml/2006/main" w="19050">
            <a:solidFill>
              <a:srgbClr val="485B71"/>
            </a:solidFill>
            <a:prstDash val="solid"/>
            <a:tailEnd type="triangle" w="sm" len="sm"/>
          </a:ln>
        </p:spPr>
      </p:cxnSp>
      <p:sp>
        <p:nvSpPr>
          <p:cNvPr id="161" name="shape_259">
            <a:extLst xmlns:a="http://schemas.openxmlformats.org/drawingml/2006/main">
              <a:ext uri="{FF2B5EF4-FFF2-40B4-BE49-F238E27FC236}">
                <a16:creationId xmlns:a16="http://schemas.microsoft.com/office/drawing/2014/main" id="{45923580-673A-467D-BA15-162608A5E3B7}"/>
              </a:ext>
            </a:extLst>
          </p:cNvPr>
          <p:cNvSpPr>
            <a:spLocks xmlns:a="http://schemas.openxmlformats.org/drawingml/2006/main" noGrp="1"/>
          </p:cNvSpPr>
          <p:nvPr/>
        </p:nvSpPr>
        <p:spPr>
          <a:xfrm xmlns:a="http://schemas.openxmlformats.org/drawingml/2006/main">
            <a:off x="13515975" y="3981450"/>
            <a:ext cx="14001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575" b="1">
                <a:solidFill>
                  <a:srgbClr val="233245"/>
                </a:solidFill>
                <a:latin typeface="Microsoft YaHei"/>
                <a:ea typeface="Microsoft YaHei"/>
                <a:cs typeface="Microsoft YaHei"/>
              </a:defRPr>
            </a:pPr>
            <a:r>
              <a:rPr sz="1575" b="1">
                <a:solidFill>
                  <a:srgbClr val="233245"/>
                </a:solidFill>
                <a:latin typeface="Microsoft YaHei"/>
                <a:ea typeface="Microsoft YaHei"/>
                <a:cs typeface="Microsoft YaHei"/>
              </a:rPr>
              <a:t>ARKit52</a:t>
            </a:r>
          </a:p>
        </p:txBody>
      </p:sp>
      <p:sp>
        <p:nvSpPr>
          <p:cNvPr id="162" name="shape_260">
            <a:extLst xmlns:a="http://schemas.openxmlformats.org/drawingml/2006/main">
              <a:ext uri="{FF2B5EF4-FFF2-40B4-BE49-F238E27FC236}">
                <a16:creationId xmlns:a16="http://schemas.microsoft.com/office/drawing/2014/main" id="{F1FF7AC7-EA17-4D54-B07B-AE8BC8592B0C}"/>
              </a:ext>
            </a:extLst>
          </p:cNvPr>
          <p:cNvSpPr>
            <a:spLocks xmlns:a="http://schemas.openxmlformats.org/drawingml/2006/main" noGrp="1"/>
          </p:cNvSpPr>
          <p:nvPr/>
        </p:nvSpPr>
        <p:spPr>
          <a:xfrm xmlns:a="http://schemas.openxmlformats.org/drawingml/2006/main">
            <a:off x="9525000" y="5610225"/>
            <a:ext cx="35433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725" b="0">
                <a:solidFill>
                  <a:srgbClr val="7864A7"/>
                </a:solidFill>
                <a:latin typeface="Microsoft YaHei"/>
                <a:ea typeface="Microsoft YaHei"/>
                <a:cs typeface="Microsoft YaHei"/>
              </a:defRPr>
            </a:pPr>
            <a:r>
              <a:rPr sz="1725" b="0">
                <a:solidFill>
                  <a:srgbClr val="7864A7"/>
                </a:solidFill>
                <a:latin typeface="Microsoft YaHei"/>
                <a:ea typeface="Microsoft YaHei"/>
                <a:cs typeface="Microsoft YaHei"/>
              </a:rPr>
              <a:t>R_mouth/jaw = 0</a:t>
            </a:r>
          </a:p>
        </p:txBody>
      </p:sp>
      <p:sp>
        <p:nvSpPr>
          <p:cNvPr id="163" name="shape_261">
            <a:extLst xmlns:a="http://schemas.openxmlformats.org/drawingml/2006/main">
              <a:ext uri="{FF2B5EF4-FFF2-40B4-BE49-F238E27FC236}">
                <a16:creationId xmlns:a16="http://schemas.microsoft.com/office/drawing/2014/main" id="{E69E6D33-B5C0-42AE-A947-C86B9D28E913}"/>
              </a:ext>
            </a:extLst>
          </p:cNvPr>
          <p:cNvSpPr>
            <a:spLocks xmlns:a="http://schemas.openxmlformats.org/drawingml/2006/main" noGrp="1"/>
          </p:cNvSpPr>
          <p:nvPr/>
        </p:nvSpPr>
        <p:spPr>
          <a:xfrm xmlns:a="http://schemas.openxmlformats.org/drawingml/2006/main">
            <a:off x="428625" y="6419850"/>
            <a:ext cx="4381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800" b="0">
                <a:solidFill>
                  <a:srgbClr val="233245"/>
                </a:solidFill>
                <a:latin typeface="Microsoft YaHei"/>
                <a:ea typeface="Microsoft YaHei"/>
                <a:cs typeface="Microsoft YaHei"/>
              </a:defRPr>
            </a:pPr>
            <a:r>
              <a:rPr sz="1800" b="0">
                <a:solidFill>
                  <a:srgbClr val="233245"/>
                </a:solidFill>
                <a:latin typeface="Microsoft YaHei"/>
                <a:ea typeface="Microsoft YaHei"/>
                <a:cs typeface="Microsoft YaHei"/>
              </a:rPr>
              <a:t>M̂ = B₀(C) + P_id + S_exp ⊙ R</a:t>
            </a:r>
          </a:p>
        </p:txBody>
      </p:sp>
      <p:sp>
        <p:nvSpPr>
          <p:cNvPr id="164" name="region_262">
            <a:extLst xmlns:a="http://schemas.openxmlformats.org/drawingml/2006/main">
              <a:ext uri="{FF2B5EF4-FFF2-40B4-BE49-F238E27FC236}">
                <a16:creationId xmlns:a16="http://schemas.microsoft.com/office/drawing/2014/main" id="{49C52A4F-7ACA-44CD-9833-C70BAAE3CFA3}"/>
              </a:ext>
            </a:extLst>
          </p:cNvPr>
          <p:cNvSpPr>
            <a:spLocks xmlns:a="http://schemas.openxmlformats.org/drawingml/2006/main" noGrp="1"/>
          </p:cNvSpPr>
          <p:nvPr/>
        </p:nvSpPr>
        <p:spPr>
          <a:xfrm xmlns:a="http://schemas.openxmlformats.org/drawingml/2006/main">
            <a:off x="381000" y="6962775"/>
            <a:ext cx="14478000" cy="1257300"/>
          </a:xfrm>
          <a:prstGeom xmlns:a="http://schemas.openxmlformats.org/drawingml/2006/main" prst="roundRect">
            <a:avLst>
              <a:gd name="adj" fmla="val 9091"/>
            </a:avLst>
          </a:prstGeom>
          <a:solidFill xmlns:a="http://schemas.openxmlformats.org/drawingml/2006/main">
            <a:srgbClr val="FFFAF2"/>
          </a:solidFill>
          <a:ln xmlns:a="http://schemas.openxmlformats.org/drawingml/2006/main" w="14288">
            <a:solidFill>
              <a:srgbClr val="B57B38"/>
            </a:solidFill>
          </a:ln>
        </p:spPr>
      </p:sp>
      <p:sp>
        <p:nvSpPr>
          <p:cNvPr id="165" name="shape_263">
            <a:extLst xmlns:a="http://schemas.openxmlformats.org/drawingml/2006/main">
              <a:ext uri="{FF2B5EF4-FFF2-40B4-BE49-F238E27FC236}">
                <a16:creationId xmlns:a16="http://schemas.microsoft.com/office/drawing/2014/main" id="{89B18F65-6B4F-4392-AD49-E91BBBEF090D}"/>
              </a:ext>
            </a:extLst>
          </p:cNvPr>
          <p:cNvSpPr>
            <a:spLocks xmlns:a="http://schemas.openxmlformats.org/drawingml/2006/main" noGrp="1"/>
          </p:cNvSpPr>
          <p:nvPr/>
        </p:nvSpPr>
        <p:spPr>
          <a:xfrm xmlns:a="http://schemas.openxmlformats.org/drawingml/2006/main">
            <a:off x="552450" y="7038975"/>
            <a:ext cx="1413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B57B38"/>
                </a:solidFill>
                <a:latin typeface="Microsoft YaHei"/>
                <a:ea typeface="Microsoft YaHei"/>
                <a:cs typeface="Microsoft YaHei"/>
              </a:defRPr>
            </a:pPr>
            <a:r>
              <a:rPr sz="1725" b="1">
                <a:solidFill>
                  <a:srgbClr val="B57B38"/>
                </a:solidFill>
                <a:latin typeface="Microsoft YaHei"/>
                <a:ea typeface="Microsoft YaHei"/>
                <a:cs typeface="Microsoft YaHei"/>
              </a:rPr>
              <a:t>(c) 动作引导的情感学习（仅训练期）</a:t>
            </a:r>
          </a:p>
        </p:txBody>
      </p:sp>
      <p:sp>
        <p:nvSpPr>
          <p:cNvPr id="166" name="module_264">
            <a:extLst xmlns:a="http://schemas.openxmlformats.org/drawingml/2006/main">
              <a:ext uri="{FF2B5EF4-FFF2-40B4-BE49-F238E27FC236}">
                <a16:creationId xmlns:a16="http://schemas.microsoft.com/office/drawing/2014/main" id="{0DCEA88B-A83D-489E-9B64-58A10470BA61}"/>
              </a:ext>
            </a:extLst>
          </p:cNvPr>
          <p:cNvSpPr>
            <a:spLocks xmlns:a="http://schemas.openxmlformats.org/drawingml/2006/main" noGrp="1"/>
          </p:cNvSpPr>
          <p:nvPr/>
        </p:nvSpPr>
        <p:spPr>
          <a:xfrm xmlns:a="http://schemas.openxmlformats.org/drawingml/2006/main">
            <a:off x="581025" y="7467600"/>
            <a:ext cx="2781300"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Microsoft YaHei"/>
                <a:ea typeface="Microsoft YaHei"/>
                <a:cs typeface="Microsoft YaHei"/>
              </a:defRPr>
            </a:pPr>
            <a:r>
              <a:rPr sz="1800">
                <a:solidFill>
                  <a:srgbClr val="233245"/>
                </a:solidFill>
                <a:latin typeface="Microsoft YaHei"/>
                <a:ea typeface="Microsoft YaHei"/>
                <a:cs typeface="Microsoft YaHei"/>
              </a:rPr>
              <a:t>M − B₀(C) − P_id</a:t>
            </a:r>
          </a:p>
        </p:txBody>
      </p:sp>
      <p:sp>
        <p:nvSpPr>
          <p:cNvPr id="167" name="module_265">
            <a:extLst xmlns:a="http://schemas.openxmlformats.org/drawingml/2006/main">
              <a:ext uri="{FF2B5EF4-FFF2-40B4-BE49-F238E27FC236}">
                <a16:creationId xmlns:a16="http://schemas.microsoft.com/office/drawing/2014/main" id="{0F63375B-C39A-4984-85C7-DAA67FE3D62C}"/>
              </a:ext>
            </a:extLst>
          </p:cNvPr>
          <p:cNvSpPr>
            <a:spLocks xmlns:a="http://schemas.openxmlformats.org/drawingml/2006/main" noGrp="1"/>
          </p:cNvSpPr>
          <p:nvPr/>
        </p:nvSpPr>
        <p:spPr>
          <a:xfrm xmlns:a="http://schemas.openxmlformats.org/drawingml/2006/main">
            <a:off x="3724275" y="7467600"/>
            <a:ext cx="2343150"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动作情感教师</a:t>
            </a:r>
          </a:p>
        </p:txBody>
      </p:sp>
      <p:sp>
        <p:nvSpPr>
          <p:cNvPr id="168" name="module_266">
            <a:extLst xmlns:a="http://schemas.openxmlformats.org/drawingml/2006/main">
              <a:ext uri="{FF2B5EF4-FFF2-40B4-BE49-F238E27FC236}">
                <a16:creationId xmlns:a16="http://schemas.microsoft.com/office/drawing/2014/main" id="{DBE8A800-7E9B-4681-8149-0C5CAF4AAF69}"/>
              </a:ext>
            </a:extLst>
          </p:cNvPr>
          <p:cNvSpPr>
            <a:spLocks xmlns:a="http://schemas.openxmlformats.org/drawingml/2006/main" noGrp="1"/>
          </p:cNvSpPr>
          <p:nvPr/>
        </p:nvSpPr>
        <p:spPr>
          <a:xfrm xmlns:a="http://schemas.openxmlformats.org/drawingml/2006/main">
            <a:off x="6448425" y="7467600"/>
            <a:ext cx="1304925"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Microsoft YaHei"/>
                <a:ea typeface="Microsoft YaHei"/>
                <a:cs typeface="Microsoft YaHei"/>
              </a:defRPr>
            </a:pPr>
            <a:r>
              <a:rPr sz="1875">
                <a:solidFill>
                  <a:srgbClr val="233245"/>
                </a:solidFill>
                <a:latin typeface="Microsoft YaHei"/>
                <a:ea typeface="Microsoft YaHei"/>
                <a:cs typeface="Microsoft YaHei"/>
              </a:rPr>
              <a:t>E_gᴹ</a:t>
            </a:r>
          </a:p>
        </p:txBody>
      </p:sp>
      <p:sp>
        <p:nvSpPr>
          <p:cNvPr id="169" name="module_267">
            <a:extLst xmlns:a="http://schemas.openxmlformats.org/drawingml/2006/main">
              <a:ext uri="{FF2B5EF4-FFF2-40B4-BE49-F238E27FC236}">
                <a16:creationId xmlns:a16="http://schemas.microsoft.com/office/drawing/2014/main" id="{DD212A53-E5BA-46EB-A79F-06ED853E5FE4}"/>
              </a:ext>
            </a:extLst>
          </p:cNvPr>
          <p:cNvSpPr>
            <a:spLocks xmlns:a="http://schemas.openxmlformats.org/drawingml/2006/main" noGrp="1"/>
          </p:cNvSpPr>
          <p:nvPr/>
        </p:nvSpPr>
        <p:spPr>
          <a:xfrm xmlns:a="http://schemas.openxmlformats.org/drawingml/2006/main">
            <a:off x="8201025" y="7467600"/>
            <a:ext cx="2543175"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Microsoft YaHei"/>
                <a:ea typeface="Microsoft YaHei"/>
                <a:cs typeface="Microsoft YaHei"/>
              </a:defRPr>
            </a:pPr>
            <a:r>
              <a:rPr sz="1650">
                <a:solidFill>
                  <a:srgbClr val="233245"/>
                </a:solidFill>
                <a:latin typeface="Microsoft YaHei"/>
                <a:ea typeface="Microsoft YaHei"/>
                <a:cs typeface="Microsoft YaHei"/>
              </a:rPr>
              <a:t>全局情感表征对齐</a:t>
            </a:r>
          </a:p>
        </p:txBody>
      </p:sp>
      <p:sp>
        <p:nvSpPr>
          <p:cNvPr id="170" name="module_268">
            <a:extLst xmlns:a="http://schemas.openxmlformats.org/drawingml/2006/main">
              <a:ext uri="{FF2B5EF4-FFF2-40B4-BE49-F238E27FC236}">
                <a16:creationId xmlns:a16="http://schemas.microsoft.com/office/drawing/2014/main" id="{D8E7C649-2FB9-40BE-9E78-7FA54E6EC4BC}"/>
              </a:ext>
            </a:extLst>
          </p:cNvPr>
          <p:cNvSpPr>
            <a:spLocks xmlns:a="http://schemas.openxmlformats.org/drawingml/2006/main" noGrp="1"/>
          </p:cNvSpPr>
          <p:nvPr/>
        </p:nvSpPr>
        <p:spPr>
          <a:xfrm xmlns:a="http://schemas.openxmlformats.org/drawingml/2006/main">
            <a:off x="11163300" y="7467600"/>
            <a:ext cx="1304925"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Microsoft YaHei"/>
                <a:ea typeface="Microsoft YaHei"/>
                <a:cs typeface="Microsoft YaHei"/>
              </a:defRPr>
            </a:pPr>
            <a:r>
              <a:rPr sz="1875">
                <a:solidFill>
                  <a:srgbClr val="233245"/>
                </a:solidFill>
                <a:latin typeface="Microsoft YaHei"/>
                <a:ea typeface="Microsoft YaHei"/>
                <a:cs typeface="Microsoft YaHei"/>
              </a:rPr>
              <a:t>E_gᴬ</a:t>
            </a:r>
          </a:p>
        </p:txBody>
      </p:sp>
      <p:sp>
        <p:nvSpPr>
          <p:cNvPr id="171" name="module_269">
            <a:extLst xmlns:a="http://schemas.openxmlformats.org/drawingml/2006/main">
              <a:ext uri="{FF2B5EF4-FFF2-40B4-BE49-F238E27FC236}">
                <a16:creationId xmlns:a16="http://schemas.microsoft.com/office/drawing/2014/main" id="{2982C26D-9373-4289-A9F7-16DD60626079}"/>
              </a:ext>
            </a:extLst>
          </p:cNvPr>
          <p:cNvSpPr>
            <a:spLocks xmlns:a="http://schemas.openxmlformats.org/drawingml/2006/main" noGrp="1"/>
          </p:cNvSpPr>
          <p:nvPr/>
        </p:nvSpPr>
        <p:spPr>
          <a:xfrm xmlns:a="http://schemas.openxmlformats.org/drawingml/2006/main">
            <a:off x="12858750" y="7467600"/>
            <a:ext cx="1790700" cy="542925"/>
          </a:xfrm>
          <a:prstGeom xmlns:a="http://schemas.openxmlformats.org/drawingml/2006/main" prst="roundRect">
            <a:avLst>
              <a:gd name="adj" fmla="val 15789"/>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Microsoft YaHei"/>
                <a:ea typeface="Microsoft YaHei"/>
                <a:cs typeface="Microsoft YaHei"/>
              </a:defRPr>
            </a:pPr>
            <a:r>
              <a:rPr sz="1725">
                <a:solidFill>
                  <a:srgbClr val="233245"/>
                </a:solidFill>
                <a:latin typeface="Microsoft YaHei"/>
                <a:ea typeface="Microsoft YaHei"/>
                <a:cs typeface="Microsoft YaHei"/>
              </a:rPr>
              <a:t>音频学生</a:t>
            </a:r>
          </a:p>
        </p:txBody>
      </p:sp>
      <p:sp>
        <p:nvSpPr>
          <p:cNvPr id="172" name="shape_270">
            <a:extLst xmlns:a="http://schemas.openxmlformats.org/drawingml/2006/main">
              <a:ext uri="{FF2B5EF4-FFF2-40B4-BE49-F238E27FC236}">
                <a16:creationId xmlns:a16="http://schemas.microsoft.com/office/drawing/2014/main" id="{B401CCBC-BEA3-483C-B12B-04C8EBA71699}"/>
              </a:ext>
            </a:extLst>
          </p:cNvPr>
          <p:cNvSpPr>
            <a:spLocks xmlns:a="http://schemas.openxmlformats.org/drawingml/2006/main" noGrp="1"/>
          </p:cNvSpPr>
          <p:nvPr/>
        </p:nvSpPr>
        <p:spPr>
          <a:xfrm xmlns:a="http://schemas.openxmlformats.org/drawingml/2006/main">
            <a:off x="3360420"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73" name="shape_271">
            <a:extLst xmlns:a="http://schemas.openxmlformats.org/drawingml/2006/main">
              <a:ext uri="{FF2B5EF4-FFF2-40B4-BE49-F238E27FC236}">
                <a16:creationId xmlns:a16="http://schemas.microsoft.com/office/drawing/2014/main" id="{3F2D8506-652F-4E4C-9729-D80205D742F7}"/>
              </a:ext>
            </a:extLst>
          </p:cNvPr>
          <p:cNvSpPr>
            <a:spLocks xmlns:a="http://schemas.openxmlformats.org/drawingml/2006/main" noGrp="1"/>
          </p:cNvSpPr>
          <p:nvPr/>
        </p:nvSpPr>
        <p:spPr>
          <a:xfrm xmlns:a="http://schemas.openxmlformats.org/drawingml/2006/main">
            <a:off x="372237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61" name=""/>
          <p:cNvCxnSpPr>
            <a:stCxn xmlns:a="http://schemas.openxmlformats.org/drawingml/2006/main" id="172" idx="3"/>
            <a:endCxn xmlns:a="http://schemas.openxmlformats.org/drawingml/2006/main" id="173" idx="1"/>
          </p:cNvCxnSpPr>
          <p:nvPr/>
        </p:nvCxnSpPr>
        <p:spPr>
          <a:xfrm xmlns:a="http://schemas.openxmlformats.org/drawingml/2006/main">
            <a:off x="3364230" y="7734300"/>
            <a:ext cx="358140"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75" name="shape_272">
            <a:extLst xmlns:a="http://schemas.openxmlformats.org/drawingml/2006/main">
              <a:ext uri="{FF2B5EF4-FFF2-40B4-BE49-F238E27FC236}">
                <a16:creationId xmlns:a16="http://schemas.microsoft.com/office/drawing/2014/main" id="{490789A0-3DF2-43BD-819E-1D9597EBB51F}"/>
              </a:ext>
            </a:extLst>
          </p:cNvPr>
          <p:cNvSpPr>
            <a:spLocks xmlns:a="http://schemas.openxmlformats.org/drawingml/2006/main" noGrp="1"/>
          </p:cNvSpPr>
          <p:nvPr/>
        </p:nvSpPr>
        <p:spPr>
          <a:xfrm xmlns:a="http://schemas.openxmlformats.org/drawingml/2006/main">
            <a:off x="6065520"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76" name="shape_273">
            <a:extLst xmlns:a="http://schemas.openxmlformats.org/drawingml/2006/main">
              <a:ext uri="{FF2B5EF4-FFF2-40B4-BE49-F238E27FC236}">
                <a16:creationId xmlns:a16="http://schemas.microsoft.com/office/drawing/2014/main" id="{72DBFDD6-8FAD-49D6-9390-F34CCD209DA3}"/>
              </a:ext>
            </a:extLst>
          </p:cNvPr>
          <p:cNvSpPr>
            <a:spLocks xmlns:a="http://schemas.openxmlformats.org/drawingml/2006/main" noGrp="1"/>
          </p:cNvSpPr>
          <p:nvPr/>
        </p:nvSpPr>
        <p:spPr>
          <a:xfrm xmlns:a="http://schemas.openxmlformats.org/drawingml/2006/main">
            <a:off x="644652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64" name=""/>
          <p:cNvCxnSpPr>
            <a:stCxn xmlns:a="http://schemas.openxmlformats.org/drawingml/2006/main" id="175" idx="3"/>
            <a:endCxn xmlns:a="http://schemas.openxmlformats.org/drawingml/2006/main" id="176" idx="1"/>
          </p:cNvCxnSpPr>
          <p:nvPr/>
        </p:nvCxnSpPr>
        <p:spPr>
          <a:xfrm xmlns:a="http://schemas.openxmlformats.org/drawingml/2006/main">
            <a:off x="6069330" y="7734300"/>
            <a:ext cx="377190"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78" name="shape_274">
            <a:extLst xmlns:a="http://schemas.openxmlformats.org/drawingml/2006/main">
              <a:ext uri="{FF2B5EF4-FFF2-40B4-BE49-F238E27FC236}">
                <a16:creationId xmlns:a16="http://schemas.microsoft.com/office/drawing/2014/main" id="{39B5B6A7-9F50-4F7D-B261-B12A870EE519}"/>
              </a:ext>
            </a:extLst>
          </p:cNvPr>
          <p:cNvSpPr>
            <a:spLocks xmlns:a="http://schemas.openxmlformats.org/drawingml/2006/main" noGrp="1"/>
          </p:cNvSpPr>
          <p:nvPr/>
        </p:nvSpPr>
        <p:spPr>
          <a:xfrm xmlns:a="http://schemas.openxmlformats.org/drawingml/2006/main">
            <a:off x="7751445"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79" name="shape_275">
            <a:extLst xmlns:a="http://schemas.openxmlformats.org/drawingml/2006/main">
              <a:ext uri="{FF2B5EF4-FFF2-40B4-BE49-F238E27FC236}">
                <a16:creationId xmlns:a16="http://schemas.microsoft.com/office/drawing/2014/main" id="{82EFD6C7-833A-4131-847A-6E8628A27DC3}"/>
              </a:ext>
            </a:extLst>
          </p:cNvPr>
          <p:cNvSpPr>
            <a:spLocks xmlns:a="http://schemas.openxmlformats.org/drawingml/2006/main" noGrp="1"/>
          </p:cNvSpPr>
          <p:nvPr/>
        </p:nvSpPr>
        <p:spPr>
          <a:xfrm xmlns:a="http://schemas.openxmlformats.org/drawingml/2006/main">
            <a:off x="819912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67" name=""/>
          <p:cNvCxnSpPr>
            <a:stCxn xmlns:a="http://schemas.openxmlformats.org/drawingml/2006/main" id="178" idx="3"/>
            <a:endCxn xmlns:a="http://schemas.openxmlformats.org/drawingml/2006/main" id="179" idx="1"/>
          </p:cNvCxnSpPr>
          <p:nvPr/>
        </p:nvCxnSpPr>
        <p:spPr>
          <a:xfrm xmlns:a="http://schemas.openxmlformats.org/drawingml/2006/main">
            <a:off x="7755255" y="7734300"/>
            <a:ext cx="443865"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81" name="shape_276">
            <a:extLst xmlns:a="http://schemas.openxmlformats.org/drawingml/2006/main">
              <a:ext uri="{FF2B5EF4-FFF2-40B4-BE49-F238E27FC236}">
                <a16:creationId xmlns:a16="http://schemas.microsoft.com/office/drawing/2014/main" id="{DA882A1E-BE9F-41E8-8D2D-BE41DFCF71BD}"/>
              </a:ext>
            </a:extLst>
          </p:cNvPr>
          <p:cNvSpPr>
            <a:spLocks xmlns:a="http://schemas.openxmlformats.org/drawingml/2006/main" noGrp="1"/>
          </p:cNvSpPr>
          <p:nvPr/>
        </p:nvSpPr>
        <p:spPr>
          <a:xfrm xmlns:a="http://schemas.openxmlformats.org/drawingml/2006/main">
            <a:off x="11161395"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82" name="shape_277">
            <a:extLst xmlns:a="http://schemas.openxmlformats.org/drawingml/2006/main">
              <a:ext uri="{FF2B5EF4-FFF2-40B4-BE49-F238E27FC236}">
                <a16:creationId xmlns:a16="http://schemas.microsoft.com/office/drawing/2014/main" id="{DA38C31E-A0D9-40D6-8FB8-C0BDBECFDDAA}"/>
              </a:ext>
            </a:extLst>
          </p:cNvPr>
          <p:cNvSpPr>
            <a:spLocks xmlns:a="http://schemas.openxmlformats.org/drawingml/2006/main" noGrp="1"/>
          </p:cNvSpPr>
          <p:nvPr/>
        </p:nvSpPr>
        <p:spPr>
          <a:xfrm xmlns:a="http://schemas.openxmlformats.org/drawingml/2006/main">
            <a:off x="10742295"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70" name=""/>
          <p:cNvCxnSpPr>
            <a:stCxn xmlns:a="http://schemas.openxmlformats.org/drawingml/2006/main" id="181" idx="1"/>
            <a:endCxn xmlns:a="http://schemas.openxmlformats.org/drawingml/2006/main" id="182" idx="3"/>
          </p:cNvCxnSpPr>
          <p:nvPr/>
        </p:nvCxnSpPr>
        <p:spPr>
          <a:xfrm xmlns:a="http://schemas.openxmlformats.org/drawingml/2006/main" flipH="1">
            <a:off x="10746105" y="7734300"/>
            <a:ext cx="415290"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84" name="shape_278">
            <a:extLst xmlns:a="http://schemas.openxmlformats.org/drawingml/2006/main">
              <a:ext uri="{FF2B5EF4-FFF2-40B4-BE49-F238E27FC236}">
                <a16:creationId xmlns:a16="http://schemas.microsoft.com/office/drawing/2014/main" id="{C4AE01B6-DD3C-4C77-9B68-48C5809A1E7D}"/>
              </a:ext>
            </a:extLst>
          </p:cNvPr>
          <p:cNvSpPr>
            <a:spLocks xmlns:a="http://schemas.openxmlformats.org/drawingml/2006/main" noGrp="1"/>
          </p:cNvSpPr>
          <p:nvPr/>
        </p:nvSpPr>
        <p:spPr>
          <a:xfrm xmlns:a="http://schemas.openxmlformats.org/drawingml/2006/main">
            <a:off x="12856845" y="7732395"/>
            <a:ext cx="3810" cy="3810"/>
          </a:xfrm>
          <a:prstGeom xmlns:a="http://schemas.openxmlformats.org/drawingml/2006/main" prst="rect">
            <a:avLst/>
          </a:prstGeom>
          <a:noFill xmlns:a="http://schemas.openxmlformats.org/drawingml/2006/main"/>
          <a:ln xmlns:a="http://schemas.openxmlformats.org/drawingml/2006/main" w="0">
            <a:noFill/>
          </a:ln>
        </p:spPr>
      </p:sp>
      <p:sp>
        <p:nvSpPr>
          <p:cNvPr id="185" name="shape_279">
            <a:extLst xmlns:a="http://schemas.openxmlformats.org/drawingml/2006/main">
              <a:ext uri="{FF2B5EF4-FFF2-40B4-BE49-F238E27FC236}">
                <a16:creationId xmlns:a16="http://schemas.microsoft.com/office/drawing/2014/main" id="{5A0A85C5-A6C4-4363-8F7B-459E40A0BD60}"/>
              </a:ext>
            </a:extLst>
          </p:cNvPr>
          <p:cNvSpPr>
            <a:spLocks xmlns:a="http://schemas.openxmlformats.org/drawingml/2006/main" noGrp="1"/>
          </p:cNvSpPr>
          <p:nvPr/>
        </p:nvSpPr>
        <p:spPr>
          <a:xfrm xmlns:a="http://schemas.openxmlformats.org/drawingml/2006/main">
            <a:off x="12466320" y="7732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373" name=""/>
          <p:cNvCxnSpPr>
            <a:stCxn xmlns:a="http://schemas.openxmlformats.org/drawingml/2006/main" id="184" idx="1"/>
            <a:endCxn xmlns:a="http://schemas.openxmlformats.org/drawingml/2006/main" id="185" idx="3"/>
          </p:cNvCxnSpPr>
          <p:nvPr/>
        </p:nvCxnSpPr>
        <p:spPr>
          <a:xfrm xmlns:a="http://schemas.openxmlformats.org/drawingml/2006/main" flipH="1">
            <a:off x="12470130" y="7734300"/>
            <a:ext cx="386715" cy="0"/>
          </a:xfrm>
          <a:prstGeom xmlns:a="http://schemas.openxmlformats.org/drawingml/2006/main" prst="straightConnector1">
            <a:avLst/>
          </a:prstGeom>
          <a:ln xmlns:a="http://schemas.openxmlformats.org/drawingml/2006/main" w="19050">
            <a:solidFill>
              <a:srgbClr val="B57B38"/>
            </a:solidFill>
            <a:prstDash val="dash"/>
            <a:tailEnd type="triangle" w="sm" len="sm"/>
          </a:ln>
        </p:spPr>
      </p:cxnSp>
      <p:sp>
        <p:nvSpPr>
          <p:cNvPr id="187" name="shape_280">
            <a:extLst xmlns:a="http://schemas.openxmlformats.org/drawingml/2006/main">
              <a:ext uri="{FF2B5EF4-FFF2-40B4-BE49-F238E27FC236}">
                <a16:creationId xmlns:a16="http://schemas.microsoft.com/office/drawing/2014/main" id="{F79A4967-ACF1-466C-AF6E-B13C407F4A31}"/>
              </a:ext>
            </a:extLst>
          </p:cNvPr>
          <p:cNvSpPr>
            <a:spLocks xmlns:a="http://schemas.openxmlformats.org/drawingml/2006/main" noGrp="1"/>
          </p:cNvSpPr>
          <p:nvPr/>
        </p:nvSpPr>
        <p:spPr>
          <a:xfrm xmlns:a="http://schemas.openxmlformats.org/drawingml/2006/main">
            <a:off x="419100" y="8277225"/>
            <a:ext cx="1333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200" b="0">
                <a:solidFill>
                  <a:srgbClr val="697687"/>
                </a:solidFill>
                <a:latin typeface="Microsoft YaHei"/>
                <a:ea typeface="Microsoft YaHei"/>
                <a:cs typeface="Microsoft YaHei"/>
              </a:defRPr>
            </a:pPr>
            <a:r>
              <a:rPr sz="1200" b="0">
                <a:solidFill>
                  <a:srgbClr val="697687"/>
                </a:solidFill>
                <a:latin typeface="Microsoft YaHei"/>
                <a:ea typeface="Microsoft YaHei"/>
                <a:cs typeface="Microsoft YaHei"/>
              </a:rPr>
              <a:t>实线：登记与合成路径    虚线：训练监督    截图框：后续替换为真实画面</a:t>
            </a:r>
          </a:p>
        </p:txBody>
      </p:sp>
    </p:spTree>
    <p:extLst>
      <p:ext uri="{BB962C8B-B14F-4D97-AF65-F5344CB8AC3E}">
        <p14:creationId xmlns:p14="http://schemas.microsoft.com/office/powerpoint/2010/main" val="139441396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6" name="shape_281">
            <a:extLst xmlns:a="http://schemas.openxmlformats.org/drawingml/2006/main">
              <a:ext uri="{FF2B5EF4-FFF2-40B4-BE49-F238E27FC236}">
                <a16:creationId xmlns:a16="http://schemas.microsoft.com/office/drawing/2014/main" id="{E98FC687-B691-4462-BC83-D47C8D5C5193}"/>
              </a:ext>
            </a:extLst>
          </p:cNvPr>
          <p:cNvSpPr>
            <a:spLocks xmlns:a="http://schemas.openxmlformats.org/drawingml/2006/main" noGrp="1"/>
          </p:cNvSpPr>
          <p:nvPr/>
        </p:nvSpPr>
        <p:spPr>
          <a:xfrm xmlns:a="http://schemas.openxmlformats.org/drawingml/2006/main">
            <a:off x="400050" y="190500"/>
            <a:ext cx="1128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2550" b="1">
                <a:solidFill>
                  <a:srgbClr val="233245"/>
                </a:solidFill>
                <a:latin typeface="Arial"/>
                <a:ea typeface="Arial"/>
                <a:cs typeface="Arial"/>
              </a:defRPr>
            </a:pPr>
            <a:r>
              <a:rPr sz="2550" b="1">
                <a:solidFill>
                  <a:srgbClr val="233245"/>
                </a:solidFill>
                <a:latin typeface="Arial"/>
                <a:ea typeface="Arial"/>
                <a:cs typeface="Arial"/>
              </a:rPr>
              <a:t>KineTalk: reference conditioning and output protection</a:t>
            </a:r>
          </a:p>
        </p:txBody>
      </p:sp>
      <p:sp>
        <p:nvSpPr>
          <p:cNvPr id="2" name="shape_282">
            <a:extLst xmlns:a="http://schemas.openxmlformats.org/drawingml/2006/main">
              <a:ext uri="{FF2B5EF4-FFF2-40B4-BE49-F238E27FC236}">
                <a16:creationId xmlns:a16="http://schemas.microsoft.com/office/drawing/2014/main" id="{73D0665F-4E4A-45C2-9EC5-F8F20CCDDE5A}"/>
              </a:ext>
            </a:extLst>
          </p:cNvPr>
          <p:cNvSpPr>
            <a:spLocks xmlns:a="http://schemas.openxmlformats.org/drawingml/2006/main" noGrp="1"/>
          </p:cNvSpPr>
          <p:nvPr/>
        </p:nvSpPr>
        <p:spPr>
          <a:xfrm xmlns:a="http://schemas.openxmlformats.org/drawingml/2006/main">
            <a:off x="10001250" y="2857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r">
              <a:defRPr sz="1275" b="0">
                <a:solidFill>
                  <a:srgbClr val="697687"/>
                </a:solidFill>
                <a:latin typeface="Arial"/>
                <a:ea typeface="Arial"/>
                <a:cs typeface="Arial"/>
              </a:defRPr>
            </a:pPr>
            <a:r>
              <a:rPr sz="1275" b="0">
                <a:solidFill>
                  <a:srgbClr val="697687"/>
                </a:solidFill>
                <a:latin typeface="Arial"/>
                <a:ea typeface="Arial"/>
                <a:cs typeface="Arial"/>
              </a:rPr>
              <a:t>Methods detail</a:t>
            </a:r>
          </a:p>
        </p:txBody>
      </p:sp>
      <p:sp>
        <p:nvSpPr>
          <p:cNvPr id="3" name="region_283">
            <a:extLst xmlns:a="http://schemas.openxmlformats.org/drawingml/2006/main">
              <a:ext uri="{FF2B5EF4-FFF2-40B4-BE49-F238E27FC236}">
                <a16:creationId xmlns:a16="http://schemas.microsoft.com/office/drawing/2014/main" id="{A0A4F2A3-4C9D-4E77-A031-FADBE0675267}"/>
              </a:ext>
            </a:extLst>
          </p:cNvPr>
          <p:cNvSpPr>
            <a:spLocks xmlns:a="http://schemas.openxmlformats.org/drawingml/2006/main" noGrp="1"/>
          </p:cNvSpPr>
          <p:nvPr/>
        </p:nvSpPr>
        <p:spPr>
          <a:xfrm xmlns:a="http://schemas.openxmlformats.org/drawingml/2006/main">
            <a:off x="381000" y="876300"/>
            <a:ext cx="6915150" cy="6438900"/>
          </a:xfrm>
          <a:prstGeom xmlns:a="http://schemas.openxmlformats.org/drawingml/2006/main" prst="roundRect">
            <a:avLst>
              <a:gd name="adj" fmla="val 1775"/>
            </a:avLst>
          </a:prstGeom>
          <a:solidFill xmlns:a="http://schemas.openxmlformats.org/drawingml/2006/main">
            <a:srgbClr val="F8FBF9"/>
          </a:solidFill>
          <a:ln xmlns:a="http://schemas.openxmlformats.org/drawingml/2006/main" w="14288">
            <a:solidFill>
              <a:srgbClr val="398477"/>
            </a:solidFill>
          </a:ln>
        </p:spPr>
      </p:sp>
      <p:sp>
        <p:nvSpPr>
          <p:cNvPr id="4" name="shape_284">
            <a:extLst xmlns:a="http://schemas.openxmlformats.org/drawingml/2006/main">
              <a:ext uri="{FF2B5EF4-FFF2-40B4-BE49-F238E27FC236}">
                <a16:creationId xmlns:a16="http://schemas.microsoft.com/office/drawing/2014/main" id="{23E0B69E-EFFD-4B52-8259-687E9AFAA015}"/>
              </a:ext>
            </a:extLst>
          </p:cNvPr>
          <p:cNvSpPr>
            <a:spLocks xmlns:a="http://schemas.openxmlformats.org/drawingml/2006/main" noGrp="1"/>
          </p:cNvSpPr>
          <p:nvPr/>
        </p:nvSpPr>
        <p:spPr>
          <a:xfrm xmlns:a="http://schemas.openxmlformats.org/drawingml/2006/main">
            <a:off x="552450" y="952500"/>
            <a:ext cx="6572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398477"/>
                </a:solidFill>
                <a:latin typeface="Arial"/>
                <a:ea typeface="Arial"/>
                <a:cs typeface="Arial"/>
              </a:defRPr>
            </a:pPr>
            <a:r>
              <a:rPr sz="1725" b="1">
                <a:solidFill>
                  <a:srgbClr val="398477"/>
                </a:solidFill>
                <a:latin typeface="Arial"/>
                <a:ea typeface="Arial"/>
                <a:cs typeface="Arial"/>
              </a:rPr>
              <a:t>(a) Reference residual conditioning</a:t>
            </a:r>
          </a:p>
        </p:txBody>
      </p:sp>
      <p:sp>
        <p:nvSpPr>
          <p:cNvPr id="5" name="region_285">
            <a:extLst xmlns:a="http://schemas.openxmlformats.org/drawingml/2006/main">
              <a:ext uri="{FF2B5EF4-FFF2-40B4-BE49-F238E27FC236}">
                <a16:creationId xmlns:a16="http://schemas.microsoft.com/office/drawing/2014/main" id="{640CE130-CC6D-4DD2-BE58-316151C2AB9D}"/>
              </a:ext>
            </a:extLst>
          </p:cNvPr>
          <p:cNvSpPr>
            <a:spLocks xmlns:a="http://schemas.openxmlformats.org/drawingml/2006/main" noGrp="1"/>
          </p:cNvSpPr>
          <p:nvPr/>
        </p:nvSpPr>
        <p:spPr>
          <a:xfrm xmlns:a="http://schemas.openxmlformats.org/drawingml/2006/main">
            <a:off x="7534275" y="876300"/>
            <a:ext cx="7324725" cy="6438900"/>
          </a:xfrm>
          <a:prstGeom xmlns:a="http://schemas.openxmlformats.org/drawingml/2006/main" prst="roundRect">
            <a:avLst>
              <a:gd name="adj" fmla="val 1775"/>
            </a:avLst>
          </a:prstGeom>
          <a:solidFill xmlns:a="http://schemas.openxmlformats.org/drawingml/2006/main">
            <a:srgbClr val="FAF9FC"/>
          </a:solidFill>
          <a:ln xmlns:a="http://schemas.openxmlformats.org/drawingml/2006/main" w="14288">
            <a:solidFill>
              <a:srgbClr val="7864A7"/>
            </a:solidFill>
          </a:ln>
        </p:spPr>
      </p:sp>
      <p:sp>
        <p:nvSpPr>
          <p:cNvPr id="6" name="shape_286">
            <a:extLst xmlns:a="http://schemas.openxmlformats.org/drawingml/2006/main">
              <a:ext uri="{FF2B5EF4-FFF2-40B4-BE49-F238E27FC236}">
                <a16:creationId xmlns:a16="http://schemas.microsoft.com/office/drawing/2014/main" id="{FCFABF3A-7CC8-4859-92E1-C07050853CF7}"/>
              </a:ext>
            </a:extLst>
          </p:cNvPr>
          <p:cNvSpPr>
            <a:spLocks xmlns:a="http://schemas.openxmlformats.org/drawingml/2006/main" noGrp="1"/>
          </p:cNvSpPr>
          <p:nvPr/>
        </p:nvSpPr>
        <p:spPr>
          <a:xfrm xmlns:a="http://schemas.openxmlformats.org/drawingml/2006/main">
            <a:off x="7705725" y="952500"/>
            <a:ext cx="6981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7864A7"/>
                </a:solidFill>
                <a:latin typeface="Arial"/>
                <a:ea typeface="Arial"/>
                <a:cs typeface="Arial"/>
              </a:defRPr>
            </a:pPr>
            <a:r>
              <a:rPr sz="1725" b="1">
                <a:solidFill>
                  <a:srgbClr val="7864A7"/>
                </a:solidFill>
                <a:latin typeface="Arial"/>
                <a:ea typeface="Arial"/>
                <a:cs typeface="Arial"/>
              </a:rPr>
              <a:t>(b) Protected coefficient composition</a:t>
            </a:r>
          </a:p>
        </p:txBody>
      </p:sp>
      <p:sp>
        <p:nvSpPr>
          <p:cNvPr id="7" name="replace_with_real_frame_287">
            <a:extLst xmlns:a="http://schemas.openxmlformats.org/drawingml/2006/main">
              <a:ext uri="{FF2B5EF4-FFF2-40B4-BE49-F238E27FC236}">
                <a16:creationId xmlns:a16="http://schemas.microsoft.com/office/drawing/2014/main" id="{E46FAFC2-2E64-4DCF-B6BA-E8587D56C096}"/>
              </a:ext>
            </a:extLst>
          </p:cNvPr>
          <p:cNvSpPr>
            <a:spLocks xmlns:a="http://schemas.openxmlformats.org/drawingml/2006/main" noGrp="1"/>
          </p:cNvSpPr>
          <p:nvPr/>
        </p:nvSpPr>
        <p:spPr>
          <a:xfrm xmlns:a="http://schemas.openxmlformats.org/drawingml/2006/main">
            <a:off x="628650" y="1514475"/>
            <a:ext cx="1400175" cy="1066800"/>
          </a:xfrm>
          <a:prstGeom xmlns:a="http://schemas.openxmlformats.org/drawingml/2006/main" prst="roundRect">
            <a:avLst>
              <a:gd name="adj" fmla="val 3571"/>
            </a:avLst>
          </a:prstGeom>
          <a:solidFill xmlns:a="http://schemas.openxmlformats.org/drawingml/2006/main">
            <a:srgbClr val="FCFCFD"/>
          </a:solidFill>
          <a:ln xmlns:a="http://schemas.openxmlformats.org/drawingml/2006/main" w="12383">
            <a:solidFill>
              <a:srgbClr val="AAB7C4"/>
            </a:solidFill>
            <a:prstDash val="dash"/>
          </a:ln>
        </p:spPr>
      </p:sp>
      <p:sp>
        <p:nvSpPr>
          <p:cNvPr id="8" name="shape_288">
            <a:extLst xmlns:a="http://schemas.openxmlformats.org/drawingml/2006/main">
              <a:ext uri="{FF2B5EF4-FFF2-40B4-BE49-F238E27FC236}">
                <a16:creationId xmlns:a16="http://schemas.microsoft.com/office/drawing/2014/main" id="{59E40C52-60C5-4264-AD24-54049C5BF0E9}"/>
              </a:ext>
            </a:extLst>
          </p:cNvPr>
          <p:cNvSpPr>
            <a:spLocks xmlns:a="http://schemas.openxmlformats.org/drawingml/2006/main" noGrp="1"/>
          </p:cNvSpPr>
          <p:nvPr/>
        </p:nvSpPr>
        <p:spPr>
          <a:xfrm xmlns:a="http://schemas.openxmlformats.org/drawingml/2006/main">
            <a:off x="676275" y="1819275"/>
            <a:ext cx="13049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350" b="0">
                <a:solidFill>
                  <a:srgbClr val="697687"/>
                </a:solidFill>
                <a:latin typeface="Arial"/>
                <a:ea typeface="Arial"/>
                <a:cs typeface="Arial"/>
              </a:defRPr>
            </a:pPr>
            <a:r>
              <a:rPr sz="1350" b="0">
                <a:solidFill>
                  <a:srgbClr val="697687"/>
                </a:solidFill>
                <a:latin typeface="Arial"/>
                <a:ea typeface="Arial"/>
                <a:cs typeface="Arial"/>
              </a:rPr>
              <a:t>Neutral motion</a:t>
            </a:r>
          </a:p>
          <a:p xmlns:a="http://schemas.openxmlformats.org/drawingml/2006/main">
            <a:pPr algn="ctr">
              <a:defRPr sz="1350" b="0">
                <a:solidFill>
                  <a:srgbClr val="697687"/>
                </a:solidFill>
                <a:latin typeface="Arial"/>
                <a:ea typeface="Arial"/>
                <a:cs typeface="Arial"/>
              </a:defRPr>
            </a:pPr>
            <a:r>
              <a:rPr sz="1350" b="0">
                <a:solidFill>
                  <a:srgbClr val="697687"/>
                </a:solidFill>
                <a:latin typeface="Arial"/>
                <a:ea typeface="Arial"/>
                <a:cs typeface="Arial"/>
              </a:rPr>
              <a:t>Mʳ</a:t>
            </a:r>
          </a:p>
        </p:txBody>
      </p:sp>
      <p:sp>
        <p:nvSpPr>
          <p:cNvPr id="9" name="module_289">
            <a:extLst xmlns:a="http://schemas.openxmlformats.org/drawingml/2006/main">
              <a:ext uri="{FF2B5EF4-FFF2-40B4-BE49-F238E27FC236}">
                <a16:creationId xmlns:a16="http://schemas.microsoft.com/office/drawing/2014/main" id="{1EE8D8A9-B9BF-4898-B549-9B169F5EC435}"/>
              </a:ext>
            </a:extLst>
          </p:cNvPr>
          <p:cNvSpPr>
            <a:spLocks xmlns:a="http://schemas.openxmlformats.org/drawingml/2006/main" noGrp="1"/>
          </p:cNvSpPr>
          <p:nvPr/>
        </p:nvSpPr>
        <p:spPr>
          <a:xfrm xmlns:a="http://schemas.openxmlformats.org/drawingml/2006/main">
            <a:off x="619125" y="2990850"/>
            <a:ext cx="1409700" cy="619125"/>
          </a:xfrm>
          <a:prstGeom xmlns:a="http://schemas.openxmlformats.org/drawingml/2006/main" prst="roundRect">
            <a:avLst>
              <a:gd name="adj" fmla="val 13846"/>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Paired audio</a:t>
            </a:r>
          </a:p>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Aʳ</a:t>
            </a:r>
          </a:p>
        </p:txBody>
      </p:sp>
      <p:sp>
        <p:nvSpPr>
          <p:cNvPr id="10" name="module_290">
            <a:extLst xmlns:a="http://schemas.openxmlformats.org/drawingml/2006/main">
              <a:ext uri="{FF2B5EF4-FFF2-40B4-BE49-F238E27FC236}">
                <a16:creationId xmlns:a16="http://schemas.microsoft.com/office/drawing/2014/main" id="{CB380AAD-635B-463B-B8F5-C21258A65625}"/>
              </a:ext>
            </a:extLst>
          </p:cNvPr>
          <p:cNvSpPr>
            <a:spLocks xmlns:a="http://schemas.openxmlformats.org/drawingml/2006/main" noGrp="1"/>
          </p:cNvSpPr>
          <p:nvPr/>
        </p:nvSpPr>
        <p:spPr>
          <a:xfrm xmlns:a="http://schemas.openxmlformats.org/drawingml/2006/main">
            <a:off x="2562225" y="2990850"/>
            <a:ext cx="1714500" cy="619125"/>
          </a:xfrm>
          <a:prstGeom xmlns:a="http://schemas.openxmlformats.org/drawingml/2006/main" prst="roundRect">
            <a:avLst>
              <a:gd name="adj" fmla="val 13846"/>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Shared B₀</a:t>
            </a:r>
          </a:p>
        </p:txBody>
      </p:sp>
      <p:sp>
        <p:nvSpPr>
          <p:cNvPr id="11" name="shape_291">
            <a:extLst xmlns:a="http://schemas.openxmlformats.org/drawingml/2006/main">
              <a:ext uri="{FF2B5EF4-FFF2-40B4-BE49-F238E27FC236}">
                <a16:creationId xmlns:a16="http://schemas.microsoft.com/office/drawing/2014/main" id="{864AD3A0-6CD2-4A95-90B4-FFA480FC09A8}"/>
              </a:ext>
            </a:extLst>
          </p:cNvPr>
          <p:cNvSpPr>
            <a:spLocks xmlns:a="http://schemas.openxmlformats.org/drawingml/2006/main" noGrp="1"/>
          </p:cNvSpPr>
          <p:nvPr/>
        </p:nvSpPr>
        <p:spPr>
          <a:xfrm xmlns:a="http://schemas.openxmlformats.org/drawingml/2006/main">
            <a:off x="2026920" y="3293745"/>
            <a:ext cx="3810" cy="3810"/>
          </a:xfrm>
          <a:prstGeom xmlns:a="http://schemas.openxmlformats.org/drawingml/2006/main" prst="rect">
            <a:avLst/>
          </a:prstGeom>
          <a:noFill xmlns:a="http://schemas.openxmlformats.org/drawingml/2006/main"/>
          <a:ln xmlns:a="http://schemas.openxmlformats.org/drawingml/2006/main" w="0">
            <a:noFill/>
          </a:ln>
        </p:spPr>
      </p:sp>
      <p:sp>
        <p:nvSpPr>
          <p:cNvPr id="12" name="shape_292">
            <a:extLst xmlns:a="http://schemas.openxmlformats.org/drawingml/2006/main">
              <a:ext uri="{FF2B5EF4-FFF2-40B4-BE49-F238E27FC236}">
                <a16:creationId xmlns:a16="http://schemas.microsoft.com/office/drawing/2014/main" id="{F6AC3D7A-66D2-4B1D-8369-2D9424B96E9F}"/>
              </a:ext>
            </a:extLst>
          </p:cNvPr>
          <p:cNvSpPr>
            <a:spLocks xmlns:a="http://schemas.openxmlformats.org/drawingml/2006/main" noGrp="1"/>
          </p:cNvSpPr>
          <p:nvPr/>
        </p:nvSpPr>
        <p:spPr>
          <a:xfrm xmlns:a="http://schemas.openxmlformats.org/drawingml/2006/main">
            <a:off x="2560320" y="32937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18" name=""/>
          <p:cNvCxnSpPr>
            <a:stCxn xmlns:a="http://schemas.openxmlformats.org/drawingml/2006/main" id="11" idx="3"/>
            <a:endCxn xmlns:a="http://schemas.openxmlformats.org/drawingml/2006/main" id="12" idx="1"/>
          </p:cNvCxnSpPr>
          <p:nvPr/>
        </p:nvCxnSpPr>
        <p:spPr>
          <a:xfrm xmlns:a="http://schemas.openxmlformats.org/drawingml/2006/main">
            <a:off x="2030730" y="3295650"/>
            <a:ext cx="52959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4" name="operator_293">
            <a:extLst xmlns:a="http://schemas.openxmlformats.org/drawingml/2006/main">
              <a:ext uri="{FF2B5EF4-FFF2-40B4-BE49-F238E27FC236}">
                <a16:creationId xmlns:a16="http://schemas.microsoft.com/office/drawing/2014/main" id="{0FD68921-528E-48E5-A95D-6851C6BE372A}"/>
              </a:ext>
            </a:extLst>
          </p:cNvPr>
          <p:cNvSpPr>
            <a:spLocks xmlns:a="http://schemas.openxmlformats.org/drawingml/2006/main" noGrp="1"/>
          </p:cNvSpPr>
          <p:nvPr/>
        </p:nvSpPr>
        <p:spPr>
          <a:xfrm xmlns:a="http://schemas.openxmlformats.org/drawingml/2006/main">
            <a:off x="4657725" y="2266950"/>
            <a:ext cx="476250" cy="476250"/>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245"/>
            </a:solidFill>
          </a:ln>
        </p:spPr>
        <p:txBody>
          <a:bodyPr xmlns:a="http://schemas.openxmlformats.org/drawingml/2006/main" lIns="0" tIns="0" rIns="0" bIns="0" anchor="ctr"/>
          <a:lstStyle xmlns:a="http://schemas.openxmlformats.org/drawingml/2006/main"/>
          <a:p xmlns:a="http://schemas.openxmlformats.org/drawingml/2006/main">
            <a:pPr algn="ctr">
              <a:defRPr sz="2137">
                <a:solidFill>
                  <a:srgbClr val="233245"/>
                </a:solidFill>
                <a:latin typeface="Arial"/>
                <a:ea typeface="Arial"/>
                <a:cs typeface="Arial"/>
              </a:defRPr>
            </a:pPr>
            <a:r>
              <a:rPr sz="2137">
                <a:solidFill>
                  <a:srgbClr val="233245"/>
                </a:solidFill>
                <a:latin typeface="Arial"/>
                <a:ea typeface="Arial"/>
                <a:cs typeface="Arial"/>
              </a:rPr>
              <a:t>−</a:t>
            </a:r>
          </a:p>
        </p:txBody>
      </p:sp>
      <p:sp>
        <p:nvSpPr>
          <p:cNvPr id="15" name="shape_294">
            <a:extLst xmlns:a="http://schemas.openxmlformats.org/drawingml/2006/main">
              <a:ext uri="{FF2B5EF4-FFF2-40B4-BE49-F238E27FC236}">
                <a16:creationId xmlns:a16="http://schemas.microsoft.com/office/drawing/2014/main" id="{3B9C23F5-071D-4289-B800-DA5FD9641FE9}"/>
              </a:ext>
            </a:extLst>
          </p:cNvPr>
          <p:cNvSpPr>
            <a:spLocks xmlns:a="http://schemas.openxmlformats.org/drawingml/2006/main" noGrp="1"/>
          </p:cNvSpPr>
          <p:nvPr/>
        </p:nvSpPr>
        <p:spPr>
          <a:xfrm xmlns:a="http://schemas.openxmlformats.org/drawingml/2006/main">
            <a:off x="2026920" y="2045970"/>
            <a:ext cx="3810" cy="3810"/>
          </a:xfrm>
          <a:prstGeom xmlns:a="http://schemas.openxmlformats.org/drawingml/2006/main" prst="rect">
            <a:avLst/>
          </a:prstGeom>
          <a:noFill xmlns:a="http://schemas.openxmlformats.org/drawingml/2006/main"/>
          <a:ln xmlns:a="http://schemas.openxmlformats.org/drawingml/2006/main" w="0">
            <a:noFill/>
          </a:ln>
        </p:spPr>
      </p:sp>
      <p:sp>
        <p:nvSpPr>
          <p:cNvPr id="16" name="shape_295">
            <a:extLst xmlns:a="http://schemas.openxmlformats.org/drawingml/2006/main">
              <a:ext uri="{FF2B5EF4-FFF2-40B4-BE49-F238E27FC236}">
                <a16:creationId xmlns:a16="http://schemas.microsoft.com/office/drawing/2014/main" id="{221E1EAE-C1D5-48BC-ACA6-349B515EDB17}"/>
              </a:ext>
            </a:extLst>
          </p:cNvPr>
          <p:cNvSpPr>
            <a:spLocks xmlns:a="http://schemas.openxmlformats.org/drawingml/2006/main" noGrp="1"/>
          </p:cNvSpPr>
          <p:nvPr/>
        </p:nvSpPr>
        <p:spPr>
          <a:xfrm xmlns:a="http://schemas.openxmlformats.org/drawingml/2006/main">
            <a:off x="4893945" y="20459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22" name=""/>
          <p:cNvCxnSpPr>
            <a:stCxn xmlns:a="http://schemas.openxmlformats.org/drawingml/2006/main" id="15" idx="3"/>
            <a:endCxn xmlns:a="http://schemas.openxmlformats.org/drawingml/2006/main" id="16" idx="1"/>
          </p:cNvCxnSpPr>
          <p:nvPr/>
        </p:nvCxnSpPr>
        <p:spPr>
          <a:xfrm xmlns:a="http://schemas.openxmlformats.org/drawingml/2006/main">
            <a:off x="2030730" y="2047875"/>
            <a:ext cx="2863215" cy="0"/>
          </a:xfrm>
          <a:prstGeom xmlns:a="http://schemas.openxmlformats.org/drawingml/2006/main" prst="straightConnector1">
            <a:avLst/>
          </a:prstGeom>
          <a:ln xmlns:a="http://schemas.openxmlformats.org/drawingml/2006/main" w="19050">
            <a:solidFill>
              <a:srgbClr val="398477"/>
            </a:solidFill>
            <a:prstDash val="solid"/>
          </a:ln>
        </p:spPr>
      </p:cxnSp>
      <p:sp>
        <p:nvSpPr>
          <p:cNvPr id="18" name="shape_296">
            <a:extLst xmlns:a="http://schemas.openxmlformats.org/drawingml/2006/main">
              <a:ext uri="{FF2B5EF4-FFF2-40B4-BE49-F238E27FC236}">
                <a16:creationId xmlns:a16="http://schemas.microsoft.com/office/drawing/2014/main" id="{B65E0DC4-8325-4203-9192-47B6D7DB353D}"/>
              </a:ext>
            </a:extLst>
          </p:cNvPr>
          <p:cNvSpPr>
            <a:spLocks xmlns:a="http://schemas.openxmlformats.org/drawingml/2006/main" noGrp="1"/>
          </p:cNvSpPr>
          <p:nvPr/>
        </p:nvSpPr>
        <p:spPr>
          <a:xfrm xmlns:a="http://schemas.openxmlformats.org/drawingml/2006/main">
            <a:off x="4893945" y="2045970"/>
            <a:ext cx="3810" cy="3810"/>
          </a:xfrm>
          <a:prstGeom xmlns:a="http://schemas.openxmlformats.org/drawingml/2006/main" prst="rect">
            <a:avLst/>
          </a:prstGeom>
          <a:noFill xmlns:a="http://schemas.openxmlformats.org/drawingml/2006/main"/>
          <a:ln xmlns:a="http://schemas.openxmlformats.org/drawingml/2006/main" w="0">
            <a:noFill/>
          </a:ln>
        </p:spPr>
      </p:sp>
      <p:sp>
        <p:nvSpPr>
          <p:cNvPr id="19" name="shape_297">
            <a:extLst xmlns:a="http://schemas.openxmlformats.org/drawingml/2006/main">
              <a:ext uri="{FF2B5EF4-FFF2-40B4-BE49-F238E27FC236}">
                <a16:creationId xmlns:a16="http://schemas.microsoft.com/office/drawing/2014/main" id="{B617541F-01B6-44FD-91C3-30D1E236AFDD}"/>
              </a:ext>
            </a:extLst>
          </p:cNvPr>
          <p:cNvSpPr>
            <a:spLocks xmlns:a="http://schemas.openxmlformats.org/drawingml/2006/main" noGrp="1"/>
          </p:cNvSpPr>
          <p:nvPr/>
        </p:nvSpPr>
        <p:spPr>
          <a:xfrm xmlns:a="http://schemas.openxmlformats.org/drawingml/2006/main">
            <a:off x="4893945" y="22650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25" name=""/>
          <p:cNvCxnSpPr>
            <a:stCxn xmlns:a="http://schemas.openxmlformats.org/drawingml/2006/main" id="18" idx="2"/>
            <a:endCxn xmlns:a="http://schemas.openxmlformats.org/drawingml/2006/main" id="19" idx="0"/>
          </p:cNvCxnSpPr>
          <p:nvPr/>
        </p:nvCxnSpPr>
        <p:spPr>
          <a:xfrm xmlns:a="http://schemas.openxmlformats.org/drawingml/2006/main">
            <a:off x="4895850" y="2049780"/>
            <a:ext cx="0" cy="21526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21" name="shape_298">
            <a:extLst xmlns:a="http://schemas.openxmlformats.org/drawingml/2006/main">
              <a:ext uri="{FF2B5EF4-FFF2-40B4-BE49-F238E27FC236}">
                <a16:creationId xmlns:a16="http://schemas.microsoft.com/office/drawing/2014/main" id="{9E3ABA8E-CBF4-4317-8F49-BCF0643F2AE5}"/>
              </a:ext>
            </a:extLst>
          </p:cNvPr>
          <p:cNvSpPr>
            <a:spLocks xmlns:a="http://schemas.openxmlformats.org/drawingml/2006/main" noGrp="1"/>
          </p:cNvSpPr>
          <p:nvPr/>
        </p:nvSpPr>
        <p:spPr>
          <a:xfrm xmlns:a="http://schemas.openxmlformats.org/drawingml/2006/main">
            <a:off x="4274820" y="3293745"/>
            <a:ext cx="3810" cy="3810"/>
          </a:xfrm>
          <a:prstGeom xmlns:a="http://schemas.openxmlformats.org/drawingml/2006/main" prst="rect">
            <a:avLst/>
          </a:prstGeom>
          <a:noFill xmlns:a="http://schemas.openxmlformats.org/drawingml/2006/main"/>
          <a:ln xmlns:a="http://schemas.openxmlformats.org/drawingml/2006/main" w="0">
            <a:noFill/>
          </a:ln>
        </p:spPr>
      </p:sp>
      <p:sp>
        <p:nvSpPr>
          <p:cNvPr id="22" name="shape_299">
            <a:extLst xmlns:a="http://schemas.openxmlformats.org/drawingml/2006/main">
              <a:ext uri="{FF2B5EF4-FFF2-40B4-BE49-F238E27FC236}">
                <a16:creationId xmlns:a16="http://schemas.microsoft.com/office/drawing/2014/main" id="{0B6E0C3A-D313-4BF1-98F4-8B4D27AA568F}"/>
              </a:ext>
            </a:extLst>
          </p:cNvPr>
          <p:cNvSpPr>
            <a:spLocks xmlns:a="http://schemas.openxmlformats.org/drawingml/2006/main" noGrp="1"/>
          </p:cNvSpPr>
          <p:nvPr/>
        </p:nvSpPr>
        <p:spPr>
          <a:xfrm xmlns:a="http://schemas.openxmlformats.org/drawingml/2006/main">
            <a:off x="4893945" y="32937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28" name=""/>
          <p:cNvCxnSpPr>
            <a:stCxn xmlns:a="http://schemas.openxmlformats.org/drawingml/2006/main" id="21" idx="3"/>
            <a:endCxn xmlns:a="http://schemas.openxmlformats.org/drawingml/2006/main" id="22" idx="1"/>
          </p:cNvCxnSpPr>
          <p:nvPr/>
        </p:nvCxnSpPr>
        <p:spPr>
          <a:xfrm xmlns:a="http://schemas.openxmlformats.org/drawingml/2006/main">
            <a:off x="4278630" y="3295650"/>
            <a:ext cx="615315" cy="0"/>
          </a:xfrm>
          <a:prstGeom xmlns:a="http://schemas.openxmlformats.org/drawingml/2006/main" prst="straightConnector1">
            <a:avLst/>
          </a:prstGeom>
          <a:ln xmlns:a="http://schemas.openxmlformats.org/drawingml/2006/main" w="19050">
            <a:solidFill>
              <a:srgbClr val="377EA6"/>
            </a:solidFill>
            <a:prstDash val="solid"/>
          </a:ln>
        </p:spPr>
      </p:cxnSp>
      <p:sp>
        <p:nvSpPr>
          <p:cNvPr id="24" name="shape_300">
            <a:extLst xmlns:a="http://schemas.openxmlformats.org/drawingml/2006/main">
              <a:ext uri="{FF2B5EF4-FFF2-40B4-BE49-F238E27FC236}">
                <a16:creationId xmlns:a16="http://schemas.microsoft.com/office/drawing/2014/main" id="{D2647899-59B8-4EAC-8CE2-781F9FD4163D}"/>
              </a:ext>
            </a:extLst>
          </p:cNvPr>
          <p:cNvSpPr>
            <a:spLocks xmlns:a="http://schemas.openxmlformats.org/drawingml/2006/main" noGrp="1"/>
          </p:cNvSpPr>
          <p:nvPr/>
        </p:nvSpPr>
        <p:spPr>
          <a:xfrm xmlns:a="http://schemas.openxmlformats.org/drawingml/2006/main">
            <a:off x="4893945" y="3293745"/>
            <a:ext cx="3810" cy="3810"/>
          </a:xfrm>
          <a:prstGeom xmlns:a="http://schemas.openxmlformats.org/drawingml/2006/main" prst="rect">
            <a:avLst/>
          </a:prstGeom>
          <a:noFill xmlns:a="http://schemas.openxmlformats.org/drawingml/2006/main"/>
          <a:ln xmlns:a="http://schemas.openxmlformats.org/drawingml/2006/main" w="0">
            <a:noFill/>
          </a:ln>
        </p:spPr>
      </p:sp>
      <p:sp>
        <p:nvSpPr>
          <p:cNvPr id="25" name="shape_301">
            <a:extLst xmlns:a="http://schemas.openxmlformats.org/drawingml/2006/main">
              <a:ext uri="{FF2B5EF4-FFF2-40B4-BE49-F238E27FC236}">
                <a16:creationId xmlns:a16="http://schemas.microsoft.com/office/drawing/2014/main" id="{5DAAD588-6711-4E44-8B01-2B9EACE9A82B}"/>
              </a:ext>
            </a:extLst>
          </p:cNvPr>
          <p:cNvSpPr>
            <a:spLocks xmlns:a="http://schemas.openxmlformats.org/drawingml/2006/main" noGrp="1"/>
          </p:cNvSpPr>
          <p:nvPr/>
        </p:nvSpPr>
        <p:spPr>
          <a:xfrm xmlns:a="http://schemas.openxmlformats.org/drawingml/2006/main">
            <a:off x="4893945" y="27412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31" name=""/>
          <p:cNvCxnSpPr>
            <a:stCxn xmlns:a="http://schemas.openxmlformats.org/drawingml/2006/main" id="24" idx="0"/>
            <a:endCxn xmlns:a="http://schemas.openxmlformats.org/drawingml/2006/main" id="25" idx="2"/>
          </p:cNvCxnSpPr>
          <p:nvPr/>
        </p:nvCxnSpPr>
        <p:spPr>
          <a:xfrm xmlns:a="http://schemas.openxmlformats.org/drawingml/2006/main" flipV="1">
            <a:off x="4895850" y="2745105"/>
            <a:ext cx="0" cy="54864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27" name="module_302">
            <a:extLst xmlns:a="http://schemas.openxmlformats.org/drawingml/2006/main">
              <a:ext uri="{FF2B5EF4-FFF2-40B4-BE49-F238E27FC236}">
                <a16:creationId xmlns:a16="http://schemas.microsoft.com/office/drawing/2014/main" id="{89970260-8827-4578-AE03-847E85C178C5}"/>
              </a:ext>
            </a:extLst>
          </p:cNvPr>
          <p:cNvSpPr>
            <a:spLocks xmlns:a="http://schemas.openxmlformats.org/drawingml/2006/main" noGrp="1"/>
          </p:cNvSpPr>
          <p:nvPr/>
        </p:nvSpPr>
        <p:spPr>
          <a:xfrm xmlns:a="http://schemas.openxmlformats.org/drawingml/2006/main">
            <a:off x="5476875" y="2219325"/>
            <a:ext cx="1533525" cy="600075"/>
          </a:xfrm>
          <a:prstGeom xmlns:a="http://schemas.openxmlformats.org/drawingml/2006/main" prst="roundRect">
            <a:avLst>
              <a:gd name="adj" fmla="val 14286"/>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Residual Rʳ</a:t>
            </a:r>
          </a:p>
        </p:txBody>
      </p:sp>
      <p:sp>
        <p:nvSpPr>
          <p:cNvPr id="28" name="shape_303">
            <a:extLst xmlns:a="http://schemas.openxmlformats.org/drawingml/2006/main">
              <a:ext uri="{FF2B5EF4-FFF2-40B4-BE49-F238E27FC236}">
                <a16:creationId xmlns:a16="http://schemas.microsoft.com/office/drawing/2014/main" id="{AEEA2EF6-4C90-4AAD-BB9D-C4C82AC87ED2}"/>
              </a:ext>
            </a:extLst>
          </p:cNvPr>
          <p:cNvSpPr>
            <a:spLocks xmlns:a="http://schemas.openxmlformats.org/drawingml/2006/main" noGrp="1"/>
          </p:cNvSpPr>
          <p:nvPr/>
        </p:nvSpPr>
        <p:spPr>
          <a:xfrm xmlns:a="http://schemas.openxmlformats.org/drawingml/2006/main">
            <a:off x="5132070" y="2503170"/>
            <a:ext cx="3810" cy="3810"/>
          </a:xfrm>
          <a:prstGeom xmlns:a="http://schemas.openxmlformats.org/drawingml/2006/main" prst="rect">
            <a:avLst/>
          </a:prstGeom>
          <a:noFill xmlns:a="http://schemas.openxmlformats.org/drawingml/2006/main"/>
          <a:ln xmlns:a="http://schemas.openxmlformats.org/drawingml/2006/main" w="0">
            <a:noFill/>
          </a:ln>
        </p:spPr>
      </p:sp>
      <p:sp>
        <p:nvSpPr>
          <p:cNvPr id="29" name="shape_304">
            <a:extLst xmlns:a="http://schemas.openxmlformats.org/drawingml/2006/main">
              <a:ext uri="{FF2B5EF4-FFF2-40B4-BE49-F238E27FC236}">
                <a16:creationId xmlns:a16="http://schemas.microsoft.com/office/drawing/2014/main" id="{BD989F63-D205-404F-93BC-E7297CB04BFF}"/>
              </a:ext>
            </a:extLst>
          </p:cNvPr>
          <p:cNvSpPr>
            <a:spLocks xmlns:a="http://schemas.openxmlformats.org/drawingml/2006/main" noGrp="1"/>
          </p:cNvSpPr>
          <p:nvPr/>
        </p:nvSpPr>
        <p:spPr>
          <a:xfrm xmlns:a="http://schemas.openxmlformats.org/drawingml/2006/main">
            <a:off x="5474970" y="25031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35" name=""/>
          <p:cNvCxnSpPr>
            <a:stCxn xmlns:a="http://schemas.openxmlformats.org/drawingml/2006/main" id="28" idx="3"/>
            <a:endCxn xmlns:a="http://schemas.openxmlformats.org/drawingml/2006/main" id="29" idx="1"/>
          </p:cNvCxnSpPr>
          <p:nvPr/>
        </p:nvCxnSpPr>
        <p:spPr>
          <a:xfrm xmlns:a="http://schemas.openxmlformats.org/drawingml/2006/main">
            <a:off x="5135880" y="2505075"/>
            <a:ext cx="33909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31" name="module_305">
            <a:extLst xmlns:a="http://schemas.openxmlformats.org/drawingml/2006/main">
              <a:ext uri="{FF2B5EF4-FFF2-40B4-BE49-F238E27FC236}">
                <a16:creationId xmlns:a16="http://schemas.microsoft.com/office/drawing/2014/main" id="{3DAAB900-6AD9-4C97-BC41-957A7DABEF9C}"/>
              </a:ext>
            </a:extLst>
          </p:cNvPr>
          <p:cNvSpPr>
            <a:spLocks xmlns:a="http://schemas.openxmlformats.org/drawingml/2006/main" noGrp="1"/>
          </p:cNvSpPr>
          <p:nvPr/>
        </p:nvSpPr>
        <p:spPr>
          <a:xfrm xmlns:a="http://schemas.openxmlformats.org/drawingml/2006/main">
            <a:off x="5362575" y="3724275"/>
            <a:ext cx="1752600" cy="847725"/>
          </a:xfrm>
          <a:prstGeom xmlns:a="http://schemas.openxmlformats.org/drawingml/2006/main" prst="roundRect">
            <a:avLst>
              <a:gd name="adj" fmla="val 10112"/>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Masked statistics</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mean / std</a:t>
            </a:r>
          </a:p>
        </p:txBody>
      </p:sp>
      <p:sp>
        <p:nvSpPr>
          <p:cNvPr id="32" name="shape_306">
            <a:extLst xmlns:a="http://schemas.openxmlformats.org/drawingml/2006/main">
              <a:ext uri="{FF2B5EF4-FFF2-40B4-BE49-F238E27FC236}">
                <a16:creationId xmlns:a16="http://schemas.microsoft.com/office/drawing/2014/main" id="{946F18CF-3B9B-4331-9743-9E081E6F96D7}"/>
              </a:ext>
            </a:extLst>
          </p:cNvPr>
          <p:cNvSpPr>
            <a:spLocks xmlns:a="http://schemas.openxmlformats.org/drawingml/2006/main" noGrp="1"/>
          </p:cNvSpPr>
          <p:nvPr/>
        </p:nvSpPr>
        <p:spPr>
          <a:xfrm xmlns:a="http://schemas.openxmlformats.org/drawingml/2006/main">
            <a:off x="6236970" y="2817495"/>
            <a:ext cx="3810" cy="3810"/>
          </a:xfrm>
          <a:prstGeom xmlns:a="http://schemas.openxmlformats.org/drawingml/2006/main" prst="rect">
            <a:avLst/>
          </a:prstGeom>
          <a:noFill xmlns:a="http://schemas.openxmlformats.org/drawingml/2006/main"/>
          <a:ln xmlns:a="http://schemas.openxmlformats.org/drawingml/2006/main" w="0">
            <a:noFill/>
          </a:ln>
        </p:spPr>
      </p:sp>
      <p:sp>
        <p:nvSpPr>
          <p:cNvPr id="33" name="shape_307">
            <a:extLst xmlns:a="http://schemas.openxmlformats.org/drawingml/2006/main">
              <a:ext uri="{FF2B5EF4-FFF2-40B4-BE49-F238E27FC236}">
                <a16:creationId xmlns:a16="http://schemas.microsoft.com/office/drawing/2014/main" id="{81D091FC-3C2D-4E89-BC04-DA99660A9445}"/>
              </a:ext>
            </a:extLst>
          </p:cNvPr>
          <p:cNvSpPr>
            <a:spLocks xmlns:a="http://schemas.openxmlformats.org/drawingml/2006/main" noGrp="1"/>
          </p:cNvSpPr>
          <p:nvPr/>
        </p:nvSpPr>
        <p:spPr>
          <a:xfrm xmlns:a="http://schemas.openxmlformats.org/drawingml/2006/main">
            <a:off x="6236970" y="37223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39" name=""/>
          <p:cNvCxnSpPr>
            <a:stCxn xmlns:a="http://schemas.openxmlformats.org/drawingml/2006/main" id="32" idx="2"/>
            <a:endCxn xmlns:a="http://schemas.openxmlformats.org/drawingml/2006/main" id="33" idx="0"/>
          </p:cNvCxnSpPr>
          <p:nvPr/>
        </p:nvCxnSpPr>
        <p:spPr>
          <a:xfrm xmlns:a="http://schemas.openxmlformats.org/drawingml/2006/main">
            <a:off x="6238875" y="2821305"/>
            <a:ext cx="0" cy="90106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35" name="module_308">
            <a:extLst xmlns:a="http://schemas.openxmlformats.org/drawingml/2006/main">
              <a:ext uri="{FF2B5EF4-FFF2-40B4-BE49-F238E27FC236}">
                <a16:creationId xmlns:a16="http://schemas.microsoft.com/office/drawing/2014/main" id="{3F8AB0F3-EB51-4F9B-BCA5-E350E2BD7B1F}"/>
              </a:ext>
            </a:extLst>
          </p:cNvPr>
          <p:cNvSpPr>
            <a:spLocks xmlns:a="http://schemas.openxmlformats.org/drawingml/2006/main" noGrp="1"/>
          </p:cNvSpPr>
          <p:nvPr/>
        </p:nvSpPr>
        <p:spPr>
          <a:xfrm xmlns:a="http://schemas.openxmlformats.org/drawingml/2006/main">
            <a:off x="3009900" y="3724275"/>
            <a:ext cx="1857375" cy="847725"/>
          </a:xfrm>
          <a:prstGeom xmlns:a="http://schemas.openxmlformats.org/drawingml/2006/main" prst="roundRect">
            <a:avLst>
              <a:gd name="adj" fmla="val 10112"/>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Shared encoder</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per reference</a:t>
            </a:r>
          </a:p>
        </p:txBody>
      </p:sp>
      <p:sp>
        <p:nvSpPr>
          <p:cNvPr id="36" name="shape_309">
            <a:extLst xmlns:a="http://schemas.openxmlformats.org/drawingml/2006/main">
              <a:ext uri="{FF2B5EF4-FFF2-40B4-BE49-F238E27FC236}">
                <a16:creationId xmlns:a16="http://schemas.microsoft.com/office/drawing/2014/main" id="{787AF080-3AAB-4E59-965F-D5700A129259}"/>
              </a:ext>
            </a:extLst>
          </p:cNvPr>
          <p:cNvSpPr>
            <a:spLocks xmlns:a="http://schemas.openxmlformats.org/drawingml/2006/main" noGrp="1"/>
          </p:cNvSpPr>
          <p:nvPr/>
        </p:nvSpPr>
        <p:spPr>
          <a:xfrm xmlns:a="http://schemas.openxmlformats.org/drawingml/2006/main">
            <a:off x="5360670" y="4150995"/>
            <a:ext cx="3810" cy="3810"/>
          </a:xfrm>
          <a:prstGeom xmlns:a="http://schemas.openxmlformats.org/drawingml/2006/main" prst="rect">
            <a:avLst/>
          </a:prstGeom>
          <a:noFill xmlns:a="http://schemas.openxmlformats.org/drawingml/2006/main"/>
          <a:ln xmlns:a="http://schemas.openxmlformats.org/drawingml/2006/main" w="0">
            <a:noFill/>
          </a:ln>
        </p:spPr>
      </p:sp>
      <p:sp>
        <p:nvSpPr>
          <p:cNvPr id="37" name="shape_310">
            <a:extLst xmlns:a="http://schemas.openxmlformats.org/drawingml/2006/main">
              <a:ext uri="{FF2B5EF4-FFF2-40B4-BE49-F238E27FC236}">
                <a16:creationId xmlns:a16="http://schemas.microsoft.com/office/drawing/2014/main" id="{2BF09D0F-D094-4CA3-A20D-089EF8850BB8}"/>
              </a:ext>
            </a:extLst>
          </p:cNvPr>
          <p:cNvSpPr>
            <a:spLocks xmlns:a="http://schemas.openxmlformats.org/drawingml/2006/main" noGrp="1"/>
          </p:cNvSpPr>
          <p:nvPr/>
        </p:nvSpPr>
        <p:spPr>
          <a:xfrm xmlns:a="http://schemas.openxmlformats.org/drawingml/2006/main">
            <a:off x="4865370" y="41509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43" name=""/>
          <p:cNvCxnSpPr>
            <a:stCxn xmlns:a="http://schemas.openxmlformats.org/drawingml/2006/main" id="36" idx="1"/>
            <a:endCxn xmlns:a="http://schemas.openxmlformats.org/drawingml/2006/main" id="37" idx="3"/>
          </p:cNvCxnSpPr>
          <p:nvPr/>
        </p:nvCxnSpPr>
        <p:spPr>
          <a:xfrm xmlns:a="http://schemas.openxmlformats.org/drawingml/2006/main" flipH="1">
            <a:off x="4869180" y="4152900"/>
            <a:ext cx="49149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39" name="module_311">
            <a:extLst xmlns:a="http://schemas.openxmlformats.org/drawingml/2006/main">
              <a:ext uri="{FF2B5EF4-FFF2-40B4-BE49-F238E27FC236}">
                <a16:creationId xmlns:a16="http://schemas.microsoft.com/office/drawing/2014/main" id="{1CF9804E-02D4-4B57-8F7B-F301C0979BE5}"/>
              </a:ext>
            </a:extLst>
          </p:cNvPr>
          <p:cNvSpPr>
            <a:spLocks xmlns:a="http://schemas.openxmlformats.org/drawingml/2006/main" noGrp="1"/>
          </p:cNvSpPr>
          <p:nvPr/>
        </p:nvSpPr>
        <p:spPr>
          <a:xfrm xmlns:a="http://schemas.openxmlformats.org/drawingml/2006/main">
            <a:off x="628650" y="3724275"/>
            <a:ext cx="1876425" cy="847725"/>
          </a:xfrm>
          <a:prstGeom xmlns:a="http://schemas.openxmlformats.org/drawingml/2006/main" prst="roundRect">
            <a:avLst>
              <a:gd name="adj" fmla="val 10112"/>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Average across</a:t>
            </a:r>
          </a:p>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independent clips</a:t>
            </a:r>
          </a:p>
        </p:txBody>
      </p:sp>
      <p:sp>
        <p:nvSpPr>
          <p:cNvPr id="40" name="shape_312">
            <a:extLst xmlns:a="http://schemas.openxmlformats.org/drawingml/2006/main">
              <a:ext uri="{FF2B5EF4-FFF2-40B4-BE49-F238E27FC236}">
                <a16:creationId xmlns:a16="http://schemas.microsoft.com/office/drawing/2014/main" id="{F1D7AE27-ACAB-463C-ABB8-384FB9BCD46D}"/>
              </a:ext>
            </a:extLst>
          </p:cNvPr>
          <p:cNvSpPr>
            <a:spLocks xmlns:a="http://schemas.openxmlformats.org/drawingml/2006/main" noGrp="1"/>
          </p:cNvSpPr>
          <p:nvPr/>
        </p:nvSpPr>
        <p:spPr>
          <a:xfrm xmlns:a="http://schemas.openxmlformats.org/drawingml/2006/main">
            <a:off x="3007995" y="4150995"/>
            <a:ext cx="3810" cy="3810"/>
          </a:xfrm>
          <a:prstGeom xmlns:a="http://schemas.openxmlformats.org/drawingml/2006/main" prst="rect">
            <a:avLst/>
          </a:prstGeom>
          <a:noFill xmlns:a="http://schemas.openxmlformats.org/drawingml/2006/main"/>
          <a:ln xmlns:a="http://schemas.openxmlformats.org/drawingml/2006/main" w="0">
            <a:noFill/>
          </a:ln>
        </p:spPr>
      </p:sp>
      <p:sp>
        <p:nvSpPr>
          <p:cNvPr id="41" name="shape_313">
            <a:extLst xmlns:a="http://schemas.openxmlformats.org/drawingml/2006/main">
              <a:ext uri="{FF2B5EF4-FFF2-40B4-BE49-F238E27FC236}">
                <a16:creationId xmlns:a16="http://schemas.microsoft.com/office/drawing/2014/main" id="{016A7BF3-5FD4-4A87-9B9F-D5EA97028F2B}"/>
              </a:ext>
            </a:extLst>
          </p:cNvPr>
          <p:cNvSpPr>
            <a:spLocks xmlns:a="http://schemas.openxmlformats.org/drawingml/2006/main" noGrp="1"/>
          </p:cNvSpPr>
          <p:nvPr/>
        </p:nvSpPr>
        <p:spPr>
          <a:xfrm xmlns:a="http://schemas.openxmlformats.org/drawingml/2006/main">
            <a:off x="2503170" y="41509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47" name=""/>
          <p:cNvCxnSpPr>
            <a:stCxn xmlns:a="http://schemas.openxmlformats.org/drawingml/2006/main" id="40" idx="1"/>
            <a:endCxn xmlns:a="http://schemas.openxmlformats.org/drawingml/2006/main" id="41" idx="3"/>
          </p:cNvCxnSpPr>
          <p:nvPr/>
        </p:nvCxnSpPr>
        <p:spPr>
          <a:xfrm xmlns:a="http://schemas.openxmlformats.org/drawingml/2006/main" flipH="1">
            <a:off x="2506980" y="4152900"/>
            <a:ext cx="501015"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43" name="module_314">
            <a:extLst xmlns:a="http://schemas.openxmlformats.org/drawingml/2006/main">
              <a:ext uri="{FF2B5EF4-FFF2-40B4-BE49-F238E27FC236}">
                <a16:creationId xmlns:a16="http://schemas.microsoft.com/office/drawing/2014/main" id="{520F06CF-B66D-4F9D-ADF0-2F5AD70A2831}"/>
              </a:ext>
            </a:extLst>
          </p:cNvPr>
          <p:cNvSpPr>
            <a:spLocks xmlns:a="http://schemas.openxmlformats.org/drawingml/2006/main" noGrp="1"/>
          </p:cNvSpPr>
          <p:nvPr/>
        </p:nvSpPr>
        <p:spPr>
          <a:xfrm xmlns:a="http://schemas.openxmlformats.org/drawingml/2006/main">
            <a:off x="723900" y="5153025"/>
            <a:ext cx="1685925" cy="676275"/>
          </a:xfrm>
          <a:prstGeom xmlns:a="http://schemas.openxmlformats.org/drawingml/2006/main" prst="roundRect">
            <a:avLst>
              <a:gd name="adj" fmla="val 12676"/>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Execution code</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S_id</a:t>
            </a:r>
          </a:p>
        </p:txBody>
      </p:sp>
      <p:sp>
        <p:nvSpPr>
          <p:cNvPr id="44" name="shape_315">
            <a:extLst xmlns:a="http://schemas.openxmlformats.org/drawingml/2006/main">
              <a:ext uri="{FF2B5EF4-FFF2-40B4-BE49-F238E27FC236}">
                <a16:creationId xmlns:a16="http://schemas.microsoft.com/office/drawing/2014/main" id="{6B5045FC-FA6A-4168-93C9-DFEEB6288ED0}"/>
              </a:ext>
            </a:extLst>
          </p:cNvPr>
          <p:cNvSpPr>
            <a:spLocks xmlns:a="http://schemas.openxmlformats.org/drawingml/2006/main" noGrp="1"/>
          </p:cNvSpPr>
          <p:nvPr/>
        </p:nvSpPr>
        <p:spPr>
          <a:xfrm xmlns:a="http://schemas.openxmlformats.org/drawingml/2006/main">
            <a:off x="1560195" y="4570095"/>
            <a:ext cx="3810" cy="3810"/>
          </a:xfrm>
          <a:prstGeom xmlns:a="http://schemas.openxmlformats.org/drawingml/2006/main" prst="rect">
            <a:avLst/>
          </a:prstGeom>
          <a:noFill xmlns:a="http://schemas.openxmlformats.org/drawingml/2006/main"/>
          <a:ln xmlns:a="http://schemas.openxmlformats.org/drawingml/2006/main" w="0">
            <a:noFill/>
          </a:ln>
        </p:spPr>
      </p:sp>
      <p:sp>
        <p:nvSpPr>
          <p:cNvPr id="45" name="shape_316">
            <a:extLst xmlns:a="http://schemas.openxmlformats.org/drawingml/2006/main">
              <a:ext uri="{FF2B5EF4-FFF2-40B4-BE49-F238E27FC236}">
                <a16:creationId xmlns:a16="http://schemas.microsoft.com/office/drawing/2014/main" id="{9F2E78AC-8FD1-4099-B03D-BC1CFB89CF05}"/>
              </a:ext>
            </a:extLst>
          </p:cNvPr>
          <p:cNvSpPr>
            <a:spLocks xmlns:a="http://schemas.openxmlformats.org/drawingml/2006/main" noGrp="1"/>
          </p:cNvSpPr>
          <p:nvPr/>
        </p:nvSpPr>
        <p:spPr>
          <a:xfrm xmlns:a="http://schemas.openxmlformats.org/drawingml/2006/main">
            <a:off x="1560195" y="51511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51" name=""/>
          <p:cNvCxnSpPr>
            <a:stCxn xmlns:a="http://schemas.openxmlformats.org/drawingml/2006/main" id="44" idx="2"/>
            <a:endCxn xmlns:a="http://schemas.openxmlformats.org/drawingml/2006/main" id="45" idx="0"/>
          </p:cNvCxnSpPr>
          <p:nvPr/>
        </p:nvCxnSpPr>
        <p:spPr>
          <a:xfrm xmlns:a="http://schemas.openxmlformats.org/drawingml/2006/main">
            <a:off x="1562100" y="4573905"/>
            <a:ext cx="0" cy="57721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47" name="module_317">
            <a:extLst xmlns:a="http://schemas.openxmlformats.org/drawingml/2006/main">
              <a:ext uri="{FF2B5EF4-FFF2-40B4-BE49-F238E27FC236}">
                <a16:creationId xmlns:a16="http://schemas.microsoft.com/office/drawing/2014/main" id="{15A5C8DF-1937-48E2-A8A7-C33D1915ACF6}"/>
              </a:ext>
            </a:extLst>
          </p:cNvPr>
          <p:cNvSpPr>
            <a:spLocks xmlns:a="http://schemas.openxmlformats.org/drawingml/2006/main" noGrp="1"/>
          </p:cNvSpPr>
          <p:nvPr/>
        </p:nvSpPr>
        <p:spPr>
          <a:xfrm xmlns:a="http://schemas.openxmlformats.org/drawingml/2006/main">
            <a:off x="3009900" y="5153025"/>
            <a:ext cx="1857375" cy="676275"/>
          </a:xfrm>
          <a:prstGeom xmlns:a="http://schemas.openxmlformats.org/drawingml/2006/main" prst="roundRect">
            <a:avLst>
              <a:gd name="adj" fmla="val 12676"/>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Bounded bias</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head</a:t>
            </a:r>
          </a:p>
        </p:txBody>
      </p:sp>
      <p:sp>
        <p:nvSpPr>
          <p:cNvPr id="48" name="shape_318">
            <a:extLst xmlns:a="http://schemas.openxmlformats.org/drawingml/2006/main">
              <a:ext uri="{FF2B5EF4-FFF2-40B4-BE49-F238E27FC236}">
                <a16:creationId xmlns:a16="http://schemas.microsoft.com/office/drawing/2014/main" id="{A2CDF5DA-E416-436D-BB49-B01A65EB9E7E}"/>
              </a:ext>
            </a:extLst>
          </p:cNvPr>
          <p:cNvSpPr>
            <a:spLocks xmlns:a="http://schemas.openxmlformats.org/drawingml/2006/main" noGrp="1"/>
          </p:cNvSpPr>
          <p:nvPr/>
        </p:nvSpPr>
        <p:spPr>
          <a:xfrm xmlns:a="http://schemas.openxmlformats.org/drawingml/2006/main">
            <a:off x="2407920" y="5494020"/>
            <a:ext cx="3810" cy="3810"/>
          </a:xfrm>
          <a:prstGeom xmlns:a="http://schemas.openxmlformats.org/drawingml/2006/main" prst="rect">
            <a:avLst/>
          </a:prstGeom>
          <a:noFill xmlns:a="http://schemas.openxmlformats.org/drawingml/2006/main"/>
          <a:ln xmlns:a="http://schemas.openxmlformats.org/drawingml/2006/main" w="0">
            <a:noFill/>
          </a:ln>
        </p:spPr>
      </p:sp>
      <p:sp>
        <p:nvSpPr>
          <p:cNvPr id="49" name="shape_319">
            <a:extLst xmlns:a="http://schemas.openxmlformats.org/drawingml/2006/main">
              <a:ext uri="{FF2B5EF4-FFF2-40B4-BE49-F238E27FC236}">
                <a16:creationId xmlns:a16="http://schemas.microsoft.com/office/drawing/2014/main" id="{000E5E94-A9B1-4F8C-89A1-01D7CE711A70}"/>
              </a:ext>
            </a:extLst>
          </p:cNvPr>
          <p:cNvSpPr>
            <a:spLocks xmlns:a="http://schemas.openxmlformats.org/drawingml/2006/main" noGrp="1"/>
          </p:cNvSpPr>
          <p:nvPr/>
        </p:nvSpPr>
        <p:spPr>
          <a:xfrm xmlns:a="http://schemas.openxmlformats.org/drawingml/2006/main">
            <a:off x="3007995" y="5494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55" name=""/>
          <p:cNvCxnSpPr>
            <a:stCxn xmlns:a="http://schemas.openxmlformats.org/drawingml/2006/main" id="48" idx="3"/>
            <a:endCxn xmlns:a="http://schemas.openxmlformats.org/drawingml/2006/main" id="49" idx="1"/>
          </p:cNvCxnSpPr>
          <p:nvPr/>
        </p:nvCxnSpPr>
        <p:spPr>
          <a:xfrm xmlns:a="http://schemas.openxmlformats.org/drawingml/2006/main">
            <a:off x="2411730" y="5495925"/>
            <a:ext cx="596265"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51" name="module_320">
            <a:extLst xmlns:a="http://schemas.openxmlformats.org/drawingml/2006/main">
              <a:ext uri="{FF2B5EF4-FFF2-40B4-BE49-F238E27FC236}">
                <a16:creationId xmlns:a16="http://schemas.microsoft.com/office/drawing/2014/main" id="{87F92A24-F708-44A0-9970-4DCE2D9A1DC1}"/>
              </a:ext>
            </a:extLst>
          </p:cNvPr>
          <p:cNvSpPr>
            <a:spLocks xmlns:a="http://schemas.openxmlformats.org/drawingml/2006/main" noGrp="1"/>
          </p:cNvSpPr>
          <p:nvPr/>
        </p:nvSpPr>
        <p:spPr>
          <a:xfrm xmlns:a="http://schemas.openxmlformats.org/drawingml/2006/main">
            <a:off x="5362575" y="5153025"/>
            <a:ext cx="1752600" cy="676275"/>
          </a:xfrm>
          <a:prstGeom xmlns:a="http://schemas.openxmlformats.org/drawingml/2006/main" prst="roundRect">
            <a:avLst>
              <a:gd name="adj" fmla="val 12676"/>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Static offset</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P_id</a:t>
            </a:r>
          </a:p>
        </p:txBody>
      </p:sp>
      <p:sp>
        <p:nvSpPr>
          <p:cNvPr id="52" name="shape_321">
            <a:extLst xmlns:a="http://schemas.openxmlformats.org/drawingml/2006/main">
              <a:ext uri="{FF2B5EF4-FFF2-40B4-BE49-F238E27FC236}">
                <a16:creationId xmlns:a16="http://schemas.microsoft.com/office/drawing/2014/main" id="{FF13A0B7-7D79-4079-95AB-4E7533EE129E}"/>
              </a:ext>
            </a:extLst>
          </p:cNvPr>
          <p:cNvSpPr>
            <a:spLocks xmlns:a="http://schemas.openxmlformats.org/drawingml/2006/main" noGrp="1"/>
          </p:cNvSpPr>
          <p:nvPr/>
        </p:nvSpPr>
        <p:spPr>
          <a:xfrm xmlns:a="http://schemas.openxmlformats.org/drawingml/2006/main">
            <a:off x="4865370" y="5494020"/>
            <a:ext cx="3810" cy="3810"/>
          </a:xfrm>
          <a:prstGeom xmlns:a="http://schemas.openxmlformats.org/drawingml/2006/main" prst="rect">
            <a:avLst/>
          </a:prstGeom>
          <a:noFill xmlns:a="http://schemas.openxmlformats.org/drawingml/2006/main"/>
          <a:ln xmlns:a="http://schemas.openxmlformats.org/drawingml/2006/main" w="0">
            <a:noFill/>
          </a:ln>
        </p:spPr>
      </p:sp>
      <p:sp>
        <p:nvSpPr>
          <p:cNvPr id="53" name="shape_322">
            <a:extLst xmlns:a="http://schemas.openxmlformats.org/drawingml/2006/main">
              <a:ext uri="{FF2B5EF4-FFF2-40B4-BE49-F238E27FC236}">
                <a16:creationId xmlns:a16="http://schemas.microsoft.com/office/drawing/2014/main" id="{3BF134A4-34DE-4F16-B317-10F7574AA11E}"/>
              </a:ext>
            </a:extLst>
          </p:cNvPr>
          <p:cNvSpPr>
            <a:spLocks xmlns:a="http://schemas.openxmlformats.org/drawingml/2006/main" noGrp="1"/>
          </p:cNvSpPr>
          <p:nvPr/>
        </p:nvSpPr>
        <p:spPr>
          <a:xfrm xmlns:a="http://schemas.openxmlformats.org/drawingml/2006/main">
            <a:off x="5360670" y="54940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59" name=""/>
          <p:cNvCxnSpPr>
            <a:stCxn xmlns:a="http://schemas.openxmlformats.org/drawingml/2006/main" id="52" idx="3"/>
            <a:endCxn xmlns:a="http://schemas.openxmlformats.org/drawingml/2006/main" id="53" idx="1"/>
          </p:cNvCxnSpPr>
          <p:nvPr/>
        </p:nvCxnSpPr>
        <p:spPr>
          <a:xfrm xmlns:a="http://schemas.openxmlformats.org/drawingml/2006/main">
            <a:off x="4869180" y="5495925"/>
            <a:ext cx="49149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55" name="module_323">
            <a:extLst xmlns:a="http://schemas.openxmlformats.org/drawingml/2006/main">
              <a:ext uri="{FF2B5EF4-FFF2-40B4-BE49-F238E27FC236}">
                <a16:creationId xmlns:a16="http://schemas.microsoft.com/office/drawing/2014/main" id="{1C868D99-0298-4284-990B-8EDB1802CED7}"/>
              </a:ext>
            </a:extLst>
          </p:cNvPr>
          <p:cNvSpPr>
            <a:spLocks xmlns:a="http://schemas.openxmlformats.org/drawingml/2006/main" noGrp="1"/>
          </p:cNvSpPr>
          <p:nvPr/>
        </p:nvSpPr>
        <p:spPr>
          <a:xfrm xmlns:a="http://schemas.openxmlformats.org/drawingml/2006/main">
            <a:off x="2952750" y="6219825"/>
            <a:ext cx="2381250" cy="609600"/>
          </a:xfrm>
          <a:prstGeom xmlns:a="http://schemas.openxmlformats.org/drawingml/2006/main" prst="roundRect">
            <a:avLst>
              <a:gd name="adj" fmla="val 14063"/>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650">
                <a:solidFill>
                  <a:srgbClr val="233245"/>
                </a:solidFill>
                <a:latin typeface="Arial"/>
                <a:ea typeface="Arial"/>
                <a:cs typeface="Arial"/>
              </a:defRPr>
            </a:pPr>
            <a:r>
              <a:rPr sz="1650">
                <a:solidFill>
                  <a:srgbClr val="233245"/>
                </a:solidFill>
                <a:latin typeface="Arial"/>
                <a:ea typeface="Arial"/>
                <a:cs typeface="Arial"/>
              </a:rPr>
              <a:t>Fixed mouth calibration</a:t>
            </a:r>
          </a:p>
        </p:txBody>
      </p:sp>
      <p:sp>
        <p:nvSpPr>
          <p:cNvPr id="56" name="shape_324">
            <a:extLst xmlns:a="http://schemas.openxmlformats.org/drawingml/2006/main">
              <a:ext uri="{FF2B5EF4-FFF2-40B4-BE49-F238E27FC236}">
                <a16:creationId xmlns:a16="http://schemas.microsoft.com/office/drawing/2014/main" id="{1817B3A1-5215-423D-91C8-414F10DA80F9}"/>
              </a:ext>
            </a:extLst>
          </p:cNvPr>
          <p:cNvSpPr>
            <a:spLocks xmlns:a="http://schemas.openxmlformats.org/drawingml/2006/main" noGrp="1"/>
          </p:cNvSpPr>
          <p:nvPr/>
        </p:nvSpPr>
        <p:spPr>
          <a:xfrm xmlns:a="http://schemas.openxmlformats.org/drawingml/2006/main">
            <a:off x="6236970" y="4570095"/>
            <a:ext cx="3810" cy="3810"/>
          </a:xfrm>
          <a:prstGeom xmlns:a="http://schemas.openxmlformats.org/drawingml/2006/main" prst="rect">
            <a:avLst/>
          </a:prstGeom>
          <a:noFill xmlns:a="http://schemas.openxmlformats.org/drawingml/2006/main"/>
          <a:ln xmlns:a="http://schemas.openxmlformats.org/drawingml/2006/main" w="0">
            <a:noFill/>
          </a:ln>
        </p:spPr>
      </p:sp>
      <p:sp>
        <p:nvSpPr>
          <p:cNvPr id="57" name="shape_325">
            <a:extLst xmlns:a="http://schemas.openxmlformats.org/drawingml/2006/main">
              <a:ext uri="{FF2B5EF4-FFF2-40B4-BE49-F238E27FC236}">
                <a16:creationId xmlns:a16="http://schemas.microsoft.com/office/drawing/2014/main" id="{F046FFED-ADC3-45E6-89E7-C7A09838A386}"/>
              </a:ext>
            </a:extLst>
          </p:cNvPr>
          <p:cNvSpPr>
            <a:spLocks xmlns:a="http://schemas.openxmlformats.org/drawingml/2006/main" noGrp="1"/>
          </p:cNvSpPr>
          <p:nvPr/>
        </p:nvSpPr>
        <p:spPr>
          <a:xfrm xmlns:a="http://schemas.openxmlformats.org/drawingml/2006/main">
            <a:off x="7189470" y="45700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63" name=""/>
          <p:cNvCxnSpPr>
            <a:stCxn xmlns:a="http://schemas.openxmlformats.org/drawingml/2006/main" id="56" idx="3"/>
            <a:endCxn xmlns:a="http://schemas.openxmlformats.org/drawingml/2006/main" id="57" idx="1"/>
          </p:cNvCxnSpPr>
          <p:nvPr/>
        </p:nvCxnSpPr>
        <p:spPr>
          <a:xfrm xmlns:a="http://schemas.openxmlformats.org/drawingml/2006/main">
            <a:off x="6240780" y="4572000"/>
            <a:ext cx="948690" cy="0"/>
          </a:xfrm>
          <a:prstGeom xmlns:a="http://schemas.openxmlformats.org/drawingml/2006/main" prst="straightConnector1">
            <a:avLst/>
          </a:prstGeom>
          <a:ln xmlns:a="http://schemas.openxmlformats.org/drawingml/2006/main" w="19050">
            <a:solidFill>
              <a:srgbClr val="398477"/>
            </a:solidFill>
            <a:prstDash val="solid"/>
          </a:ln>
        </p:spPr>
      </p:cxnSp>
      <p:sp>
        <p:nvSpPr>
          <p:cNvPr id="59" name="shape_326">
            <a:extLst xmlns:a="http://schemas.openxmlformats.org/drawingml/2006/main">
              <a:ext uri="{FF2B5EF4-FFF2-40B4-BE49-F238E27FC236}">
                <a16:creationId xmlns:a16="http://schemas.microsoft.com/office/drawing/2014/main" id="{F8EDD3CD-17BE-4AA3-9A66-13FAA072222A}"/>
              </a:ext>
            </a:extLst>
          </p:cNvPr>
          <p:cNvSpPr>
            <a:spLocks xmlns:a="http://schemas.openxmlformats.org/drawingml/2006/main" noGrp="1"/>
          </p:cNvSpPr>
          <p:nvPr/>
        </p:nvSpPr>
        <p:spPr>
          <a:xfrm xmlns:a="http://schemas.openxmlformats.org/drawingml/2006/main">
            <a:off x="7189470" y="4570095"/>
            <a:ext cx="3810" cy="3810"/>
          </a:xfrm>
          <a:prstGeom xmlns:a="http://schemas.openxmlformats.org/drawingml/2006/main" prst="rect">
            <a:avLst/>
          </a:prstGeom>
          <a:noFill xmlns:a="http://schemas.openxmlformats.org/drawingml/2006/main"/>
          <a:ln xmlns:a="http://schemas.openxmlformats.org/drawingml/2006/main" w="0">
            <a:noFill/>
          </a:ln>
        </p:spPr>
      </p:sp>
      <p:sp>
        <p:nvSpPr>
          <p:cNvPr id="60" name="shape_327">
            <a:extLst xmlns:a="http://schemas.openxmlformats.org/drawingml/2006/main">
              <a:ext uri="{FF2B5EF4-FFF2-40B4-BE49-F238E27FC236}">
                <a16:creationId xmlns:a16="http://schemas.microsoft.com/office/drawing/2014/main" id="{80D5EE6B-1427-4C33-9557-3C0C8EE50370}"/>
              </a:ext>
            </a:extLst>
          </p:cNvPr>
          <p:cNvSpPr>
            <a:spLocks xmlns:a="http://schemas.openxmlformats.org/drawingml/2006/main" noGrp="1"/>
          </p:cNvSpPr>
          <p:nvPr/>
        </p:nvSpPr>
        <p:spPr>
          <a:xfrm xmlns:a="http://schemas.openxmlformats.org/drawingml/2006/main">
            <a:off x="7189470" y="69989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66" name=""/>
          <p:cNvCxnSpPr>
            <a:stCxn xmlns:a="http://schemas.openxmlformats.org/drawingml/2006/main" id="59" idx="2"/>
            <a:endCxn xmlns:a="http://schemas.openxmlformats.org/drawingml/2006/main" id="60" idx="0"/>
          </p:cNvCxnSpPr>
          <p:nvPr/>
        </p:nvCxnSpPr>
        <p:spPr>
          <a:xfrm xmlns:a="http://schemas.openxmlformats.org/drawingml/2006/main">
            <a:off x="7191375" y="4573905"/>
            <a:ext cx="0" cy="2425065"/>
          </a:xfrm>
          <a:prstGeom xmlns:a="http://schemas.openxmlformats.org/drawingml/2006/main" prst="straightConnector1">
            <a:avLst/>
          </a:prstGeom>
          <a:ln xmlns:a="http://schemas.openxmlformats.org/drawingml/2006/main" w="19050">
            <a:solidFill>
              <a:srgbClr val="398477"/>
            </a:solidFill>
            <a:prstDash val="solid"/>
          </a:ln>
        </p:spPr>
      </p:cxnSp>
      <p:sp>
        <p:nvSpPr>
          <p:cNvPr id="62" name="shape_328">
            <a:extLst xmlns:a="http://schemas.openxmlformats.org/drawingml/2006/main">
              <a:ext uri="{FF2B5EF4-FFF2-40B4-BE49-F238E27FC236}">
                <a16:creationId xmlns:a16="http://schemas.microsoft.com/office/drawing/2014/main" id="{7E59CBB1-7198-4C36-99F6-610DE2DF1F9D}"/>
              </a:ext>
            </a:extLst>
          </p:cNvPr>
          <p:cNvSpPr>
            <a:spLocks xmlns:a="http://schemas.openxmlformats.org/drawingml/2006/main" noGrp="1"/>
          </p:cNvSpPr>
          <p:nvPr/>
        </p:nvSpPr>
        <p:spPr>
          <a:xfrm xmlns:a="http://schemas.openxmlformats.org/drawingml/2006/main">
            <a:off x="7189470" y="6998970"/>
            <a:ext cx="3810" cy="3810"/>
          </a:xfrm>
          <a:prstGeom xmlns:a="http://schemas.openxmlformats.org/drawingml/2006/main" prst="rect">
            <a:avLst/>
          </a:prstGeom>
          <a:noFill xmlns:a="http://schemas.openxmlformats.org/drawingml/2006/main"/>
          <a:ln xmlns:a="http://schemas.openxmlformats.org/drawingml/2006/main" w="0">
            <a:noFill/>
          </a:ln>
        </p:spPr>
      </p:sp>
      <p:sp>
        <p:nvSpPr>
          <p:cNvPr id="63" name="shape_329">
            <a:extLst xmlns:a="http://schemas.openxmlformats.org/drawingml/2006/main">
              <a:ext uri="{FF2B5EF4-FFF2-40B4-BE49-F238E27FC236}">
                <a16:creationId xmlns:a16="http://schemas.microsoft.com/office/drawing/2014/main" id="{FDE473DB-ABC6-45BD-9E65-068DAC194437}"/>
              </a:ext>
            </a:extLst>
          </p:cNvPr>
          <p:cNvSpPr>
            <a:spLocks xmlns:a="http://schemas.openxmlformats.org/drawingml/2006/main" noGrp="1"/>
          </p:cNvSpPr>
          <p:nvPr/>
        </p:nvSpPr>
        <p:spPr>
          <a:xfrm xmlns:a="http://schemas.openxmlformats.org/drawingml/2006/main">
            <a:off x="4141470" y="69989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69" name=""/>
          <p:cNvCxnSpPr>
            <a:stCxn xmlns:a="http://schemas.openxmlformats.org/drawingml/2006/main" id="62" idx="1"/>
            <a:endCxn xmlns:a="http://schemas.openxmlformats.org/drawingml/2006/main" id="63" idx="3"/>
          </p:cNvCxnSpPr>
          <p:nvPr/>
        </p:nvCxnSpPr>
        <p:spPr>
          <a:xfrm xmlns:a="http://schemas.openxmlformats.org/drawingml/2006/main" flipH="1">
            <a:off x="4145280" y="7000875"/>
            <a:ext cx="3044190" cy="0"/>
          </a:xfrm>
          <a:prstGeom xmlns:a="http://schemas.openxmlformats.org/drawingml/2006/main" prst="straightConnector1">
            <a:avLst/>
          </a:prstGeom>
          <a:ln xmlns:a="http://schemas.openxmlformats.org/drawingml/2006/main" w="19050">
            <a:solidFill>
              <a:srgbClr val="398477"/>
            </a:solidFill>
            <a:prstDash val="solid"/>
          </a:ln>
        </p:spPr>
      </p:cxnSp>
      <p:sp>
        <p:nvSpPr>
          <p:cNvPr id="65" name="shape_330">
            <a:extLst xmlns:a="http://schemas.openxmlformats.org/drawingml/2006/main">
              <a:ext uri="{FF2B5EF4-FFF2-40B4-BE49-F238E27FC236}">
                <a16:creationId xmlns:a16="http://schemas.microsoft.com/office/drawing/2014/main" id="{55E6C197-A0D2-4F5A-AE7F-47687D935689}"/>
              </a:ext>
            </a:extLst>
          </p:cNvPr>
          <p:cNvSpPr>
            <a:spLocks xmlns:a="http://schemas.openxmlformats.org/drawingml/2006/main" noGrp="1"/>
          </p:cNvSpPr>
          <p:nvPr/>
        </p:nvSpPr>
        <p:spPr>
          <a:xfrm xmlns:a="http://schemas.openxmlformats.org/drawingml/2006/main">
            <a:off x="4141470" y="6998970"/>
            <a:ext cx="3810" cy="3810"/>
          </a:xfrm>
          <a:prstGeom xmlns:a="http://schemas.openxmlformats.org/drawingml/2006/main" prst="rect">
            <a:avLst/>
          </a:prstGeom>
          <a:noFill xmlns:a="http://schemas.openxmlformats.org/drawingml/2006/main"/>
          <a:ln xmlns:a="http://schemas.openxmlformats.org/drawingml/2006/main" w="0">
            <a:noFill/>
          </a:ln>
        </p:spPr>
      </p:sp>
      <p:sp>
        <p:nvSpPr>
          <p:cNvPr id="66" name="shape_331">
            <a:extLst xmlns:a="http://schemas.openxmlformats.org/drawingml/2006/main">
              <a:ext uri="{FF2B5EF4-FFF2-40B4-BE49-F238E27FC236}">
                <a16:creationId xmlns:a16="http://schemas.microsoft.com/office/drawing/2014/main" id="{B6095484-B371-48BA-8F42-30BA330A5D51}"/>
              </a:ext>
            </a:extLst>
          </p:cNvPr>
          <p:cNvSpPr>
            <a:spLocks xmlns:a="http://schemas.openxmlformats.org/drawingml/2006/main" noGrp="1"/>
          </p:cNvSpPr>
          <p:nvPr/>
        </p:nvSpPr>
        <p:spPr>
          <a:xfrm xmlns:a="http://schemas.openxmlformats.org/drawingml/2006/main">
            <a:off x="4141470" y="68275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72" name=""/>
          <p:cNvCxnSpPr>
            <a:stCxn xmlns:a="http://schemas.openxmlformats.org/drawingml/2006/main" id="65" idx="0"/>
            <a:endCxn xmlns:a="http://schemas.openxmlformats.org/drawingml/2006/main" id="66" idx="2"/>
          </p:cNvCxnSpPr>
          <p:nvPr/>
        </p:nvCxnSpPr>
        <p:spPr>
          <a:xfrm xmlns:a="http://schemas.openxmlformats.org/drawingml/2006/main" flipV="1">
            <a:off x="4143375" y="6831330"/>
            <a:ext cx="0" cy="16764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68" name="shape_332">
            <a:extLst xmlns:a="http://schemas.openxmlformats.org/drawingml/2006/main">
              <a:ext uri="{FF2B5EF4-FFF2-40B4-BE49-F238E27FC236}">
                <a16:creationId xmlns:a16="http://schemas.microsoft.com/office/drawing/2014/main" id="{3C63D7CD-3141-4794-AF28-E3237085E549}"/>
              </a:ext>
            </a:extLst>
          </p:cNvPr>
          <p:cNvSpPr>
            <a:spLocks xmlns:a="http://schemas.openxmlformats.org/drawingml/2006/main" noGrp="1"/>
          </p:cNvSpPr>
          <p:nvPr/>
        </p:nvSpPr>
        <p:spPr>
          <a:xfrm xmlns:a="http://schemas.openxmlformats.org/drawingml/2006/main">
            <a:off x="5332095" y="6522720"/>
            <a:ext cx="3810" cy="3810"/>
          </a:xfrm>
          <a:prstGeom xmlns:a="http://schemas.openxmlformats.org/drawingml/2006/main" prst="rect">
            <a:avLst/>
          </a:prstGeom>
          <a:noFill xmlns:a="http://schemas.openxmlformats.org/drawingml/2006/main"/>
          <a:ln xmlns:a="http://schemas.openxmlformats.org/drawingml/2006/main" w="0">
            <a:noFill/>
          </a:ln>
        </p:spPr>
      </p:sp>
      <p:sp>
        <p:nvSpPr>
          <p:cNvPr id="69" name="shape_333">
            <a:extLst xmlns:a="http://schemas.openxmlformats.org/drawingml/2006/main">
              <a:ext uri="{FF2B5EF4-FFF2-40B4-BE49-F238E27FC236}">
                <a16:creationId xmlns:a16="http://schemas.microsoft.com/office/drawing/2014/main" id="{41295D7C-D026-4919-9EEF-706BF64BA76C}"/>
              </a:ext>
            </a:extLst>
          </p:cNvPr>
          <p:cNvSpPr>
            <a:spLocks xmlns:a="http://schemas.openxmlformats.org/drawingml/2006/main" noGrp="1"/>
          </p:cNvSpPr>
          <p:nvPr/>
        </p:nvSpPr>
        <p:spPr>
          <a:xfrm xmlns:a="http://schemas.openxmlformats.org/drawingml/2006/main">
            <a:off x="6236970" y="6522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75" name=""/>
          <p:cNvCxnSpPr>
            <a:stCxn xmlns:a="http://schemas.openxmlformats.org/drawingml/2006/main" id="68" idx="3"/>
            <a:endCxn xmlns:a="http://schemas.openxmlformats.org/drawingml/2006/main" id="69" idx="1"/>
          </p:cNvCxnSpPr>
          <p:nvPr/>
        </p:nvCxnSpPr>
        <p:spPr>
          <a:xfrm xmlns:a="http://schemas.openxmlformats.org/drawingml/2006/main">
            <a:off x="5335905" y="6524625"/>
            <a:ext cx="901065" cy="0"/>
          </a:xfrm>
          <a:prstGeom xmlns:a="http://schemas.openxmlformats.org/drawingml/2006/main" prst="straightConnector1">
            <a:avLst/>
          </a:prstGeom>
          <a:ln xmlns:a="http://schemas.openxmlformats.org/drawingml/2006/main" w="19050">
            <a:solidFill>
              <a:srgbClr val="398477"/>
            </a:solidFill>
            <a:prstDash val="solid"/>
          </a:ln>
        </p:spPr>
      </p:cxnSp>
      <p:sp>
        <p:nvSpPr>
          <p:cNvPr id="71" name="shape_334">
            <a:extLst xmlns:a="http://schemas.openxmlformats.org/drawingml/2006/main">
              <a:ext uri="{FF2B5EF4-FFF2-40B4-BE49-F238E27FC236}">
                <a16:creationId xmlns:a16="http://schemas.microsoft.com/office/drawing/2014/main" id="{9128C668-71CC-471C-AD0E-CC417D8438D3}"/>
              </a:ext>
            </a:extLst>
          </p:cNvPr>
          <p:cNvSpPr>
            <a:spLocks xmlns:a="http://schemas.openxmlformats.org/drawingml/2006/main" noGrp="1"/>
          </p:cNvSpPr>
          <p:nvPr/>
        </p:nvSpPr>
        <p:spPr>
          <a:xfrm xmlns:a="http://schemas.openxmlformats.org/drawingml/2006/main">
            <a:off x="6236970" y="6522720"/>
            <a:ext cx="3810" cy="3810"/>
          </a:xfrm>
          <a:prstGeom xmlns:a="http://schemas.openxmlformats.org/drawingml/2006/main" prst="rect">
            <a:avLst/>
          </a:prstGeom>
          <a:noFill xmlns:a="http://schemas.openxmlformats.org/drawingml/2006/main"/>
          <a:ln xmlns:a="http://schemas.openxmlformats.org/drawingml/2006/main" w="0">
            <a:noFill/>
          </a:ln>
        </p:spPr>
      </p:sp>
      <p:sp>
        <p:nvSpPr>
          <p:cNvPr id="72" name="shape_335">
            <a:extLst xmlns:a="http://schemas.openxmlformats.org/drawingml/2006/main">
              <a:ext uri="{FF2B5EF4-FFF2-40B4-BE49-F238E27FC236}">
                <a16:creationId xmlns:a16="http://schemas.microsoft.com/office/drawing/2014/main" id="{725D6CD2-A4BE-4ACE-A514-827528DA8E42}"/>
              </a:ext>
            </a:extLst>
          </p:cNvPr>
          <p:cNvSpPr>
            <a:spLocks xmlns:a="http://schemas.openxmlformats.org/drawingml/2006/main" noGrp="1"/>
          </p:cNvSpPr>
          <p:nvPr/>
        </p:nvSpPr>
        <p:spPr>
          <a:xfrm xmlns:a="http://schemas.openxmlformats.org/drawingml/2006/main">
            <a:off x="6236970" y="58273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78" name=""/>
          <p:cNvCxnSpPr>
            <a:stCxn xmlns:a="http://schemas.openxmlformats.org/drawingml/2006/main" id="71" idx="0"/>
            <a:endCxn xmlns:a="http://schemas.openxmlformats.org/drawingml/2006/main" id="72" idx="2"/>
          </p:cNvCxnSpPr>
          <p:nvPr/>
        </p:nvCxnSpPr>
        <p:spPr>
          <a:xfrm xmlns:a="http://schemas.openxmlformats.org/drawingml/2006/main" flipV="1">
            <a:off x="6238875" y="5831205"/>
            <a:ext cx="0" cy="69151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74" name="shape_336">
            <a:extLst xmlns:a="http://schemas.openxmlformats.org/drawingml/2006/main">
              <a:ext uri="{FF2B5EF4-FFF2-40B4-BE49-F238E27FC236}">
                <a16:creationId xmlns:a16="http://schemas.microsoft.com/office/drawing/2014/main" id="{912C2F93-7707-4846-88BF-861508C7906E}"/>
              </a:ext>
            </a:extLst>
          </p:cNvPr>
          <p:cNvSpPr>
            <a:spLocks xmlns:a="http://schemas.openxmlformats.org/drawingml/2006/main" noGrp="1"/>
          </p:cNvSpPr>
          <p:nvPr/>
        </p:nvSpPr>
        <p:spPr>
          <a:xfrm xmlns:a="http://schemas.openxmlformats.org/drawingml/2006/main">
            <a:off x="628650" y="6115050"/>
            <a:ext cx="19335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1650" b="0">
                <a:solidFill>
                  <a:srgbClr val="398477"/>
                </a:solidFill>
                <a:latin typeface="Arial"/>
                <a:ea typeface="Arial"/>
                <a:cs typeface="Arial"/>
              </a:defRPr>
            </a:pPr>
            <a:r>
              <a:rPr sz="1650" b="0">
                <a:solidFill>
                  <a:srgbClr val="398477"/>
                </a:solidFill>
                <a:latin typeface="Arial"/>
                <a:ea typeface="Arial"/>
                <a:cs typeface="Arial"/>
              </a:rPr>
              <a:t>Cross-reference</a:t>
            </a:r>
          </a:p>
          <a:p xmlns:a="http://schemas.openxmlformats.org/drawingml/2006/main">
            <a:pPr algn="ctr">
              <a:defRPr sz="1650" b="0">
                <a:solidFill>
                  <a:srgbClr val="398477"/>
                </a:solidFill>
                <a:latin typeface="Arial"/>
                <a:ea typeface="Arial"/>
                <a:cs typeface="Arial"/>
              </a:defRPr>
            </a:pPr>
            <a:r>
              <a:rPr sz="1650" b="0">
                <a:solidFill>
                  <a:srgbClr val="398477"/>
                </a:solidFill>
                <a:latin typeface="Arial"/>
                <a:ea typeface="Arial"/>
                <a:cs typeface="Arial"/>
              </a:rPr>
              <a:t>learning</a:t>
            </a:r>
          </a:p>
        </p:txBody>
      </p:sp>
      <p:sp>
        <p:nvSpPr>
          <p:cNvPr id="75" name="shape_337">
            <a:extLst xmlns:a="http://schemas.openxmlformats.org/drawingml/2006/main">
              <a:ext uri="{FF2B5EF4-FFF2-40B4-BE49-F238E27FC236}">
                <a16:creationId xmlns:a16="http://schemas.microsoft.com/office/drawing/2014/main" id="{166E0398-0DD3-4112-8640-945F49851391}"/>
              </a:ext>
            </a:extLst>
          </p:cNvPr>
          <p:cNvSpPr>
            <a:spLocks xmlns:a="http://schemas.openxmlformats.org/drawingml/2006/main" noGrp="1"/>
          </p:cNvSpPr>
          <p:nvPr/>
        </p:nvSpPr>
        <p:spPr>
          <a:xfrm xmlns:a="http://schemas.openxmlformats.org/drawingml/2006/main">
            <a:off x="7800975" y="1438275"/>
            <a:ext cx="6781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2325" b="1">
                <a:solidFill>
                  <a:srgbClr val="233245"/>
                </a:solidFill>
                <a:latin typeface="Arial"/>
                <a:ea typeface="Arial"/>
                <a:cs typeface="Arial"/>
              </a:defRPr>
            </a:pPr>
            <a:r>
              <a:rPr sz="2325" b="1">
                <a:solidFill>
                  <a:srgbClr val="233245"/>
                </a:solidFill>
                <a:latin typeface="Arial"/>
                <a:ea typeface="Arial"/>
                <a:cs typeface="Arial"/>
              </a:rPr>
              <a:t>M̂ = B₀(C) + P_id + S_exp ⊙ R</a:t>
            </a:r>
          </a:p>
        </p:txBody>
      </p:sp>
      <p:sp>
        <p:nvSpPr>
          <p:cNvPr id="76" name="module_338">
            <a:extLst xmlns:a="http://schemas.openxmlformats.org/drawingml/2006/main">
              <a:ext uri="{FF2B5EF4-FFF2-40B4-BE49-F238E27FC236}">
                <a16:creationId xmlns:a16="http://schemas.microsoft.com/office/drawing/2014/main" id="{93C06A65-FA74-4840-A56E-1A058C8B57A9}"/>
              </a:ext>
            </a:extLst>
          </p:cNvPr>
          <p:cNvSpPr>
            <a:spLocks xmlns:a="http://schemas.openxmlformats.org/drawingml/2006/main" noGrp="1"/>
          </p:cNvSpPr>
          <p:nvPr/>
        </p:nvSpPr>
        <p:spPr>
          <a:xfrm xmlns:a="http://schemas.openxmlformats.org/drawingml/2006/main">
            <a:off x="7848600" y="2162175"/>
            <a:ext cx="2419350" cy="809625"/>
          </a:xfrm>
          <a:prstGeom xmlns:a="http://schemas.openxmlformats.org/drawingml/2006/main" prst="roundRect">
            <a:avLst>
              <a:gd name="adj" fmla="val 10588"/>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Articulation output</a:t>
            </a:r>
          </a:p>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B₀(C)</a:t>
            </a:r>
          </a:p>
        </p:txBody>
      </p:sp>
      <p:sp>
        <p:nvSpPr>
          <p:cNvPr id="77" name="module_339">
            <a:extLst xmlns:a="http://schemas.openxmlformats.org/drawingml/2006/main">
              <a:ext uri="{FF2B5EF4-FFF2-40B4-BE49-F238E27FC236}">
                <a16:creationId xmlns:a16="http://schemas.microsoft.com/office/drawing/2014/main" id="{1D7DEE75-CD41-4D46-88E8-BF07BF0BE0E0}"/>
              </a:ext>
            </a:extLst>
          </p:cNvPr>
          <p:cNvSpPr>
            <a:spLocks xmlns:a="http://schemas.openxmlformats.org/drawingml/2006/main" noGrp="1"/>
          </p:cNvSpPr>
          <p:nvPr/>
        </p:nvSpPr>
        <p:spPr>
          <a:xfrm xmlns:a="http://schemas.openxmlformats.org/drawingml/2006/main">
            <a:off x="7848600" y="3314700"/>
            <a:ext cx="2419350" cy="809625"/>
          </a:xfrm>
          <a:prstGeom xmlns:a="http://schemas.openxmlformats.org/drawingml/2006/main" prst="roundRect">
            <a:avLst>
              <a:gd name="adj" fmla="val 10588"/>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Time-constant offset</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P_id</a:t>
            </a:r>
          </a:p>
        </p:txBody>
      </p:sp>
      <p:sp>
        <p:nvSpPr>
          <p:cNvPr id="78" name="module_340">
            <a:extLst xmlns:a="http://schemas.openxmlformats.org/drawingml/2006/main">
              <a:ext uri="{FF2B5EF4-FFF2-40B4-BE49-F238E27FC236}">
                <a16:creationId xmlns:a16="http://schemas.microsoft.com/office/drawing/2014/main" id="{4F035BB9-B4B6-4A05-B197-F346B5DB42BF}"/>
              </a:ext>
            </a:extLst>
          </p:cNvPr>
          <p:cNvSpPr>
            <a:spLocks xmlns:a="http://schemas.openxmlformats.org/drawingml/2006/main" noGrp="1"/>
          </p:cNvSpPr>
          <p:nvPr/>
        </p:nvSpPr>
        <p:spPr>
          <a:xfrm xmlns:a="http://schemas.openxmlformats.org/drawingml/2006/main">
            <a:off x="7848600" y="4591050"/>
            <a:ext cx="2419350" cy="809625"/>
          </a:xfrm>
          <a:prstGeom xmlns:a="http://schemas.openxmlformats.org/drawingml/2006/main" prst="roundRect">
            <a:avLst>
              <a:gd name="adj" fmla="val 10588"/>
            </a:avLst>
          </a:prstGeom>
          <a:solidFill xmlns:a="http://schemas.openxmlformats.org/drawingml/2006/main">
            <a:srgbClr val="F0ECF8"/>
          </a:solidFill>
          <a:ln xmlns:a="http://schemas.openxmlformats.org/drawingml/2006/main" w="14288">
            <a:solidFill>
              <a:srgbClr val="7864A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Generated expression</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R</a:t>
            </a:r>
          </a:p>
        </p:txBody>
      </p:sp>
      <p:sp>
        <p:nvSpPr>
          <p:cNvPr id="79" name="module_341">
            <a:extLst xmlns:a="http://schemas.openxmlformats.org/drawingml/2006/main">
              <a:ext uri="{FF2B5EF4-FFF2-40B4-BE49-F238E27FC236}">
                <a16:creationId xmlns:a16="http://schemas.microsoft.com/office/drawing/2014/main" id="{B3E2BD73-806D-46B0-8BBC-69D9AB8F75DF}"/>
              </a:ext>
            </a:extLst>
          </p:cNvPr>
          <p:cNvSpPr>
            <a:spLocks xmlns:a="http://schemas.openxmlformats.org/drawingml/2006/main" noGrp="1"/>
          </p:cNvSpPr>
          <p:nvPr/>
        </p:nvSpPr>
        <p:spPr>
          <a:xfrm xmlns:a="http://schemas.openxmlformats.org/drawingml/2006/main">
            <a:off x="10887075" y="4591050"/>
            <a:ext cx="1504950" cy="809625"/>
          </a:xfrm>
          <a:prstGeom xmlns:a="http://schemas.openxmlformats.org/drawingml/2006/main" prst="roundRect">
            <a:avLst>
              <a:gd name="adj" fmla="val 10588"/>
            </a:avLst>
          </a:prstGeom>
          <a:solidFill xmlns:a="http://schemas.openxmlformats.org/drawingml/2006/main">
            <a:srgbClr val="F0ECF8"/>
          </a:solidFill>
          <a:ln xmlns:a="http://schemas.openxmlformats.org/drawingml/2006/main" w="14288">
            <a:solidFill>
              <a:srgbClr val="7864A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Non-mouth</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support mask</a:t>
            </a:r>
          </a:p>
        </p:txBody>
      </p:sp>
      <p:sp>
        <p:nvSpPr>
          <p:cNvPr id="80" name="shape_342">
            <a:extLst xmlns:a="http://schemas.openxmlformats.org/drawingml/2006/main">
              <a:ext uri="{FF2B5EF4-FFF2-40B4-BE49-F238E27FC236}">
                <a16:creationId xmlns:a16="http://schemas.microsoft.com/office/drawing/2014/main" id="{E2AFC093-3926-4EAE-9183-7864C2A8BAED}"/>
              </a:ext>
            </a:extLst>
          </p:cNvPr>
          <p:cNvSpPr>
            <a:spLocks xmlns:a="http://schemas.openxmlformats.org/drawingml/2006/main" noGrp="1"/>
          </p:cNvSpPr>
          <p:nvPr/>
        </p:nvSpPr>
        <p:spPr>
          <a:xfrm xmlns:a="http://schemas.openxmlformats.org/drawingml/2006/main">
            <a:off x="10266045" y="4998720"/>
            <a:ext cx="3810" cy="3810"/>
          </a:xfrm>
          <a:prstGeom xmlns:a="http://schemas.openxmlformats.org/drawingml/2006/main" prst="rect">
            <a:avLst/>
          </a:prstGeom>
          <a:noFill xmlns:a="http://schemas.openxmlformats.org/drawingml/2006/main"/>
          <a:ln xmlns:a="http://schemas.openxmlformats.org/drawingml/2006/main" w="0">
            <a:noFill/>
          </a:ln>
        </p:spPr>
      </p:sp>
      <p:sp>
        <p:nvSpPr>
          <p:cNvPr id="81" name="shape_343">
            <a:extLst xmlns:a="http://schemas.openxmlformats.org/drawingml/2006/main">
              <a:ext uri="{FF2B5EF4-FFF2-40B4-BE49-F238E27FC236}">
                <a16:creationId xmlns:a16="http://schemas.microsoft.com/office/drawing/2014/main" id="{11384490-7A25-4867-9F45-50C2858E13A4}"/>
              </a:ext>
            </a:extLst>
          </p:cNvPr>
          <p:cNvSpPr>
            <a:spLocks xmlns:a="http://schemas.openxmlformats.org/drawingml/2006/main" noGrp="1"/>
          </p:cNvSpPr>
          <p:nvPr/>
        </p:nvSpPr>
        <p:spPr>
          <a:xfrm xmlns:a="http://schemas.openxmlformats.org/drawingml/2006/main">
            <a:off x="10885170" y="4998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87" name=""/>
          <p:cNvCxnSpPr>
            <a:stCxn xmlns:a="http://schemas.openxmlformats.org/drawingml/2006/main" id="80" idx="3"/>
            <a:endCxn xmlns:a="http://schemas.openxmlformats.org/drawingml/2006/main" id="81" idx="1"/>
          </p:cNvCxnSpPr>
          <p:nvPr/>
        </p:nvCxnSpPr>
        <p:spPr>
          <a:xfrm xmlns:a="http://schemas.openxmlformats.org/drawingml/2006/main">
            <a:off x="10269855" y="5000625"/>
            <a:ext cx="615315" cy="0"/>
          </a:xfrm>
          <a:prstGeom xmlns:a="http://schemas.openxmlformats.org/drawingml/2006/main" prst="straightConnector1">
            <a:avLst/>
          </a:prstGeom>
          <a:ln xmlns:a="http://schemas.openxmlformats.org/drawingml/2006/main" w="19050">
            <a:solidFill>
              <a:srgbClr val="7864A7"/>
            </a:solidFill>
            <a:prstDash val="solid"/>
            <a:tailEnd type="triangle" w="sm" len="sm"/>
          </a:ln>
        </p:spPr>
      </p:cxnSp>
      <p:sp>
        <p:nvSpPr>
          <p:cNvPr id="83" name="operator_344">
            <a:extLst xmlns:a="http://schemas.openxmlformats.org/drawingml/2006/main">
              <a:ext uri="{FF2B5EF4-FFF2-40B4-BE49-F238E27FC236}">
                <a16:creationId xmlns:a16="http://schemas.microsoft.com/office/drawing/2014/main" id="{6737ACF4-E5CF-49AA-A295-E2D3466AD453}"/>
              </a:ext>
            </a:extLst>
          </p:cNvPr>
          <p:cNvSpPr>
            <a:spLocks xmlns:a="http://schemas.openxmlformats.org/drawingml/2006/main" noGrp="1"/>
          </p:cNvSpPr>
          <p:nvPr/>
        </p:nvSpPr>
        <p:spPr>
          <a:xfrm xmlns:a="http://schemas.openxmlformats.org/drawingml/2006/main">
            <a:off x="13220700" y="3495675"/>
            <a:ext cx="533400" cy="533400"/>
          </a:xfrm>
          <a:prstGeom xmlns:a="http://schemas.openxmlformats.org/drawingml/2006/main" prst="ellipse">
            <a:avLst/>
          </a:prstGeom>
          <a:solidFill xmlns:a="http://schemas.openxmlformats.org/drawingml/2006/main">
            <a:srgbClr val="FFFFFF"/>
          </a:solidFill>
          <a:ln xmlns:a="http://schemas.openxmlformats.org/drawingml/2006/main" w="17145">
            <a:solidFill>
              <a:srgbClr val="233245"/>
            </a:solidFill>
          </a:ln>
        </p:spPr>
        <p:txBody>
          <a:bodyPr xmlns:a="http://schemas.openxmlformats.org/drawingml/2006/main" lIns="0" tIns="0" rIns="0" bIns="0" anchor="ctr"/>
          <a:lstStyle xmlns:a="http://schemas.openxmlformats.org/drawingml/2006/main"/>
          <a:p xmlns:a="http://schemas.openxmlformats.org/drawingml/2006/main">
            <a:pPr algn="ctr">
              <a:defRPr sz="2394">
                <a:solidFill>
                  <a:srgbClr val="233245"/>
                </a:solidFill>
                <a:latin typeface="Arial"/>
                <a:ea typeface="Arial"/>
                <a:cs typeface="Arial"/>
              </a:defRPr>
            </a:pPr>
            <a:r>
              <a:rPr sz="2394">
                <a:solidFill>
                  <a:srgbClr val="233245"/>
                </a:solidFill>
                <a:latin typeface="Arial"/>
                <a:ea typeface="Arial"/>
                <a:cs typeface="Arial"/>
              </a:rPr>
              <a:t>+</a:t>
            </a:r>
          </a:p>
        </p:txBody>
      </p:sp>
      <p:sp>
        <p:nvSpPr>
          <p:cNvPr id="84" name="shape_345">
            <a:extLst xmlns:a="http://schemas.openxmlformats.org/drawingml/2006/main">
              <a:ext uri="{FF2B5EF4-FFF2-40B4-BE49-F238E27FC236}">
                <a16:creationId xmlns:a16="http://schemas.microsoft.com/office/drawing/2014/main" id="{ADC81A44-D0D8-4BEA-9191-9EDFC4DB6E29}"/>
              </a:ext>
            </a:extLst>
          </p:cNvPr>
          <p:cNvSpPr>
            <a:spLocks xmlns:a="http://schemas.openxmlformats.org/drawingml/2006/main" noGrp="1"/>
          </p:cNvSpPr>
          <p:nvPr/>
        </p:nvSpPr>
        <p:spPr>
          <a:xfrm xmlns:a="http://schemas.openxmlformats.org/drawingml/2006/main">
            <a:off x="10266045" y="2550795"/>
            <a:ext cx="3810" cy="3810"/>
          </a:xfrm>
          <a:prstGeom xmlns:a="http://schemas.openxmlformats.org/drawingml/2006/main" prst="rect">
            <a:avLst/>
          </a:prstGeom>
          <a:noFill xmlns:a="http://schemas.openxmlformats.org/drawingml/2006/main"/>
          <a:ln xmlns:a="http://schemas.openxmlformats.org/drawingml/2006/main" w="0">
            <a:noFill/>
          </a:ln>
        </p:spPr>
      </p:sp>
      <p:sp>
        <p:nvSpPr>
          <p:cNvPr id="85" name="shape_346">
            <a:extLst xmlns:a="http://schemas.openxmlformats.org/drawingml/2006/main">
              <a:ext uri="{FF2B5EF4-FFF2-40B4-BE49-F238E27FC236}">
                <a16:creationId xmlns:a16="http://schemas.microsoft.com/office/drawing/2014/main" id="{F84B5F1F-D975-4A46-9A72-2340CB81CFA5}"/>
              </a:ext>
            </a:extLst>
          </p:cNvPr>
          <p:cNvSpPr>
            <a:spLocks xmlns:a="http://schemas.openxmlformats.org/drawingml/2006/main" noGrp="1"/>
          </p:cNvSpPr>
          <p:nvPr/>
        </p:nvSpPr>
        <p:spPr>
          <a:xfrm xmlns:a="http://schemas.openxmlformats.org/drawingml/2006/main">
            <a:off x="13485495" y="2550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91" name=""/>
          <p:cNvCxnSpPr>
            <a:stCxn xmlns:a="http://schemas.openxmlformats.org/drawingml/2006/main" id="84" idx="3"/>
            <a:endCxn xmlns:a="http://schemas.openxmlformats.org/drawingml/2006/main" id="85" idx="1"/>
          </p:cNvCxnSpPr>
          <p:nvPr/>
        </p:nvCxnSpPr>
        <p:spPr>
          <a:xfrm xmlns:a="http://schemas.openxmlformats.org/drawingml/2006/main">
            <a:off x="10269855" y="2552700"/>
            <a:ext cx="3215640" cy="0"/>
          </a:xfrm>
          <a:prstGeom xmlns:a="http://schemas.openxmlformats.org/drawingml/2006/main" prst="straightConnector1">
            <a:avLst/>
          </a:prstGeom>
          <a:ln xmlns:a="http://schemas.openxmlformats.org/drawingml/2006/main" w="19050">
            <a:solidFill>
              <a:srgbClr val="377EA6"/>
            </a:solidFill>
            <a:prstDash val="solid"/>
          </a:ln>
        </p:spPr>
      </p:cxnSp>
      <p:sp>
        <p:nvSpPr>
          <p:cNvPr id="87" name="shape_347">
            <a:extLst xmlns:a="http://schemas.openxmlformats.org/drawingml/2006/main">
              <a:ext uri="{FF2B5EF4-FFF2-40B4-BE49-F238E27FC236}">
                <a16:creationId xmlns:a16="http://schemas.microsoft.com/office/drawing/2014/main" id="{74105C2B-AFC1-4053-9FAB-4C1EBABA822E}"/>
              </a:ext>
            </a:extLst>
          </p:cNvPr>
          <p:cNvSpPr>
            <a:spLocks xmlns:a="http://schemas.openxmlformats.org/drawingml/2006/main" noGrp="1"/>
          </p:cNvSpPr>
          <p:nvPr/>
        </p:nvSpPr>
        <p:spPr>
          <a:xfrm xmlns:a="http://schemas.openxmlformats.org/drawingml/2006/main">
            <a:off x="13485495" y="2550795"/>
            <a:ext cx="3810" cy="3810"/>
          </a:xfrm>
          <a:prstGeom xmlns:a="http://schemas.openxmlformats.org/drawingml/2006/main" prst="rect">
            <a:avLst/>
          </a:prstGeom>
          <a:noFill xmlns:a="http://schemas.openxmlformats.org/drawingml/2006/main"/>
          <a:ln xmlns:a="http://schemas.openxmlformats.org/drawingml/2006/main" w="0">
            <a:noFill/>
          </a:ln>
        </p:spPr>
      </p:sp>
      <p:sp>
        <p:nvSpPr>
          <p:cNvPr id="88" name="shape_348">
            <a:extLst xmlns:a="http://schemas.openxmlformats.org/drawingml/2006/main">
              <a:ext uri="{FF2B5EF4-FFF2-40B4-BE49-F238E27FC236}">
                <a16:creationId xmlns:a16="http://schemas.microsoft.com/office/drawing/2014/main" id="{33D1F51D-5D92-4732-A651-491B28A1971B}"/>
              </a:ext>
            </a:extLst>
          </p:cNvPr>
          <p:cNvSpPr>
            <a:spLocks xmlns:a="http://schemas.openxmlformats.org/drawingml/2006/main" noGrp="1"/>
          </p:cNvSpPr>
          <p:nvPr/>
        </p:nvSpPr>
        <p:spPr>
          <a:xfrm xmlns:a="http://schemas.openxmlformats.org/drawingml/2006/main">
            <a:off x="13485495" y="34937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94" name=""/>
          <p:cNvCxnSpPr>
            <a:stCxn xmlns:a="http://schemas.openxmlformats.org/drawingml/2006/main" id="87" idx="2"/>
            <a:endCxn xmlns:a="http://schemas.openxmlformats.org/drawingml/2006/main" id="88" idx="0"/>
          </p:cNvCxnSpPr>
          <p:nvPr/>
        </p:nvCxnSpPr>
        <p:spPr>
          <a:xfrm xmlns:a="http://schemas.openxmlformats.org/drawingml/2006/main">
            <a:off x="13487400" y="2554605"/>
            <a:ext cx="0" cy="939165"/>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90" name="shape_349">
            <a:extLst xmlns:a="http://schemas.openxmlformats.org/drawingml/2006/main">
              <a:ext uri="{FF2B5EF4-FFF2-40B4-BE49-F238E27FC236}">
                <a16:creationId xmlns:a16="http://schemas.microsoft.com/office/drawing/2014/main" id="{B5E0824C-26BE-45CD-89FF-03509B356E03}"/>
              </a:ext>
            </a:extLst>
          </p:cNvPr>
          <p:cNvSpPr>
            <a:spLocks xmlns:a="http://schemas.openxmlformats.org/drawingml/2006/main" noGrp="1"/>
          </p:cNvSpPr>
          <p:nvPr/>
        </p:nvSpPr>
        <p:spPr>
          <a:xfrm xmlns:a="http://schemas.openxmlformats.org/drawingml/2006/main">
            <a:off x="10266045" y="3712845"/>
            <a:ext cx="3810" cy="3810"/>
          </a:xfrm>
          <a:prstGeom xmlns:a="http://schemas.openxmlformats.org/drawingml/2006/main" prst="rect">
            <a:avLst/>
          </a:prstGeom>
          <a:noFill xmlns:a="http://schemas.openxmlformats.org/drawingml/2006/main"/>
          <a:ln xmlns:a="http://schemas.openxmlformats.org/drawingml/2006/main" w="0">
            <a:noFill/>
          </a:ln>
        </p:spPr>
      </p:sp>
      <p:sp>
        <p:nvSpPr>
          <p:cNvPr id="91" name="shape_350">
            <a:extLst xmlns:a="http://schemas.openxmlformats.org/drawingml/2006/main">
              <a:ext uri="{FF2B5EF4-FFF2-40B4-BE49-F238E27FC236}">
                <a16:creationId xmlns:a16="http://schemas.microsoft.com/office/drawing/2014/main" id="{EB5F1175-AD26-4DA9-A7E1-6041C273246F}"/>
              </a:ext>
            </a:extLst>
          </p:cNvPr>
          <p:cNvSpPr>
            <a:spLocks xmlns:a="http://schemas.openxmlformats.org/drawingml/2006/main" noGrp="1"/>
          </p:cNvSpPr>
          <p:nvPr/>
        </p:nvSpPr>
        <p:spPr>
          <a:xfrm xmlns:a="http://schemas.openxmlformats.org/drawingml/2006/main">
            <a:off x="13218795" y="37128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97" name=""/>
          <p:cNvCxnSpPr>
            <a:stCxn xmlns:a="http://schemas.openxmlformats.org/drawingml/2006/main" id="90" idx="3"/>
            <a:endCxn xmlns:a="http://schemas.openxmlformats.org/drawingml/2006/main" id="91" idx="1"/>
          </p:cNvCxnSpPr>
          <p:nvPr/>
        </p:nvCxnSpPr>
        <p:spPr>
          <a:xfrm xmlns:a="http://schemas.openxmlformats.org/drawingml/2006/main">
            <a:off x="10269855" y="3714750"/>
            <a:ext cx="2948940" cy="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93" name="shape_351">
            <a:extLst xmlns:a="http://schemas.openxmlformats.org/drawingml/2006/main">
              <a:ext uri="{FF2B5EF4-FFF2-40B4-BE49-F238E27FC236}">
                <a16:creationId xmlns:a16="http://schemas.microsoft.com/office/drawing/2014/main" id="{E086367D-5AD5-4D23-A040-0235AAFB5621}"/>
              </a:ext>
            </a:extLst>
          </p:cNvPr>
          <p:cNvSpPr>
            <a:spLocks xmlns:a="http://schemas.openxmlformats.org/drawingml/2006/main" noGrp="1"/>
          </p:cNvSpPr>
          <p:nvPr/>
        </p:nvSpPr>
        <p:spPr>
          <a:xfrm xmlns:a="http://schemas.openxmlformats.org/drawingml/2006/main">
            <a:off x="12390120" y="4998720"/>
            <a:ext cx="3810" cy="3810"/>
          </a:xfrm>
          <a:prstGeom xmlns:a="http://schemas.openxmlformats.org/drawingml/2006/main" prst="rect">
            <a:avLst/>
          </a:prstGeom>
          <a:noFill xmlns:a="http://schemas.openxmlformats.org/drawingml/2006/main"/>
          <a:ln xmlns:a="http://schemas.openxmlformats.org/drawingml/2006/main" w="0">
            <a:noFill/>
          </a:ln>
        </p:spPr>
      </p:sp>
      <p:sp>
        <p:nvSpPr>
          <p:cNvPr id="94" name="shape_352">
            <a:extLst xmlns:a="http://schemas.openxmlformats.org/drawingml/2006/main">
              <a:ext uri="{FF2B5EF4-FFF2-40B4-BE49-F238E27FC236}">
                <a16:creationId xmlns:a16="http://schemas.microsoft.com/office/drawing/2014/main" id="{F5B48EC7-31B4-45E6-925A-4E844A715F08}"/>
              </a:ext>
            </a:extLst>
          </p:cNvPr>
          <p:cNvSpPr>
            <a:spLocks xmlns:a="http://schemas.openxmlformats.org/drawingml/2006/main" noGrp="1"/>
          </p:cNvSpPr>
          <p:nvPr/>
        </p:nvSpPr>
        <p:spPr>
          <a:xfrm xmlns:a="http://schemas.openxmlformats.org/drawingml/2006/main">
            <a:off x="13485495" y="499872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0" name=""/>
          <p:cNvCxnSpPr>
            <a:stCxn xmlns:a="http://schemas.openxmlformats.org/drawingml/2006/main" id="93" idx="3"/>
            <a:endCxn xmlns:a="http://schemas.openxmlformats.org/drawingml/2006/main" id="94" idx="1"/>
          </p:cNvCxnSpPr>
          <p:nvPr/>
        </p:nvCxnSpPr>
        <p:spPr>
          <a:xfrm xmlns:a="http://schemas.openxmlformats.org/drawingml/2006/main">
            <a:off x="12393930" y="5000625"/>
            <a:ext cx="1091565" cy="0"/>
          </a:xfrm>
          <a:prstGeom xmlns:a="http://schemas.openxmlformats.org/drawingml/2006/main" prst="straightConnector1">
            <a:avLst/>
          </a:prstGeom>
          <a:ln xmlns:a="http://schemas.openxmlformats.org/drawingml/2006/main" w="19050">
            <a:solidFill>
              <a:srgbClr val="7864A7"/>
            </a:solidFill>
            <a:prstDash val="solid"/>
          </a:ln>
        </p:spPr>
      </p:cxnSp>
      <p:sp>
        <p:nvSpPr>
          <p:cNvPr id="96" name="shape_353">
            <a:extLst xmlns:a="http://schemas.openxmlformats.org/drawingml/2006/main">
              <a:ext uri="{FF2B5EF4-FFF2-40B4-BE49-F238E27FC236}">
                <a16:creationId xmlns:a16="http://schemas.microsoft.com/office/drawing/2014/main" id="{85E4B18C-D0CA-43D3-8FD8-88A4FB659AE9}"/>
              </a:ext>
            </a:extLst>
          </p:cNvPr>
          <p:cNvSpPr>
            <a:spLocks xmlns:a="http://schemas.openxmlformats.org/drawingml/2006/main" noGrp="1"/>
          </p:cNvSpPr>
          <p:nvPr/>
        </p:nvSpPr>
        <p:spPr>
          <a:xfrm xmlns:a="http://schemas.openxmlformats.org/drawingml/2006/main">
            <a:off x="13485495" y="4998720"/>
            <a:ext cx="3810" cy="3810"/>
          </a:xfrm>
          <a:prstGeom xmlns:a="http://schemas.openxmlformats.org/drawingml/2006/main" prst="rect">
            <a:avLst/>
          </a:prstGeom>
          <a:noFill xmlns:a="http://schemas.openxmlformats.org/drawingml/2006/main"/>
          <a:ln xmlns:a="http://schemas.openxmlformats.org/drawingml/2006/main" w="0">
            <a:noFill/>
          </a:ln>
        </p:spPr>
      </p:sp>
      <p:sp>
        <p:nvSpPr>
          <p:cNvPr id="97" name="shape_354">
            <a:extLst xmlns:a="http://schemas.openxmlformats.org/drawingml/2006/main">
              <a:ext uri="{FF2B5EF4-FFF2-40B4-BE49-F238E27FC236}">
                <a16:creationId xmlns:a16="http://schemas.microsoft.com/office/drawing/2014/main" id="{C5F47E6B-59B5-4310-8BCB-2842F90E70B1}"/>
              </a:ext>
            </a:extLst>
          </p:cNvPr>
          <p:cNvSpPr>
            <a:spLocks xmlns:a="http://schemas.openxmlformats.org/drawingml/2006/main" noGrp="1"/>
          </p:cNvSpPr>
          <p:nvPr/>
        </p:nvSpPr>
        <p:spPr>
          <a:xfrm xmlns:a="http://schemas.openxmlformats.org/drawingml/2006/main">
            <a:off x="13485495" y="40271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3" name=""/>
          <p:cNvCxnSpPr>
            <a:stCxn xmlns:a="http://schemas.openxmlformats.org/drawingml/2006/main" id="96" idx="0"/>
            <a:endCxn xmlns:a="http://schemas.openxmlformats.org/drawingml/2006/main" id="97" idx="2"/>
          </p:cNvCxnSpPr>
          <p:nvPr/>
        </p:nvCxnSpPr>
        <p:spPr>
          <a:xfrm xmlns:a="http://schemas.openxmlformats.org/drawingml/2006/main" flipV="1">
            <a:off x="13487400" y="4030980"/>
            <a:ext cx="0" cy="967740"/>
          </a:xfrm>
          <a:prstGeom xmlns:a="http://schemas.openxmlformats.org/drawingml/2006/main" prst="straightConnector1">
            <a:avLst/>
          </a:prstGeom>
          <a:ln xmlns:a="http://schemas.openxmlformats.org/drawingml/2006/main" w="19050">
            <a:solidFill>
              <a:srgbClr val="7864A7"/>
            </a:solidFill>
            <a:prstDash val="solid"/>
            <a:tailEnd type="triangle" w="sm" len="sm"/>
          </a:ln>
        </p:spPr>
      </p:cxnSp>
      <p:sp>
        <p:nvSpPr>
          <p:cNvPr id="99" name="module_355">
            <a:extLst xmlns:a="http://schemas.openxmlformats.org/drawingml/2006/main">
              <a:ext uri="{FF2B5EF4-FFF2-40B4-BE49-F238E27FC236}">
                <a16:creationId xmlns:a16="http://schemas.microsoft.com/office/drawing/2014/main" id="{C9A9EC7A-8443-47FF-972D-2810DC865590}"/>
              </a:ext>
            </a:extLst>
          </p:cNvPr>
          <p:cNvSpPr>
            <a:spLocks xmlns:a="http://schemas.openxmlformats.org/drawingml/2006/main" noGrp="1"/>
          </p:cNvSpPr>
          <p:nvPr/>
        </p:nvSpPr>
        <p:spPr>
          <a:xfrm xmlns:a="http://schemas.openxmlformats.org/drawingml/2006/main">
            <a:off x="12801600" y="5791200"/>
            <a:ext cx="1571625" cy="628650"/>
          </a:xfrm>
          <a:prstGeom xmlns:a="http://schemas.openxmlformats.org/drawingml/2006/main" prst="roundRect">
            <a:avLst>
              <a:gd name="adj" fmla="val 13636"/>
            </a:avLst>
          </a:prstGeom>
          <a:solidFill xmlns:a="http://schemas.openxmlformats.org/drawingml/2006/main">
            <a:srgbClr val="F7F9FC"/>
          </a:solidFill>
          <a:ln xmlns:a="http://schemas.openxmlformats.org/drawingml/2006/main" w="14288">
            <a:solidFill>
              <a:srgbClr val="485B71"/>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ARKit52 output</a:t>
            </a:r>
          </a:p>
        </p:txBody>
      </p:sp>
      <p:sp>
        <p:nvSpPr>
          <p:cNvPr id="100" name="shape_356">
            <a:extLst xmlns:a="http://schemas.openxmlformats.org/drawingml/2006/main">
              <a:ext uri="{FF2B5EF4-FFF2-40B4-BE49-F238E27FC236}">
                <a16:creationId xmlns:a16="http://schemas.microsoft.com/office/drawing/2014/main" id="{3627A2E8-D530-42DF-B44C-BCAE23CC8CD5}"/>
              </a:ext>
            </a:extLst>
          </p:cNvPr>
          <p:cNvSpPr>
            <a:spLocks xmlns:a="http://schemas.openxmlformats.org/drawingml/2006/main" noGrp="1"/>
          </p:cNvSpPr>
          <p:nvPr/>
        </p:nvSpPr>
        <p:spPr>
          <a:xfrm xmlns:a="http://schemas.openxmlformats.org/drawingml/2006/main">
            <a:off x="13485495" y="4998720"/>
            <a:ext cx="3810" cy="3810"/>
          </a:xfrm>
          <a:prstGeom xmlns:a="http://schemas.openxmlformats.org/drawingml/2006/main" prst="rect">
            <a:avLst/>
          </a:prstGeom>
          <a:noFill xmlns:a="http://schemas.openxmlformats.org/drawingml/2006/main"/>
          <a:ln xmlns:a="http://schemas.openxmlformats.org/drawingml/2006/main" w="0">
            <a:noFill/>
          </a:ln>
        </p:spPr>
      </p:sp>
      <p:sp>
        <p:nvSpPr>
          <p:cNvPr id="101" name="shape_357">
            <a:extLst xmlns:a="http://schemas.openxmlformats.org/drawingml/2006/main">
              <a:ext uri="{FF2B5EF4-FFF2-40B4-BE49-F238E27FC236}">
                <a16:creationId xmlns:a16="http://schemas.microsoft.com/office/drawing/2014/main" id="{7ECCDFE1-B699-438F-A61A-5F2890779567}"/>
              </a:ext>
            </a:extLst>
          </p:cNvPr>
          <p:cNvSpPr>
            <a:spLocks xmlns:a="http://schemas.openxmlformats.org/drawingml/2006/main" noGrp="1"/>
          </p:cNvSpPr>
          <p:nvPr/>
        </p:nvSpPr>
        <p:spPr>
          <a:xfrm xmlns:a="http://schemas.openxmlformats.org/drawingml/2006/main">
            <a:off x="13485495" y="57892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207" name=""/>
          <p:cNvCxnSpPr>
            <a:stCxn xmlns:a="http://schemas.openxmlformats.org/drawingml/2006/main" id="100" idx="2"/>
            <a:endCxn xmlns:a="http://schemas.openxmlformats.org/drawingml/2006/main" id="101" idx="0"/>
          </p:cNvCxnSpPr>
          <p:nvPr/>
        </p:nvCxnSpPr>
        <p:spPr>
          <a:xfrm xmlns:a="http://schemas.openxmlformats.org/drawingml/2006/main">
            <a:off x="13487400" y="5002530"/>
            <a:ext cx="0" cy="786765"/>
          </a:xfrm>
          <a:prstGeom xmlns:a="http://schemas.openxmlformats.org/drawingml/2006/main" prst="straightConnector1">
            <a:avLst/>
          </a:prstGeom>
          <a:ln xmlns:a="http://schemas.openxmlformats.org/drawingml/2006/main" w="19050">
            <a:solidFill>
              <a:srgbClr val="485B71"/>
            </a:solidFill>
            <a:prstDash val="solid"/>
            <a:tailEnd type="triangle" w="sm" len="sm"/>
          </a:ln>
        </p:spPr>
      </p:cxnSp>
      <p:sp>
        <p:nvSpPr>
          <p:cNvPr id="103" name="shape_358">
            <a:extLst xmlns:a="http://schemas.openxmlformats.org/drawingml/2006/main">
              <a:ext uri="{FF2B5EF4-FFF2-40B4-BE49-F238E27FC236}">
                <a16:creationId xmlns:a16="http://schemas.microsoft.com/office/drawing/2014/main" id="{3726C090-AC3B-4EEE-AE69-8833197665C2}"/>
              </a:ext>
            </a:extLst>
          </p:cNvPr>
          <p:cNvSpPr>
            <a:spLocks xmlns:a="http://schemas.openxmlformats.org/drawingml/2006/main" noGrp="1"/>
          </p:cNvSpPr>
          <p:nvPr/>
        </p:nvSpPr>
        <p:spPr>
          <a:xfrm xmlns:a="http://schemas.openxmlformats.org/drawingml/2006/main">
            <a:off x="7781925" y="5781675"/>
            <a:ext cx="47625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0">
                <a:solidFill>
                  <a:srgbClr val="377EA6"/>
                </a:solidFill>
                <a:latin typeface="Arial"/>
                <a:ea typeface="Arial"/>
                <a:cs typeface="Arial"/>
              </a:defRPr>
            </a:pPr>
            <a:r>
              <a:rPr sz="1725" b="0">
                <a:solidFill>
                  <a:srgbClr val="377EA6"/>
                </a:solidFill>
                <a:latin typeface="Arial"/>
                <a:ea typeface="Arial"/>
                <a:cs typeface="Arial"/>
              </a:rPr>
              <a:t>M̂_mouth(t) = B₀,mouth(t) + P_id,mouth</a:t>
            </a:r>
          </a:p>
        </p:txBody>
      </p:sp>
      <p:sp>
        <p:nvSpPr>
          <p:cNvPr id="104" name="shape_359">
            <a:extLst xmlns:a="http://schemas.openxmlformats.org/drawingml/2006/main">
              <a:ext uri="{FF2B5EF4-FFF2-40B4-BE49-F238E27FC236}">
                <a16:creationId xmlns:a16="http://schemas.microsoft.com/office/drawing/2014/main" id="{6C510CB7-BBA6-4E2C-B106-94B99FAA825A}"/>
              </a:ext>
            </a:extLst>
          </p:cNvPr>
          <p:cNvSpPr>
            <a:spLocks xmlns:a="http://schemas.openxmlformats.org/drawingml/2006/main" noGrp="1"/>
          </p:cNvSpPr>
          <p:nvPr/>
        </p:nvSpPr>
        <p:spPr>
          <a:xfrm xmlns:a="http://schemas.openxmlformats.org/drawingml/2006/main">
            <a:off x="7781925" y="6486525"/>
            <a:ext cx="66103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ctr">
              <a:defRPr sz="2025" b="1">
                <a:solidFill>
                  <a:srgbClr val="377EA6"/>
                </a:solidFill>
                <a:latin typeface="Arial"/>
                <a:ea typeface="Arial"/>
                <a:cs typeface="Arial"/>
              </a:defRPr>
            </a:pPr>
            <a:r>
              <a:rPr sz="2025" b="1">
                <a:solidFill>
                  <a:srgbClr val="377EA6"/>
                </a:solidFill>
                <a:latin typeface="Arial"/>
                <a:ea typeface="Arial"/>
                <a:cs typeface="Arial"/>
              </a:rPr>
              <a:t>Δₜ M̂_mouth = Δₜ B₀,mouth</a:t>
            </a:r>
          </a:p>
        </p:txBody>
      </p:sp>
      <p:sp>
        <p:nvSpPr>
          <p:cNvPr id="105" name="shape_360">
            <a:extLst xmlns:a="http://schemas.openxmlformats.org/drawingml/2006/main">
              <a:ext uri="{FF2B5EF4-FFF2-40B4-BE49-F238E27FC236}">
                <a16:creationId xmlns:a16="http://schemas.microsoft.com/office/drawing/2014/main" id="{2644BF9E-B5B8-470D-9EFE-32C06C2D9B59}"/>
              </a:ext>
            </a:extLst>
          </p:cNvPr>
          <p:cNvSpPr>
            <a:spLocks xmlns:a="http://schemas.openxmlformats.org/drawingml/2006/main" noGrp="1"/>
          </p:cNvSpPr>
          <p:nvPr/>
        </p:nvSpPr>
        <p:spPr>
          <a:xfrm xmlns:a="http://schemas.openxmlformats.org/drawingml/2006/main">
            <a:off x="419100" y="7553325"/>
            <a:ext cx="14382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800" b="0">
                <a:solidFill>
                  <a:srgbClr val="233245"/>
                </a:solidFill>
                <a:latin typeface="Arial"/>
                <a:ea typeface="Arial"/>
                <a:cs typeface="Arial"/>
              </a:defRPr>
            </a:pPr>
            <a:r>
              <a:rPr sz="1800" b="0">
                <a:solidFill>
                  <a:srgbClr val="233245"/>
                </a:solidFill>
                <a:latin typeface="Arial"/>
                <a:ea typeface="Arial"/>
                <a:cs typeface="Arial"/>
              </a:rPr>
              <a:t>The reference branch captures motion execution. Static calibration changes the enrolled offset.</a:t>
            </a:r>
          </a:p>
          <a:p xmlns:a="http://schemas.openxmlformats.org/drawingml/2006/main">
            <a:pPr algn="l">
              <a:defRPr sz="1800" b="0">
                <a:solidFill>
                  <a:srgbClr val="233245"/>
                </a:solidFill>
                <a:latin typeface="Arial"/>
                <a:ea typeface="Arial"/>
                <a:cs typeface="Arial"/>
              </a:defRPr>
            </a:pPr>
            <a:r>
              <a:rPr sz="1800" b="0">
                <a:solidFill>
                  <a:srgbClr val="233245"/>
                </a:solidFill>
                <a:latin typeface="Arial"/>
                <a:ea typeface="Arial"/>
                <a:cs typeface="Arial"/>
              </a:rPr>
              <a:t>The fixed expression mask preserves the temporal changes of the articulation output.</a:t>
            </a:r>
          </a:p>
        </p:txBody>
      </p:sp>
    </p:spTree>
    <p:extLst>
      <p:ext uri="{BB962C8B-B14F-4D97-AF65-F5344CB8AC3E}">
        <p14:creationId xmlns:p14="http://schemas.microsoft.com/office/powerpoint/2010/main" val="3991726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 name="shape_361">
            <a:extLst xmlns:a="http://schemas.openxmlformats.org/drawingml/2006/main">
              <a:ext uri="{FF2B5EF4-FFF2-40B4-BE49-F238E27FC236}">
                <a16:creationId xmlns:a16="http://schemas.microsoft.com/office/drawing/2014/main" id="{00C5D06C-681D-4C51-9683-B1E4AB6D7A2C}"/>
              </a:ext>
            </a:extLst>
          </p:cNvPr>
          <p:cNvSpPr>
            <a:spLocks xmlns:a="http://schemas.openxmlformats.org/drawingml/2006/main" noGrp="1"/>
          </p:cNvSpPr>
          <p:nvPr/>
        </p:nvSpPr>
        <p:spPr>
          <a:xfrm xmlns:a="http://schemas.openxmlformats.org/drawingml/2006/main">
            <a:off x="400050" y="190500"/>
            <a:ext cx="11287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2550" b="1">
                <a:solidFill>
                  <a:srgbClr val="233245"/>
                </a:solidFill>
                <a:latin typeface="Arial"/>
                <a:ea typeface="Arial"/>
                <a:cs typeface="Arial"/>
              </a:defRPr>
            </a:pPr>
            <a:r>
              <a:rPr sz="2550" b="1">
                <a:solidFill>
                  <a:srgbClr val="233245"/>
                </a:solidFill>
                <a:latin typeface="Arial"/>
                <a:ea typeface="Arial"/>
                <a:cs typeface="Arial"/>
              </a:rPr>
              <a:t>Regional activity modulation</a:t>
            </a:r>
          </a:p>
        </p:txBody>
      </p:sp>
      <p:sp>
        <p:nvSpPr>
          <p:cNvPr id="2" name="shape_362">
            <a:extLst xmlns:a="http://schemas.openxmlformats.org/drawingml/2006/main">
              <a:ext uri="{FF2B5EF4-FFF2-40B4-BE49-F238E27FC236}">
                <a16:creationId xmlns:a16="http://schemas.microsoft.com/office/drawing/2014/main" id="{AA995574-0205-488D-A6DB-B62745E931AD}"/>
              </a:ext>
            </a:extLst>
          </p:cNvPr>
          <p:cNvSpPr>
            <a:spLocks xmlns:a="http://schemas.openxmlformats.org/drawingml/2006/main" noGrp="1"/>
          </p:cNvSpPr>
          <p:nvPr/>
        </p:nvSpPr>
        <p:spPr>
          <a:xfrm xmlns:a="http://schemas.openxmlformats.org/drawingml/2006/main">
            <a:off x="10001250" y="285750"/>
            <a:ext cx="4838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r">
              <a:defRPr sz="1275" b="0">
                <a:solidFill>
                  <a:srgbClr val="697687"/>
                </a:solidFill>
                <a:latin typeface="Arial"/>
                <a:ea typeface="Arial"/>
                <a:cs typeface="Arial"/>
              </a:defRPr>
            </a:pPr>
            <a:r>
              <a:rPr sz="1275" b="0">
                <a:solidFill>
                  <a:srgbClr val="697687"/>
                </a:solidFill>
                <a:latin typeface="Arial"/>
                <a:ea typeface="Arial"/>
                <a:cs typeface="Arial"/>
              </a:rPr>
              <a:t>Current experimental branch</a:t>
            </a:r>
          </a:p>
        </p:txBody>
      </p:sp>
      <p:sp>
        <p:nvSpPr>
          <p:cNvPr id="3" name="shape_363">
            <a:extLst xmlns:a="http://schemas.openxmlformats.org/drawingml/2006/main">
              <a:ext uri="{FF2B5EF4-FFF2-40B4-BE49-F238E27FC236}">
                <a16:creationId xmlns:a16="http://schemas.microsoft.com/office/drawing/2014/main" id="{43B3E978-FAA8-4F97-9DED-FB33BA0B3FA3}"/>
              </a:ext>
            </a:extLst>
          </p:cNvPr>
          <p:cNvSpPr>
            <a:spLocks xmlns:a="http://schemas.openxmlformats.org/drawingml/2006/main" noGrp="1"/>
          </p:cNvSpPr>
          <p:nvPr/>
        </p:nvSpPr>
        <p:spPr>
          <a:xfrm xmlns:a="http://schemas.openxmlformats.org/drawingml/2006/main">
            <a:off x="409575" y="714375"/>
            <a:ext cx="14192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875" b="0">
                <a:solidFill>
                  <a:srgbClr val="697687"/>
                </a:solidFill>
                <a:latin typeface="Arial"/>
                <a:ea typeface="Arial"/>
                <a:cs typeface="Arial"/>
              </a:defRPr>
            </a:pPr>
            <a:r>
              <a:rPr sz="1875" b="0">
                <a:solidFill>
                  <a:srgbClr val="697687"/>
                </a:solidFill>
                <a:latin typeface="Arial"/>
                <a:ea typeface="Arial"/>
                <a:cs typeface="Arial"/>
              </a:rPr>
              <a:t>Native regional activity v2 · amplitude control over a frozen motion carrier</a:t>
            </a:r>
          </a:p>
        </p:txBody>
      </p:sp>
      <p:sp>
        <p:nvSpPr>
          <p:cNvPr id="4" name="region_364">
            <a:extLst xmlns:a="http://schemas.openxmlformats.org/drawingml/2006/main">
              <a:ext uri="{FF2B5EF4-FFF2-40B4-BE49-F238E27FC236}">
                <a16:creationId xmlns:a16="http://schemas.microsoft.com/office/drawing/2014/main" id="{8DDD7439-30B3-4BA6-A2E8-3BCC09E72BC5}"/>
              </a:ext>
            </a:extLst>
          </p:cNvPr>
          <p:cNvSpPr>
            <a:spLocks xmlns:a="http://schemas.openxmlformats.org/drawingml/2006/main" noGrp="1"/>
          </p:cNvSpPr>
          <p:nvPr/>
        </p:nvSpPr>
        <p:spPr>
          <a:xfrm xmlns:a="http://schemas.openxmlformats.org/drawingml/2006/main">
            <a:off x="381000" y="1362075"/>
            <a:ext cx="14478000" cy="2152650"/>
          </a:xfrm>
          <a:prstGeom xmlns:a="http://schemas.openxmlformats.org/drawingml/2006/main" prst="roundRect">
            <a:avLst>
              <a:gd name="adj" fmla="val 5310"/>
            </a:avLst>
          </a:prstGeom>
          <a:solidFill xmlns:a="http://schemas.openxmlformats.org/drawingml/2006/main">
            <a:srgbClr val="F6FAFD"/>
          </a:solidFill>
          <a:ln xmlns:a="http://schemas.openxmlformats.org/drawingml/2006/main" w="14288">
            <a:solidFill>
              <a:srgbClr val="377EA6"/>
            </a:solidFill>
          </a:ln>
        </p:spPr>
      </p:sp>
      <p:sp>
        <p:nvSpPr>
          <p:cNvPr id="5" name="shape_365">
            <a:extLst xmlns:a="http://schemas.openxmlformats.org/drawingml/2006/main">
              <a:ext uri="{FF2B5EF4-FFF2-40B4-BE49-F238E27FC236}">
                <a16:creationId xmlns:a16="http://schemas.microsoft.com/office/drawing/2014/main" id="{9CB48EC5-FCFE-4BA1-A788-2978A4CA86FA}"/>
              </a:ext>
            </a:extLst>
          </p:cNvPr>
          <p:cNvSpPr>
            <a:spLocks xmlns:a="http://schemas.openxmlformats.org/drawingml/2006/main" noGrp="1"/>
          </p:cNvSpPr>
          <p:nvPr/>
        </p:nvSpPr>
        <p:spPr>
          <a:xfrm xmlns:a="http://schemas.openxmlformats.org/drawingml/2006/main">
            <a:off x="552450" y="1438275"/>
            <a:ext cx="1413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377EA6"/>
                </a:solidFill>
                <a:latin typeface="Arial"/>
                <a:ea typeface="Arial"/>
                <a:cs typeface="Arial"/>
              </a:defRPr>
            </a:pPr>
            <a:r>
              <a:rPr sz="1725" b="1">
                <a:solidFill>
                  <a:srgbClr val="377EA6"/>
                </a:solidFill>
                <a:latin typeface="Arial"/>
                <a:ea typeface="Arial"/>
                <a:cs typeface="Arial"/>
              </a:rPr>
              <a:t>(a) Frozen motion carrier</a:t>
            </a:r>
          </a:p>
        </p:txBody>
      </p:sp>
      <p:sp>
        <p:nvSpPr>
          <p:cNvPr id="6" name="module_366">
            <a:extLst xmlns:a="http://schemas.openxmlformats.org/drawingml/2006/main">
              <a:ext uri="{FF2B5EF4-FFF2-40B4-BE49-F238E27FC236}">
                <a16:creationId xmlns:a16="http://schemas.microsoft.com/office/drawing/2014/main" id="{C35A5E59-1A0F-4F6D-94F7-DEB9D94B5DF1}"/>
              </a:ext>
            </a:extLst>
          </p:cNvPr>
          <p:cNvSpPr>
            <a:spLocks xmlns:a="http://schemas.openxmlformats.org/drawingml/2006/main" noGrp="1"/>
          </p:cNvSpPr>
          <p:nvPr/>
        </p:nvSpPr>
        <p:spPr>
          <a:xfrm xmlns:a="http://schemas.openxmlformats.org/drawingml/2006/main">
            <a:off x="666750" y="2038350"/>
            <a:ext cx="2295525" cy="952500"/>
          </a:xfrm>
          <a:prstGeom xmlns:a="http://schemas.openxmlformats.org/drawingml/2006/main" prst="roundRect">
            <a:avLst>
              <a:gd name="adj" fmla="val 9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2025">
                <a:solidFill>
                  <a:srgbClr val="233245"/>
                </a:solidFill>
                <a:latin typeface="Arial"/>
                <a:ea typeface="Arial"/>
                <a:cs typeface="Arial"/>
              </a:defRPr>
            </a:pPr>
            <a:r>
              <a:rPr sz="2025">
                <a:solidFill>
                  <a:srgbClr val="233245"/>
                </a:solidFill>
                <a:latin typeface="Arial"/>
                <a:ea typeface="Arial"/>
                <a:cs typeface="Arial"/>
              </a:rPr>
              <a:t>Frozen Stage4</a:t>
            </a:r>
          </a:p>
          <a:p xmlns:a="http://schemas.openxmlformats.org/drawingml/2006/main">
            <a:pPr algn="ctr">
              <a:defRPr sz="2025">
                <a:solidFill>
                  <a:srgbClr val="233245"/>
                </a:solidFill>
                <a:latin typeface="Arial"/>
                <a:ea typeface="Arial"/>
                <a:cs typeface="Arial"/>
              </a:defRPr>
            </a:pPr>
            <a:r>
              <a:rPr sz="2025">
                <a:solidFill>
                  <a:srgbClr val="233245"/>
                </a:solidFill>
                <a:latin typeface="Arial"/>
                <a:ea typeface="Arial"/>
                <a:cs typeface="Arial"/>
              </a:rPr>
              <a:t>ARKit52 prior</a:t>
            </a:r>
          </a:p>
        </p:txBody>
      </p:sp>
      <p:sp>
        <p:nvSpPr>
          <p:cNvPr id="7" name="module_367">
            <a:extLst xmlns:a="http://schemas.openxmlformats.org/drawingml/2006/main">
              <a:ext uri="{FF2B5EF4-FFF2-40B4-BE49-F238E27FC236}">
                <a16:creationId xmlns:a16="http://schemas.microsoft.com/office/drawing/2014/main" id="{D237C05B-44C6-47E0-BA57-16D55BA638E9}"/>
              </a:ext>
            </a:extLst>
          </p:cNvPr>
          <p:cNvSpPr>
            <a:spLocks xmlns:a="http://schemas.openxmlformats.org/drawingml/2006/main" noGrp="1"/>
          </p:cNvSpPr>
          <p:nvPr/>
        </p:nvSpPr>
        <p:spPr>
          <a:xfrm xmlns:a="http://schemas.openxmlformats.org/drawingml/2006/main">
            <a:off x="3619500" y="2038350"/>
            <a:ext cx="2390775" cy="952500"/>
          </a:xfrm>
          <a:prstGeom xmlns:a="http://schemas.openxmlformats.org/drawingml/2006/main" prst="roundRect">
            <a:avLst>
              <a:gd name="adj" fmla="val 9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Select upper9</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brow + squint / wide</a:t>
            </a:r>
          </a:p>
        </p:txBody>
      </p:sp>
      <p:sp>
        <p:nvSpPr>
          <p:cNvPr id="8" name="module_368">
            <a:extLst xmlns:a="http://schemas.openxmlformats.org/drawingml/2006/main">
              <a:ext uri="{FF2B5EF4-FFF2-40B4-BE49-F238E27FC236}">
                <a16:creationId xmlns:a16="http://schemas.microsoft.com/office/drawing/2014/main" id="{F12BEDE0-32B4-4CB0-A7BA-13ED00A42490}"/>
              </a:ext>
            </a:extLst>
          </p:cNvPr>
          <p:cNvSpPr>
            <a:spLocks xmlns:a="http://schemas.openxmlformats.org/drawingml/2006/main" noGrp="1"/>
          </p:cNvSpPr>
          <p:nvPr/>
        </p:nvSpPr>
        <p:spPr>
          <a:xfrm xmlns:a="http://schemas.openxmlformats.org/drawingml/2006/main">
            <a:off x="6686550" y="2038350"/>
            <a:ext cx="2609850" cy="952500"/>
          </a:xfrm>
          <a:prstGeom xmlns:a="http://schemas.openxmlformats.org/drawingml/2006/main" prst="roundRect">
            <a:avLst>
              <a:gd name="adj" fmla="val 9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5-frame smoothing</a:t>
            </a:r>
          </a:p>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within valid segments</a:t>
            </a:r>
          </a:p>
        </p:txBody>
      </p:sp>
      <p:sp>
        <p:nvSpPr>
          <p:cNvPr id="9" name="module_369">
            <a:extLst xmlns:a="http://schemas.openxmlformats.org/drawingml/2006/main">
              <a:ext uri="{FF2B5EF4-FFF2-40B4-BE49-F238E27FC236}">
                <a16:creationId xmlns:a16="http://schemas.microsoft.com/office/drawing/2014/main" id="{4678783C-28F2-45F9-BE88-C305FAB4EE64}"/>
              </a:ext>
            </a:extLst>
          </p:cNvPr>
          <p:cNvSpPr>
            <a:spLocks xmlns:a="http://schemas.openxmlformats.org/drawingml/2006/main" noGrp="1"/>
          </p:cNvSpPr>
          <p:nvPr/>
        </p:nvSpPr>
        <p:spPr>
          <a:xfrm xmlns:a="http://schemas.openxmlformats.org/drawingml/2006/main">
            <a:off x="9982200" y="2038350"/>
            <a:ext cx="2533650" cy="952500"/>
          </a:xfrm>
          <a:prstGeom xmlns:a="http://schemas.openxmlformats.org/drawingml/2006/main" prst="roundRect">
            <a:avLst>
              <a:gd name="adj" fmla="val 9000"/>
            </a:avLst>
          </a:prstGeom>
          <a:solidFill xmlns:a="http://schemas.openxmlformats.org/drawingml/2006/main">
            <a:srgbClr val="E6F1F8"/>
          </a:solidFill>
          <a:ln xmlns:a="http://schemas.openxmlformats.org/drawingml/2006/main" w="14288">
            <a:solidFill>
              <a:srgbClr val="377EA6"/>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Remove segment mean</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Centered carrier Q(t)</a:t>
            </a:r>
          </a:p>
        </p:txBody>
      </p:sp>
      <p:sp>
        <p:nvSpPr>
          <p:cNvPr id="10" name="shape_370">
            <a:extLst xmlns:a="http://schemas.openxmlformats.org/drawingml/2006/main">
              <a:ext uri="{FF2B5EF4-FFF2-40B4-BE49-F238E27FC236}">
                <a16:creationId xmlns:a16="http://schemas.microsoft.com/office/drawing/2014/main" id="{A234B8E4-80ED-4AEA-82D4-FFDF785B1628}"/>
              </a:ext>
            </a:extLst>
          </p:cNvPr>
          <p:cNvSpPr>
            <a:spLocks xmlns:a="http://schemas.openxmlformats.org/drawingml/2006/main" noGrp="1"/>
          </p:cNvSpPr>
          <p:nvPr/>
        </p:nvSpPr>
        <p:spPr>
          <a:xfrm xmlns:a="http://schemas.openxmlformats.org/drawingml/2006/main">
            <a:off x="2960370" y="2512695"/>
            <a:ext cx="3810" cy="3810"/>
          </a:xfrm>
          <a:prstGeom xmlns:a="http://schemas.openxmlformats.org/drawingml/2006/main" prst="rect">
            <a:avLst/>
          </a:prstGeom>
          <a:noFill xmlns:a="http://schemas.openxmlformats.org/drawingml/2006/main"/>
          <a:ln xmlns:a="http://schemas.openxmlformats.org/drawingml/2006/main" w="0">
            <a:noFill/>
          </a:ln>
        </p:spPr>
      </p:sp>
      <p:sp>
        <p:nvSpPr>
          <p:cNvPr id="11" name="shape_371">
            <a:extLst xmlns:a="http://schemas.openxmlformats.org/drawingml/2006/main">
              <a:ext uri="{FF2B5EF4-FFF2-40B4-BE49-F238E27FC236}">
                <a16:creationId xmlns:a16="http://schemas.microsoft.com/office/drawing/2014/main" id="{73E2FD90-6E2C-4C35-93BB-CB05D56825DD}"/>
              </a:ext>
            </a:extLst>
          </p:cNvPr>
          <p:cNvSpPr>
            <a:spLocks xmlns:a="http://schemas.openxmlformats.org/drawingml/2006/main" noGrp="1"/>
          </p:cNvSpPr>
          <p:nvPr/>
        </p:nvSpPr>
        <p:spPr>
          <a:xfrm xmlns:a="http://schemas.openxmlformats.org/drawingml/2006/main">
            <a:off x="3617595" y="25126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86" name=""/>
          <p:cNvCxnSpPr>
            <a:stCxn xmlns:a="http://schemas.openxmlformats.org/drawingml/2006/main" id="10" idx="3"/>
            <a:endCxn xmlns:a="http://schemas.openxmlformats.org/drawingml/2006/main" id="11" idx="1"/>
          </p:cNvCxnSpPr>
          <p:nvPr/>
        </p:nvCxnSpPr>
        <p:spPr>
          <a:xfrm xmlns:a="http://schemas.openxmlformats.org/drawingml/2006/main">
            <a:off x="2964180" y="2514600"/>
            <a:ext cx="653415"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3" name="shape_372">
            <a:extLst xmlns:a="http://schemas.openxmlformats.org/drawingml/2006/main">
              <a:ext uri="{FF2B5EF4-FFF2-40B4-BE49-F238E27FC236}">
                <a16:creationId xmlns:a16="http://schemas.microsoft.com/office/drawing/2014/main" id="{F84683D5-240D-4BBA-B028-B543068B980D}"/>
              </a:ext>
            </a:extLst>
          </p:cNvPr>
          <p:cNvSpPr>
            <a:spLocks xmlns:a="http://schemas.openxmlformats.org/drawingml/2006/main" noGrp="1"/>
          </p:cNvSpPr>
          <p:nvPr/>
        </p:nvSpPr>
        <p:spPr>
          <a:xfrm xmlns:a="http://schemas.openxmlformats.org/drawingml/2006/main">
            <a:off x="6008370" y="2512695"/>
            <a:ext cx="3810" cy="3810"/>
          </a:xfrm>
          <a:prstGeom xmlns:a="http://schemas.openxmlformats.org/drawingml/2006/main" prst="rect">
            <a:avLst/>
          </a:prstGeom>
          <a:noFill xmlns:a="http://schemas.openxmlformats.org/drawingml/2006/main"/>
          <a:ln xmlns:a="http://schemas.openxmlformats.org/drawingml/2006/main" w="0">
            <a:noFill/>
          </a:ln>
        </p:spPr>
      </p:sp>
      <p:sp>
        <p:nvSpPr>
          <p:cNvPr id="14" name="shape_373">
            <a:extLst xmlns:a="http://schemas.openxmlformats.org/drawingml/2006/main">
              <a:ext uri="{FF2B5EF4-FFF2-40B4-BE49-F238E27FC236}">
                <a16:creationId xmlns:a16="http://schemas.microsoft.com/office/drawing/2014/main" id="{0B8CD0EB-538C-4CA8-A515-EC42F72DF5EF}"/>
              </a:ext>
            </a:extLst>
          </p:cNvPr>
          <p:cNvSpPr>
            <a:spLocks xmlns:a="http://schemas.openxmlformats.org/drawingml/2006/main" noGrp="1"/>
          </p:cNvSpPr>
          <p:nvPr/>
        </p:nvSpPr>
        <p:spPr>
          <a:xfrm xmlns:a="http://schemas.openxmlformats.org/drawingml/2006/main">
            <a:off x="6684645" y="25126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89" name=""/>
          <p:cNvCxnSpPr>
            <a:stCxn xmlns:a="http://schemas.openxmlformats.org/drawingml/2006/main" id="13" idx="3"/>
            <a:endCxn xmlns:a="http://schemas.openxmlformats.org/drawingml/2006/main" id="14" idx="1"/>
          </p:cNvCxnSpPr>
          <p:nvPr/>
        </p:nvCxnSpPr>
        <p:spPr>
          <a:xfrm xmlns:a="http://schemas.openxmlformats.org/drawingml/2006/main">
            <a:off x="6012180" y="2514600"/>
            <a:ext cx="672465"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6" name="shape_374">
            <a:extLst xmlns:a="http://schemas.openxmlformats.org/drawingml/2006/main">
              <a:ext uri="{FF2B5EF4-FFF2-40B4-BE49-F238E27FC236}">
                <a16:creationId xmlns:a16="http://schemas.microsoft.com/office/drawing/2014/main" id="{C59C3C41-3C18-4885-9601-5FB26D5C3825}"/>
              </a:ext>
            </a:extLst>
          </p:cNvPr>
          <p:cNvSpPr>
            <a:spLocks xmlns:a="http://schemas.openxmlformats.org/drawingml/2006/main" noGrp="1"/>
          </p:cNvSpPr>
          <p:nvPr/>
        </p:nvSpPr>
        <p:spPr>
          <a:xfrm xmlns:a="http://schemas.openxmlformats.org/drawingml/2006/main">
            <a:off x="9294495" y="2512695"/>
            <a:ext cx="3810" cy="3810"/>
          </a:xfrm>
          <a:prstGeom xmlns:a="http://schemas.openxmlformats.org/drawingml/2006/main" prst="rect">
            <a:avLst/>
          </a:prstGeom>
          <a:noFill xmlns:a="http://schemas.openxmlformats.org/drawingml/2006/main"/>
          <a:ln xmlns:a="http://schemas.openxmlformats.org/drawingml/2006/main" w="0">
            <a:noFill/>
          </a:ln>
        </p:spPr>
      </p:sp>
      <p:sp>
        <p:nvSpPr>
          <p:cNvPr id="17" name="shape_375">
            <a:extLst xmlns:a="http://schemas.openxmlformats.org/drawingml/2006/main">
              <a:ext uri="{FF2B5EF4-FFF2-40B4-BE49-F238E27FC236}">
                <a16:creationId xmlns:a16="http://schemas.microsoft.com/office/drawing/2014/main" id="{7B65F84A-CA70-4351-8D9B-FA42AA97EB01}"/>
              </a:ext>
            </a:extLst>
          </p:cNvPr>
          <p:cNvSpPr>
            <a:spLocks xmlns:a="http://schemas.openxmlformats.org/drawingml/2006/main" noGrp="1"/>
          </p:cNvSpPr>
          <p:nvPr/>
        </p:nvSpPr>
        <p:spPr>
          <a:xfrm xmlns:a="http://schemas.openxmlformats.org/drawingml/2006/main">
            <a:off x="9980295" y="25126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92" name=""/>
          <p:cNvCxnSpPr>
            <a:stCxn xmlns:a="http://schemas.openxmlformats.org/drawingml/2006/main" id="16" idx="3"/>
            <a:endCxn xmlns:a="http://schemas.openxmlformats.org/drawingml/2006/main" id="17" idx="1"/>
          </p:cNvCxnSpPr>
          <p:nvPr/>
        </p:nvCxnSpPr>
        <p:spPr>
          <a:xfrm xmlns:a="http://schemas.openxmlformats.org/drawingml/2006/main">
            <a:off x="9298305" y="2514600"/>
            <a:ext cx="681990" cy="0"/>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19" name="module_376">
            <a:extLst xmlns:a="http://schemas.openxmlformats.org/drawingml/2006/main">
              <a:ext uri="{FF2B5EF4-FFF2-40B4-BE49-F238E27FC236}">
                <a16:creationId xmlns:a16="http://schemas.microsoft.com/office/drawing/2014/main" id="{3517E478-6DF5-4813-B976-62C16ABDECC7}"/>
              </a:ext>
            </a:extLst>
          </p:cNvPr>
          <p:cNvSpPr>
            <a:spLocks xmlns:a="http://schemas.openxmlformats.org/drawingml/2006/main" noGrp="1"/>
          </p:cNvSpPr>
          <p:nvPr/>
        </p:nvSpPr>
        <p:spPr>
          <a:xfrm xmlns:a="http://schemas.openxmlformats.org/drawingml/2006/main">
            <a:off x="13096875" y="2171700"/>
            <a:ext cx="1485900" cy="685800"/>
          </a:xfrm>
          <a:prstGeom xmlns:a="http://schemas.openxmlformats.org/drawingml/2006/main" prst="roundRect">
            <a:avLst>
              <a:gd name="adj" fmla="val 12500"/>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Mean μ</a:t>
            </a:r>
          </a:p>
        </p:txBody>
      </p:sp>
      <p:sp>
        <p:nvSpPr>
          <p:cNvPr id="20" name="shape_377">
            <a:extLst xmlns:a="http://schemas.openxmlformats.org/drawingml/2006/main">
              <a:ext uri="{FF2B5EF4-FFF2-40B4-BE49-F238E27FC236}">
                <a16:creationId xmlns:a16="http://schemas.microsoft.com/office/drawing/2014/main" id="{9765809D-CC1F-4DD9-8E1B-D1B9A9F7168F}"/>
              </a:ext>
            </a:extLst>
          </p:cNvPr>
          <p:cNvSpPr>
            <a:spLocks xmlns:a="http://schemas.openxmlformats.org/drawingml/2006/main" noGrp="1"/>
          </p:cNvSpPr>
          <p:nvPr/>
        </p:nvSpPr>
        <p:spPr>
          <a:xfrm xmlns:a="http://schemas.openxmlformats.org/drawingml/2006/main">
            <a:off x="11247120" y="2036445"/>
            <a:ext cx="3810" cy="3810"/>
          </a:xfrm>
          <a:prstGeom xmlns:a="http://schemas.openxmlformats.org/drawingml/2006/main" prst="rect">
            <a:avLst/>
          </a:prstGeom>
          <a:noFill xmlns:a="http://schemas.openxmlformats.org/drawingml/2006/main"/>
          <a:ln xmlns:a="http://schemas.openxmlformats.org/drawingml/2006/main" w="0">
            <a:noFill/>
          </a:ln>
        </p:spPr>
      </p:sp>
      <p:sp>
        <p:nvSpPr>
          <p:cNvPr id="21" name="shape_378">
            <a:extLst xmlns:a="http://schemas.openxmlformats.org/drawingml/2006/main">
              <a:ext uri="{FF2B5EF4-FFF2-40B4-BE49-F238E27FC236}">
                <a16:creationId xmlns:a16="http://schemas.microsoft.com/office/drawing/2014/main" id="{94F956C8-63B2-4C3E-B332-1C6E0EB57245}"/>
              </a:ext>
            </a:extLst>
          </p:cNvPr>
          <p:cNvSpPr>
            <a:spLocks xmlns:a="http://schemas.openxmlformats.org/drawingml/2006/main" noGrp="1"/>
          </p:cNvSpPr>
          <p:nvPr/>
        </p:nvSpPr>
        <p:spPr>
          <a:xfrm xmlns:a="http://schemas.openxmlformats.org/drawingml/2006/main">
            <a:off x="11247120" y="18078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96" name=""/>
          <p:cNvCxnSpPr>
            <a:stCxn xmlns:a="http://schemas.openxmlformats.org/drawingml/2006/main" id="20" idx="0"/>
            <a:endCxn xmlns:a="http://schemas.openxmlformats.org/drawingml/2006/main" id="21" idx="2"/>
          </p:cNvCxnSpPr>
          <p:nvPr/>
        </p:nvCxnSpPr>
        <p:spPr>
          <a:xfrm xmlns:a="http://schemas.openxmlformats.org/drawingml/2006/main" flipV="1">
            <a:off x="11249025" y="1811655"/>
            <a:ext cx="0" cy="224790"/>
          </a:xfrm>
          <a:prstGeom xmlns:a="http://schemas.openxmlformats.org/drawingml/2006/main" prst="straightConnector1">
            <a:avLst/>
          </a:prstGeom>
          <a:ln xmlns:a="http://schemas.openxmlformats.org/drawingml/2006/main" w="19050">
            <a:solidFill>
              <a:srgbClr val="398477"/>
            </a:solidFill>
            <a:prstDash val="solid"/>
          </a:ln>
        </p:spPr>
      </p:cxnSp>
      <p:sp>
        <p:nvSpPr>
          <p:cNvPr id="23" name="shape_379">
            <a:extLst xmlns:a="http://schemas.openxmlformats.org/drawingml/2006/main">
              <a:ext uri="{FF2B5EF4-FFF2-40B4-BE49-F238E27FC236}">
                <a16:creationId xmlns:a16="http://schemas.microsoft.com/office/drawing/2014/main" id="{6B2398CB-135D-48E9-8FBE-56C83930DDB7}"/>
              </a:ext>
            </a:extLst>
          </p:cNvPr>
          <p:cNvSpPr>
            <a:spLocks xmlns:a="http://schemas.openxmlformats.org/drawingml/2006/main" noGrp="1"/>
          </p:cNvSpPr>
          <p:nvPr/>
        </p:nvSpPr>
        <p:spPr>
          <a:xfrm xmlns:a="http://schemas.openxmlformats.org/drawingml/2006/main">
            <a:off x="11247120" y="1807845"/>
            <a:ext cx="3810" cy="3810"/>
          </a:xfrm>
          <a:prstGeom xmlns:a="http://schemas.openxmlformats.org/drawingml/2006/main" prst="rect">
            <a:avLst/>
          </a:prstGeom>
          <a:noFill xmlns:a="http://schemas.openxmlformats.org/drawingml/2006/main"/>
          <a:ln xmlns:a="http://schemas.openxmlformats.org/drawingml/2006/main" w="0">
            <a:noFill/>
          </a:ln>
        </p:spPr>
      </p:sp>
      <p:sp>
        <p:nvSpPr>
          <p:cNvPr id="24" name="shape_380">
            <a:extLst xmlns:a="http://schemas.openxmlformats.org/drawingml/2006/main">
              <a:ext uri="{FF2B5EF4-FFF2-40B4-BE49-F238E27FC236}">
                <a16:creationId xmlns:a16="http://schemas.microsoft.com/office/drawing/2014/main" id="{C3AC3B86-30B4-45E0-869E-7832AB057F70}"/>
              </a:ext>
            </a:extLst>
          </p:cNvPr>
          <p:cNvSpPr>
            <a:spLocks xmlns:a="http://schemas.openxmlformats.org/drawingml/2006/main" noGrp="1"/>
          </p:cNvSpPr>
          <p:nvPr/>
        </p:nvSpPr>
        <p:spPr>
          <a:xfrm xmlns:a="http://schemas.openxmlformats.org/drawingml/2006/main">
            <a:off x="13837920" y="18078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99" name=""/>
          <p:cNvCxnSpPr>
            <a:stCxn xmlns:a="http://schemas.openxmlformats.org/drawingml/2006/main" id="23" idx="3"/>
            <a:endCxn xmlns:a="http://schemas.openxmlformats.org/drawingml/2006/main" id="24" idx="1"/>
          </p:cNvCxnSpPr>
          <p:nvPr/>
        </p:nvCxnSpPr>
        <p:spPr>
          <a:xfrm xmlns:a="http://schemas.openxmlformats.org/drawingml/2006/main">
            <a:off x="11250930" y="1809750"/>
            <a:ext cx="2586990" cy="0"/>
          </a:xfrm>
          <a:prstGeom xmlns:a="http://schemas.openxmlformats.org/drawingml/2006/main" prst="straightConnector1">
            <a:avLst/>
          </a:prstGeom>
          <a:ln xmlns:a="http://schemas.openxmlformats.org/drawingml/2006/main" w="19050">
            <a:solidFill>
              <a:srgbClr val="398477"/>
            </a:solidFill>
            <a:prstDash val="solid"/>
          </a:ln>
        </p:spPr>
      </p:cxnSp>
      <p:sp>
        <p:nvSpPr>
          <p:cNvPr id="26" name="shape_381">
            <a:extLst xmlns:a="http://schemas.openxmlformats.org/drawingml/2006/main">
              <a:ext uri="{FF2B5EF4-FFF2-40B4-BE49-F238E27FC236}">
                <a16:creationId xmlns:a16="http://schemas.microsoft.com/office/drawing/2014/main" id="{BDB8DC2A-C638-40D1-A0DC-4F37C1AAF2EA}"/>
              </a:ext>
            </a:extLst>
          </p:cNvPr>
          <p:cNvSpPr>
            <a:spLocks xmlns:a="http://schemas.openxmlformats.org/drawingml/2006/main" noGrp="1"/>
          </p:cNvSpPr>
          <p:nvPr/>
        </p:nvSpPr>
        <p:spPr>
          <a:xfrm xmlns:a="http://schemas.openxmlformats.org/drawingml/2006/main">
            <a:off x="13837920" y="1807845"/>
            <a:ext cx="3810" cy="3810"/>
          </a:xfrm>
          <a:prstGeom xmlns:a="http://schemas.openxmlformats.org/drawingml/2006/main" prst="rect">
            <a:avLst/>
          </a:prstGeom>
          <a:noFill xmlns:a="http://schemas.openxmlformats.org/drawingml/2006/main"/>
          <a:ln xmlns:a="http://schemas.openxmlformats.org/drawingml/2006/main" w="0">
            <a:noFill/>
          </a:ln>
        </p:spPr>
      </p:sp>
      <p:sp>
        <p:nvSpPr>
          <p:cNvPr id="27" name="shape_382">
            <a:extLst xmlns:a="http://schemas.openxmlformats.org/drawingml/2006/main">
              <a:ext uri="{FF2B5EF4-FFF2-40B4-BE49-F238E27FC236}">
                <a16:creationId xmlns:a16="http://schemas.microsoft.com/office/drawing/2014/main" id="{873E46A9-72D7-4EC0-8719-0C1FB85A35BC}"/>
              </a:ext>
            </a:extLst>
          </p:cNvPr>
          <p:cNvSpPr>
            <a:spLocks xmlns:a="http://schemas.openxmlformats.org/drawingml/2006/main" noGrp="1"/>
          </p:cNvSpPr>
          <p:nvPr/>
        </p:nvSpPr>
        <p:spPr>
          <a:xfrm xmlns:a="http://schemas.openxmlformats.org/drawingml/2006/main">
            <a:off x="13837920" y="2169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02" name=""/>
          <p:cNvCxnSpPr>
            <a:stCxn xmlns:a="http://schemas.openxmlformats.org/drawingml/2006/main" id="26" idx="2"/>
            <a:endCxn xmlns:a="http://schemas.openxmlformats.org/drawingml/2006/main" id="27" idx="0"/>
          </p:cNvCxnSpPr>
          <p:nvPr/>
        </p:nvCxnSpPr>
        <p:spPr>
          <a:xfrm xmlns:a="http://schemas.openxmlformats.org/drawingml/2006/main">
            <a:off x="13839825" y="1811655"/>
            <a:ext cx="0" cy="358140"/>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29" name="region_383">
            <a:extLst xmlns:a="http://schemas.openxmlformats.org/drawingml/2006/main">
              <a:ext uri="{FF2B5EF4-FFF2-40B4-BE49-F238E27FC236}">
                <a16:creationId xmlns:a16="http://schemas.microsoft.com/office/drawing/2014/main" id="{5940747C-1245-4341-84E7-109576BE7465}"/>
              </a:ext>
            </a:extLst>
          </p:cNvPr>
          <p:cNvSpPr>
            <a:spLocks xmlns:a="http://schemas.openxmlformats.org/drawingml/2006/main" noGrp="1"/>
          </p:cNvSpPr>
          <p:nvPr/>
        </p:nvSpPr>
        <p:spPr>
          <a:xfrm xmlns:a="http://schemas.openxmlformats.org/drawingml/2006/main">
            <a:off x="381000" y="3857625"/>
            <a:ext cx="14478000" cy="2828925"/>
          </a:xfrm>
          <a:prstGeom xmlns:a="http://schemas.openxmlformats.org/drawingml/2006/main" prst="roundRect">
            <a:avLst>
              <a:gd name="adj" fmla="val 4040"/>
            </a:avLst>
          </a:prstGeom>
          <a:solidFill xmlns:a="http://schemas.openxmlformats.org/drawingml/2006/main">
            <a:srgbClr val="FFFBF5"/>
          </a:solidFill>
          <a:ln xmlns:a="http://schemas.openxmlformats.org/drawingml/2006/main" w="14288">
            <a:solidFill>
              <a:srgbClr val="B57B38"/>
            </a:solidFill>
          </a:ln>
        </p:spPr>
      </p:sp>
      <p:sp>
        <p:nvSpPr>
          <p:cNvPr id="30" name="shape_384">
            <a:extLst xmlns:a="http://schemas.openxmlformats.org/drawingml/2006/main">
              <a:ext uri="{FF2B5EF4-FFF2-40B4-BE49-F238E27FC236}">
                <a16:creationId xmlns:a16="http://schemas.microsoft.com/office/drawing/2014/main" id="{B8082F71-7AEB-4CFF-BB78-DC2603C9922F}"/>
              </a:ext>
            </a:extLst>
          </p:cNvPr>
          <p:cNvSpPr>
            <a:spLocks xmlns:a="http://schemas.openxmlformats.org/drawingml/2006/main" noGrp="1"/>
          </p:cNvSpPr>
          <p:nvPr/>
        </p:nvSpPr>
        <p:spPr>
          <a:xfrm xmlns:a="http://schemas.openxmlformats.org/drawingml/2006/main">
            <a:off x="552450" y="3933825"/>
            <a:ext cx="14135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1">
                <a:solidFill>
                  <a:srgbClr val="B57B38"/>
                </a:solidFill>
                <a:latin typeface="Arial"/>
                <a:ea typeface="Arial"/>
                <a:cs typeface="Arial"/>
              </a:defRPr>
            </a:pPr>
            <a:r>
              <a:rPr sz="1725" b="1">
                <a:solidFill>
                  <a:srgbClr val="B57B38"/>
                </a:solidFill>
                <a:latin typeface="Arial"/>
                <a:ea typeface="Arial"/>
                <a:cs typeface="Arial"/>
              </a:rPr>
              <a:t>(b) Audio activity and bounded gain</a:t>
            </a:r>
          </a:p>
        </p:txBody>
      </p:sp>
      <p:sp>
        <p:nvSpPr>
          <p:cNvPr id="31" name="module_385">
            <a:extLst xmlns:a="http://schemas.openxmlformats.org/drawingml/2006/main">
              <a:ext uri="{FF2B5EF4-FFF2-40B4-BE49-F238E27FC236}">
                <a16:creationId xmlns:a16="http://schemas.microsoft.com/office/drawing/2014/main" id="{7AD8990F-C89C-4281-86F8-F6B226F005D8}"/>
              </a:ext>
            </a:extLst>
          </p:cNvPr>
          <p:cNvSpPr>
            <a:spLocks xmlns:a="http://schemas.openxmlformats.org/drawingml/2006/main" noGrp="1"/>
          </p:cNvSpPr>
          <p:nvPr/>
        </p:nvSpPr>
        <p:spPr>
          <a:xfrm xmlns:a="http://schemas.openxmlformats.org/drawingml/2006/main">
            <a:off x="666750" y="4562475"/>
            <a:ext cx="2295525" cy="981075"/>
          </a:xfrm>
          <a:prstGeom xmlns:a="http://schemas.openxmlformats.org/drawingml/2006/main" prst="roundRect">
            <a:avLst>
              <a:gd name="adj" fmla="val 8738"/>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950">
                <a:solidFill>
                  <a:srgbClr val="233245"/>
                </a:solidFill>
                <a:latin typeface="Arial"/>
                <a:ea typeface="Arial"/>
                <a:cs typeface="Arial"/>
              </a:defRPr>
            </a:pPr>
            <a:r>
              <a:rPr sz="1950">
                <a:solidFill>
                  <a:srgbClr val="233245"/>
                </a:solidFill>
                <a:latin typeface="Arial"/>
                <a:ea typeface="Arial"/>
                <a:cs typeface="Arial"/>
              </a:rPr>
              <a:t>Audio features</a:t>
            </a:r>
          </a:p>
          <a:p xmlns:a="http://schemas.openxmlformats.org/drawingml/2006/main">
            <a:pPr algn="ctr">
              <a:defRPr sz="1950">
                <a:solidFill>
                  <a:srgbClr val="233245"/>
                </a:solidFill>
                <a:latin typeface="Arial"/>
                <a:ea typeface="Arial"/>
                <a:cs typeface="Arial"/>
              </a:defRPr>
            </a:pPr>
            <a:r>
              <a:rPr sz="1950">
                <a:solidFill>
                  <a:srgbClr val="233245"/>
                </a:solidFill>
                <a:latin typeface="Arial"/>
                <a:ea typeface="Arial"/>
                <a:cs typeface="Arial"/>
              </a:rPr>
              <a:t>1540D / 25 fps</a:t>
            </a:r>
          </a:p>
        </p:txBody>
      </p:sp>
      <p:sp>
        <p:nvSpPr>
          <p:cNvPr id="32" name="module_386">
            <a:extLst xmlns:a="http://schemas.openxmlformats.org/drawingml/2006/main">
              <a:ext uri="{FF2B5EF4-FFF2-40B4-BE49-F238E27FC236}">
                <a16:creationId xmlns:a16="http://schemas.microsoft.com/office/drawing/2014/main" id="{21F23072-775C-4E89-A327-D9038C06EF23}"/>
              </a:ext>
            </a:extLst>
          </p:cNvPr>
          <p:cNvSpPr>
            <a:spLocks xmlns:a="http://schemas.openxmlformats.org/drawingml/2006/main" noGrp="1"/>
          </p:cNvSpPr>
          <p:nvPr/>
        </p:nvSpPr>
        <p:spPr>
          <a:xfrm xmlns:a="http://schemas.openxmlformats.org/drawingml/2006/main">
            <a:off x="3619500" y="4562475"/>
            <a:ext cx="2390775" cy="981075"/>
          </a:xfrm>
          <a:prstGeom xmlns:a="http://schemas.openxmlformats.org/drawingml/2006/main" prst="roundRect">
            <a:avLst>
              <a:gd name="adj" fmla="val 8738"/>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Regional activity</a:t>
            </a:r>
          </a:p>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predictor</a:t>
            </a:r>
          </a:p>
        </p:txBody>
      </p:sp>
      <p:sp>
        <p:nvSpPr>
          <p:cNvPr id="33" name="module_387">
            <a:extLst xmlns:a="http://schemas.openxmlformats.org/drawingml/2006/main">
              <a:ext uri="{FF2B5EF4-FFF2-40B4-BE49-F238E27FC236}">
                <a16:creationId xmlns:a16="http://schemas.microsoft.com/office/drawing/2014/main" id="{B43464F1-29AE-4245-8D69-D8FB67B88D50}"/>
              </a:ext>
            </a:extLst>
          </p:cNvPr>
          <p:cNvSpPr>
            <a:spLocks xmlns:a="http://schemas.openxmlformats.org/drawingml/2006/main" noGrp="1"/>
          </p:cNvSpPr>
          <p:nvPr/>
        </p:nvSpPr>
        <p:spPr>
          <a:xfrm xmlns:a="http://schemas.openxmlformats.org/drawingml/2006/main">
            <a:off x="6686550" y="4562475"/>
            <a:ext cx="2609850" cy="981075"/>
          </a:xfrm>
          <a:prstGeom xmlns:a="http://schemas.openxmlformats.org/drawingml/2006/main" prst="roundRect">
            <a:avLst>
              <a:gd name="adj" fmla="val 8738"/>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Brow / eye envelope</a:t>
            </a:r>
          </a:p>
          <a:p xmlns:a="http://schemas.openxmlformats.org/drawingml/2006/main">
            <a:pPr algn="ctr">
              <a:defRPr sz="1875">
                <a:solidFill>
                  <a:srgbClr val="233245"/>
                </a:solidFill>
                <a:latin typeface="Arial"/>
                <a:ea typeface="Arial"/>
                <a:cs typeface="Arial"/>
              </a:defRPr>
            </a:pPr>
            <a:r>
              <a:rPr sz="1875">
                <a:solidFill>
                  <a:srgbClr val="233245"/>
                </a:solidFill>
                <a:latin typeface="Arial"/>
                <a:ea typeface="Arial"/>
                <a:cs typeface="Arial"/>
              </a:rPr>
              <a:t>â(t) ∈ R²₊</a:t>
            </a:r>
          </a:p>
        </p:txBody>
      </p:sp>
      <p:sp>
        <p:nvSpPr>
          <p:cNvPr id="34" name="module_388">
            <a:extLst xmlns:a="http://schemas.openxmlformats.org/drawingml/2006/main">
              <a:ext uri="{FF2B5EF4-FFF2-40B4-BE49-F238E27FC236}">
                <a16:creationId xmlns:a16="http://schemas.microsoft.com/office/drawing/2014/main" id="{FA802846-C108-48CE-8018-309EB7959E37}"/>
              </a:ext>
            </a:extLst>
          </p:cNvPr>
          <p:cNvSpPr>
            <a:spLocks xmlns:a="http://schemas.openxmlformats.org/drawingml/2006/main" noGrp="1"/>
          </p:cNvSpPr>
          <p:nvPr/>
        </p:nvSpPr>
        <p:spPr>
          <a:xfrm xmlns:a="http://schemas.openxmlformats.org/drawingml/2006/main">
            <a:off x="9982200" y="4562475"/>
            <a:ext cx="2533650" cy="981075"/>
          </a:xfrm>
          <a:prstGeom xmlns:a="http://schemas.openxmlformats.org/drawingml/2006/main" prst="roundRect">
            <a:avLst>
              <a:gd name="adj" fmla="val 8738"/>
            </a:avLst>
          </a:prstGeom>
          <a:solidFill xmlns:a="http://schemas.openxmlformats.org/drawingml/2006/main">
            <a:srgbClr val="FBF1E1"/>
          </a:solidFill>
          <a:ln xmlns:a="http://schemas.openxmlformats.org/drawingml/2006/main" w="14288">
            <a:solidFill>
              <a:srgbClr val="B57B38"/>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Bounded gain</a:t>
            </a:r>
          </a:p>
          <a:p xmlns:a="http://schemas.openxmlformats.org/drawingml/2006/main">
            <a:pPr algn="ctr">
              <a:defRPr sz="1800">
                <a:solidFill>
                  <a:srgbClr val="233245"/>
                </a:solidFill>
                <a:latin typeface="Arial"/>
                <a:ea typeface="Arial"/>
                <a:cs typeface="Arial"/>
              </a:defRPr>
            </a:pPr>
            <a:r>
              <a:rPr sz="1800">
                <a:solidFill>
                  <a:srgbClr val="233245"/>
                </a:solidFill>
                <a:latin typeface="Arial"/>
                <a:ea typeface="Arial"/>
                <a:cs typeface="Arial"/>
              </a:rPr>
              <a:t>g = clip(â / a_Q)</a:t>
            </a:r>
          </a:p>
        </p:txBody>
      </p:sp>
      <p:sp>
        <p:nvSpPr>
          <p:cNvPr id="35" name="shape_389">
            <a:extLst xmlns:a="http://schemas.openxmlformats.org/drawingml/2006/main">
              <a:ext uri="{FF2B5EF4-FFF2-40B4-BE49-F238E27FC236}">
                <a16:creationId xmlns:a16="http://schemas.microsoft.com/office/drawing/2014/main" id="{28F80071-4090-4235-ADB1-017187C2DAB8}"/>
              </a:ext>
            </a:extLst>
          </p:cNvPr>
          <p:cNvSpPr>
            <a:spLocks xmlns:a="http://schemas.openxmlformats.org/drawingml/2006/main" noGrp="1"/>
          </p:cNvSpPr>
          <p:nvPr/>
        </p:nvSpPr>
        <p:spPr>
          <a:xfrm xmlns:a="http://schemas.openxmlformats.org/drawingml/2006/main">
            <a:off x="2960370" y="5046345"/>
            <a:ext cx="3810" cy="3810"/>
          </a:xfrm>
          <a:prstGeom xmlns:a="http://schemas.openxmlformats.org/drawingml/2006/main" prst="rect">
            <a:avLst/>
          </a:prstGeom>
          <a:noFill xmlns:a="http://schemas.openxmlformats.org/drawingml/2006/main"/>
          <a:ln xmlns:a="http://schemas.openxmlformats.org/drawingml/2006/main" w="0">
            <a:noFill/>
          </a:ln>
        </p:spPr>
      </p:sp>
      <p:sp>
        <p:nvSpPr>
          <p:cNvPr id="36" name="shape_390">
            <a:extLst xmlns:a="http://schemas.openxmlformats.org/drawingml/2006/main">
              <a:ext uri="{FF2B5EF4-FFF2-40B4-BE49-F238E27FC236}">
                <a16:creationId xmlns:a16="http://schemas.microsoft.com/office/drawing/2014/main" id="{63AD16C4-0091-4D0D-9DBE-22B8FA412722}"/>
              </a:ext>
            </a:extLst>
          </p:cNvPr>
          <p:cNvSpPr>
            <a:spLocks xmlns:a="http://schemas.openxmlformats.org/drawingml/2006/main" noGrp="1"/>
          </p:cNvSpPr>
          <p:nvPr/>
        </p:nvSpPr>
        <p:spPr>
          <a:xfrm xmlns:a="http://schemas.openxmlformats.org/drawingml/2006/main">
            <a:off x="3617595" y="50463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11" name=""/>
          <p:cNvCxnSpPr>
            <a:stCxn xmlns:a="http://schemas.openxmlformats.org/drawingml/2006/main" id="35" idx="3"/>
            <a:endCxn xmlns:a="http://schemas.openxmlformats.org/drawingml/2006/main" id="36" idx="1"/>
          </p:cNvCxnSpPr>
          <p:nvPr/>
        </p:nvCxnSpPr>
        <p:spPr>
          <a:xfrm xmlns:a="http://schemas.openxmlformats.org/drawingml/2006/main">
            <a:off x="2964180" y="5048250"/>
            <a:ext cx="653415"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38" name="shape_391">
            <a:extLst xmlns:a="http://schemas.openxmlformats.org/drawingml/2006/main">
              <a:ext uri="{FF2B5EF4-FFF2-40B4-BE49-F238E27FC236}">
                <a16:creationId xmlns:a16="http://schemas.microsoft.com/office/drawing/2014/main" id="{FFDDBC2D-3F35-4A65-AA06-FC874B3CE269}"/>
              </a:ext>
            </a:extLst>
          </p:cNvPr>
          <p:cNvSpPr>
            <a:spLocks xmlns:a="http://schemas.openxmlformats.org/drawingml/2006/main" noGrp="1"/>
          </p:cNvSpPr>
          <p:nvPr/>
        </p:nvSpPr>
        <p:spPr>
          <a:xfrm xmlns:a="http://schemas.openxmlformats.org/drawingml/2006/main">
            <a:off x="6008370" y="5046345"/>
            <a:ext cx="3810" cy="3810"/>
          </a:xfrm>
          <a:prstGeom xmlns:a="http://schemas.openxmlformats.org/drawingml/2006/main" prst="rect">
            <a:avLst/>
          </a:prstGeom>
          <a:noFill xmlns:a="http://schemas.openxmlformats.org/drawingml/2006/main"/>
          <a:ln xmlns:a="http://schemas.openxmlformats.org/drawingml/2006/main" w="0">
            <a:noFill/>
          </a:ln>
        </p:spPr>
      </p:sp>
      <p:sp>
        <p:nvSpPr>
          <p:cNvPr id="39" name="shape_392">
            <a:extLst xmlns:a="http://schemas.openxmlformats.org/drawingml/2006/main">
              <a:ext uri="{FF2B5EF4-FFF2-40B4-BE49-F238E27FC236}">
                <a16:creationId xmlns:a16="http://schemas.microsoft.com/office/drawing/2014/main" id="{44404A20-9C4F-417C-AFA3-F1293B7A277E}"/>
              </a:ext>
            </a:extLst>
          </p:cNvPr>
          <p:cNvSpPr>
            <a:spLocks xmlns:a="http://schemas.openxmlformats.org/drawingml/2006/main" noGrp="1"/>
          </p:cNvSpPr>
          <p:nvPr/>
        </p:nvSpPr>
        <p:spPr>
          <a:xfrm xmlns:a="http://schemas.openxmlformats.org/drawingml/2006/main">
            <a:off x="6684645" y="50463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14" name=""/>
          <p:cNvCxnSpPr>
            <a:stCxn xmlns:a="http://schemas.openxmlformats.org/drawingml/2006/main" id="38" idx="3"/>
            <a:endCxn xmlns:a="http://schemas.openxmlformats.org/drawingml/2006/main" id="39" idx="1"/>
          </p:cNvCxnSpPr>
          <p:nvPr/>
        </p:nvCxnSpPr>
        <p:spPr>
          <a:xfrm xmlns:a="http://schemas.openxmlformats.org/drawingml/2006/main">
            <a:off x="6012180" y="5048250"/>
            <a:ext cx="672465"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41" name="shape_393">
            <a:extLst xmlns:a="http://schemas.openxmlformats.org/drawingml/2006/main">
              <a:ext uri="{FF2B5EF4-FFF2-40B4-BE49-F238E27FC236}">
                <a16:creationId xmlns:a16="http://schemas.microsoft.com/office/drawing/2014/main" id="{9B05451B-2E4C-4A6E-980E-A39BEA90B697}"/>
              </a:ext>
            </a:extLst>
          </p:cNvPr>
          <p:cNvSpPr>
            <a:spLocks xmlns:a="http://schemas.openxmlformats.org/drawingml/2006/main" noGrp="1"/>
          </p:cNvSpPr>
          <p:nvPr/>
        </p:nvSpPr>
        <p:spPr>
          <a:xfrm xmlns:a="http://schemas.openxmlformats.org/drawingml/2006/main">
            <a:off x="9294495" y="5046345"/>
            <a:ext cx="3810" cy="3810"/>
          </a:xfrm>
          <a:prstGeom xmlns:a="http://schemas.openxmlformats.org/drawingml/2006/main" prst="rect">
            <a:avLst/>
          </a:prstGeom>
          <a:noFill xmlns:a="http://schemas.openxmlformats.org/drawingml/2006/main"/>
          <a:ln xmlns:a="http://schemas.openxmlformats.org/drawingml/2006/main" w="0">
            <a:noFill/>
          </a:ln>
        </p:spPr>
      </p:sp>
      <p:sp>
        <p:nvSpPr>
          <p:cNvPr id="42" name="shape_394">
            <a:extLst xmlns:a="http://schemas.openxmlformats.org/drawingml/2006/main">
              <a:ext uri="{FF2B5EF4-FFF2-40B4-BE49-F238E27FC236}">
                <a16:creationId xmlns:a16="http://schemas.microsoft.com/office/drawing/2014/main" id="{28E4081E-185F-4700-B36B-2D444845B8E1}"/>
              </a:ext>
            </a:extLst>
          </p:cNvPr>
          <p:cNvSpPr>
            <a:spLocks xmlns:a="http://schemas.openxmlformats.org/drawingml/2006/main" noGrp="1"/>
          </p:cNvSpPr>
          <p:nvPr/>
        </p:nvSpPr>
        <p:spPr>
          <a:xfrm xmlns:a="http://schemas.openxmlformats.org/drawingml/2006/main">
            <a:off x="9980295" y="50463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17" name=""/>
          <p:cNvCxnSpPr>
            <a:stCxn xmlns:a="http://schemas.openxmlformats.org/drawingml/2006/main" id="41" idx="3"/>
            <a:endCxn xmlns:a="http://schemas.openxmlformats.org/drawingml/2006/main" id="42" idx="1"/>
          </p:cNvCxnSpPr>
          <p:nvPr/>
        </p:nvCxnSpPr>
        <p:spPr>
          <a:xfrm xmlns:a="http://schemas.openxmlformats.org/drawingml/2006/main">
            <a:off x="9298305" y="5048250"/>
            <a:ext cx="681990"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44" name="shape_395">
            <a:extLst xmlns:a="http://schemas.openxmlformats.org/drawingml/2006/main">
              <a:ext uri="{FF2B5EF4-FFF2-40B4-BE49-F238E27FC236}">
                <a16:creationId xmlns:a16="http://schemas.microsoft.com/office/drawing/2014/main" id="{581A9413-1D95-433C-95A7-D0867D0DDF27}"/>
              </a:ext>
            </a:extLst>
          </p:cNvPr>
          <p:cNvSpPr>
            <a:spLocks xmlns:a="http://schemas.openxmlformats.org/drawingml/2006/main" noGrp="1"/>
          </p:cNvSpPr>
          <p:nvPr/>
        </p:nvSpPr>
        <p:spPr>
          <a:xfrm xmlns:a="http://schemas.openxmlformats.org/drawingml/2006/main">
            <a:off x="11247120" y="2988945"/>
            <a:ext cx="3810" cy="3810"/>
          </a:xfrm>
          <a:prstGeom xmlns:a="http://schemas.openxmlformats.org/drawingml/2006/main" prst="rect">
            <a:avLst/>
          </a:prstGeom>
          <a:noFill xmlns:a="http://schemas.openxmlformats.org/drawingml/2006/main"/>
          <a:ln xmlns:a="http://schemas.openxmlformats.org/drawingml/2006/main" w="0">
            <a:noFill/>
          </a:ln>
        </p:spPr>
      </p:sp>
      <p:sp>
        <p:nvSpPr>
          <p:cNvPr id="45" name="shape_396">
            <a:extLst xmlns:a="http://schemas.openxmlformats.org/drawingml/2006/main">
              <a:ext uri="{FF2B5EF4-FFF2-40B4-BE49-F238E27FC236}">
                <a16:creationId xmlns:a16="http://schemas.microsoft.com/office/drawing/2014/main" id="{A42D974D-8175-4CF6-89AA-2F1F217BFF30}"/>
              </a:ext>
            </a:extLst>
          </p:cNvPr>
          <p:cNvSpPr>
            <a:spLocks xmlns:a="http://schemas.openxmlformats.org/drawingml/2006/main" noGrp="1"/>
          </p:cNvSpPr>
          <p:nvPr/>
        </p:nvSpPr>
        <p:spPr>
          <a:xfrm xmlns:a="http://schemas.openxmlformats.org/drawingml/2006/main">
            <a:off x="11247120" y="4560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20" name=""/>
          <p:cNvCxnSpPr>
            <a:stCxn xmlns:a="http://schemas.openxmlformats.org/drawingml/2006/main" id="44" idx="2"/>
            <a:endCxn xmlns:a="http://schemas.openxmlformats.org/drawingml/2006/main" id="45" idx="0"/>
          </p:cNvCxnSpPr>
          <p:nvPr/>
        </p:nvCxnSpPr>
        <p:spPr>
          <a:xfrm xmlns:a="http://schemas.openxmlformats.org/drawingml/2006/main">
            <a:off x="11249025" y="2992755"/>
            <a:ext cx="0" cy="1567815"/>
          </a:xfrm>
          <a:prstGeom xmlns:a="http://schemas.openxmlformats.org/drawingml/2006/main" prst="straightConnector1">
            <a:avLst/>
          </a:prstGeom>
          <a:ln xmlns:a="http://schemas.openxmlformats.org/drawingml/2006/main" w="19050">
            <a:solidFill>
              <a:srgbClr val="377EA6"/>
            </a:solidFill>
            <a:prstDash val="solid"/>
            <a:tailEnd type="triangle" w="sm" len="sm"/>
          </a:ln>
        </p:spPr>
      </p:cxnSp>
      <p:sp>
        <p:nvSpPr>
          <p:cNvPr id="47" name="shape_397">
            <a:extLst xmlns:a="http://schemas.openxmlformats.org/drawingml/2006/main">
              <a:ext uri="{FF2B5EF4-FFF2-40B4-BE49-F238E27FC236}">
                <a16:creationId xmlns:a16="http://schemas.microsoft.com/office/drawing/2014/main" id="{B6F27F5C-9579-4F20-A1F8-17479ED1EFFF}"/>
              </a:ext>
            </a:extLst>
          </p:cNvPr>
          <p:cNvSpPr>
            <a:spLocks xmlns:a="http://schemas.openxmlformats.org/drawingml/2006/main" noGrp="1"/>
          </p:cNvSpPr>
          <p:nvPr/>
        </p:nvSpPr>
        <p:spPr>
          <a:xfrm xmlns:a="http://schemas.openxmlformats.org/drawingml/2006/main">
            <a:off x="11372850" y="3495675"/>
            <a:ext cx="1600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350" b="0">
                <a:solidFill>
                  <a:srgbClr val="377EA6"/>
                </a:solidFill>
                <a:latin typeface="Arial"/>
                <a:ea typeface="Arial"/>
                <a:cs typeface="Arial"/>
              </a:defRPr>
            </a:pPr>
            <a:r>
              <a:rPr sz="1350" b="0">
                <a:solidFill>
                  <a:srgbClr val="377EA6"/>
                </a:solidFill>
                <a:latin typeface="Arial"/>
                <a:ea typeface="Arial"/>
                <a:cs typeface="Arial"/>
              </a:rPr>
              <a:t>Carrier activity a_Q</a:t>
            </a:r>
          </a:p>
        </p:txBody>
      </p:sp>
      <p:sp>
        <p:nvSpPr>
          <p:cNvPr id="48" name="module_398">
            <a:extLst xmlns:a="http://schemas.openxmlformats.org/drawingml/2006/main">
              <a:ext uri="{FF2B5EF4-FFF2-40B4-BE49-F238E27FC236}">
                <a16:creationId xmlns:a16="http://schemas.microsoft.com/office/drawing/2014/main" id="{9121B914-8361-4BC6-AE41-9055400E9D83}"/>
              </a:ext>
            </a:extLst>
          </p:cNvPr>
          <p:cNvSpPr>
            <a:spLocks xmlns:a="http://schemas.openxmlformats.org/drawingml/2006/main" noGrp="1"/>
          </p:cNvSpPr>
          <p:nvPr/>
        </p:nvSpPr>
        <p:spPr>
          <a:xfrm xmlns:a="http://schemas.openxmlformats.org/drawingml/2006/main">
            <a:off x="13096875" y="4562475"/>
            <a:ext cx="1485900" cy="981075"/>
          </a:xfrm>
          <a:prstGeom xmlns:a="http://schemas.openxmlformats.org/drawingml/2006/main" prst="roundRect">
            <a:avLst>
              <a:gd name="adj" fmla="val 8738"/>
            </a:avLst>
          </a:prstGeom>
          <a:solidFill xmlns:a="http://schemas.openxmlformats.org/drawingml/2006/main">
            <a:srgbClr val="F0ECF8"/>
          </a:solidFill>
          <a:ln xmlns:a="http://schemas.openxmlformats.org/drawingml/2006/main" w="14288">
            <a:solidFill>
              <a:srgbClr val="7864A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Scale Q(t)</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Recenter</a:t>
            </a:r>
          </a:p>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Add μ</a:t>
            </a:r>
          </a:p>
        </p:txBody>
      </p:sp>
      <p:sp>
        <p:nvSpPr>
          <p:cNvPr id="49" name="shape_399">
            <a:extLst xmlns:a="http://schemas.openxmlformats.org/drawingml/2006/main">
              <a:ext uri="{FF2B5EF4-FFF2-40B4-BE49-F238E27FC236}">
                <a16:creationId xmlns:a16="http://schemas.microsoft.com/office/drawing/2014/main" id="{F22A6FEE-27B9-4095-96AA-6D87FCA53B61}"/>
              </a:ext>
            </a:extLst>
          </p:cNvPr>
          <p:cNvSpPr>
            <a:spLocks xmlns:a="http://schemas.openxmlformats.org/drawingml/2006/main" noGrp="1"/>
          </p:cNvSpPr>
          <p:nvPr/>
        </p:nvSpPr>
        <p:spPr>
          <a:xfrm xmlns:a="http://schemas.openxmlformats.org/drawingml/2006/main">
            <a:off x="12513945" y="5046345"/>
            <a:ext cx="3810" cy="3810"/>
          </a:xfrm>
          <a:prstGeom xmlns:a="http://schemas.openxmlformats.org/drawingml/2006/main" prst="rect">
            <a:avLst/>
          </a:prstGeom>
          <a:noFill xmlns:a="http://schemas.openxmlformats.org/drawingml/2006/main"/>
          <a:ln xmlns:a="http://schemas.openxmlformats.org/drawingml/2006/main" w="0">
            <a:noFill/>
          </a:ln>
        </p:spPr>
      </p:sp>
      <p:sp>
        <p:nvSpPr>
          <p:cNvPr id="50" name="shape_400">
            <a:extLst xmlns:a="http://schemas.openxmlformats.org/drawingml/2006/main">
              <a:ext uri="{FF2B5EF4-FFF2-40B4-BE49-F238E27FC236}">
                <a16:creationId xmlns:a16="http://schemas.microsoft.com/office/drawing/2014/main" id="{95D9CA04-F57A-4B5B-9846-B1C98BD26184}"/>
              </a:ext>
            </a:extLst>
          </p:cNvPr>
          <p:cNvSpPr>
            <a:spLocks xmlns:a="http://schemas.openxmlformats.org/drawingml/2006/main" noGrp="1"/>
          </p:cNvSpPr>
          <p:nvPr/>
        </p:nvSpPr>
        <p:spPr>
          <a:xfrm xmlns:a="http://schemas.openxmlformats.org/drawingml/2006/main">
            <a:off x="13094970" y="50463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25" name=""/>
          <p:cNvCxnSpPr>
            <a:stCxn xmlns:a="http://schemas.openxmlformats.org/drawingml/2006/main" id="49" idx="3"/>
            <a:endCxn xmlns:a="http://schemas.openxmlformats.org/drawingml/2006/main" id="50" idx="1"/>
          </p:cNvCxnSpPr>
          <p:nvPr/>
        </p:nvCxnSpPr>
        <p:spPr>
          <a:xfrm xmlns:a="http://schemas.openxmlformats.org/drawingml/2006/main">
            <a:off x="12517755" y="5048250"/>
            <a:ext cx="577215" cy="0"/>
          </a:xfrm>
          <a:prstGeom xmlns:a="http://schemas.openxmlformats.org/drawingml/2006/main" prst="straightConnector1">
            <a:avLst/>
          </a:prstGeom>
          <a:ln xmlns:a="http://schemas.openxmlformats.org/drawingml/2006/main" w="19050">
            <a:solidFill>
              <a:srgbClr val="B57B38"/>
            </a:solidFill>
            <a:prstDash val="solid"/>
            <a:tailEnd type="triangle" w="sm" len="sm"/>
          </a:ln>
        </p:spPr>
      </p:cxnSp>
      <p:sp>
        <p:nvSpPr>
          <p:cNvPr id="52" name="shape_401">
            <a:extLst xmlns:a="http://schemas.openxmlformats.org/drawingml/2006/main">
              <a:ext uri="{FF2B5EF4-FFF2-40B4-BE49-F238E27FC236}">
                <a16:creationId xmlns:a16="http://schemas.microsoft.com/office/drawing/2014/main" id="{A113D783-5004-49FA-93CD-A5AE37E863FC}"/>
              </a:ext>
            </a:extLst>
          </p:cNvPr>
          <p:cNvSpPr>
            <a:spLocks xmlns:a="http://schemas.openxmlformats.org/drawingml/2006/main" noGrp="1"/>
          </p:cNvSpPr>
          <p:nvPr/>
        </p:nvSpPr>
        <p:spPr>
          <a:xfrm xmlns:a="http://schemas.openxmlformats.org/drawingml/2006/main">
            <a:off x="13837920" y="2855595"/>
            <a:ext cx="3810" cy="3810"/>
          </a:xfrm>
          <a:prstGeom xmlns:a="http://schemas.openxmlformats.org/drawingml/2006/main" prst="rect">
            <a:avLst/>
          </a:prstGeom>
          <a:noFill xmlns:a="http://schemas.openxmlformats.org/drawingml/2006/main"/>
          <a:ln xmlns:a="http://schemas.openxmlformats.org/drawingml/2006/main" w="0">
            <a:noFill/>
          </a:ln>
        </p:spPr>
      </p:sp>
      <p:sp>
        <p:nvSpPr>
          <p:cNvPr id="53" name="shape_402">
            <a:extLst xmlns:a="http://schemas.openxmlformats.org/drawingml/2006/main">
              <a:ext uri="{FF2B5EF4-FFF2-40B4-BE49-F238E27FC236}">
                <a16:creationId xmlns:a16="http://schemas.microsoft.com/office/drawing/2014/main" id="{532EE99A-7C8A-415F-B71F-D991CB64A049}"/>
              </a:ext>
            </a:extLst>
          </p:cNvPr>
          <p:cNvSpPr>
            <a:spLocks xmlns:a="http://schemas.openxmlformats.org/drawingml/2006/main" noGrp="1"/>
          </p:cNvSpPr>
          <p:nvPr/>
        </p:nvSpPr>
        <p:spPr>
          <a:xfrm xmlns:a="http://schemas.openxmlformats.org/drawingml/2006/main">
            <a:off x="13837920" y="45605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28" name=""/>
          <p:cNvCxnSpPr>
            <a:stCxn xmlns:a="http://schemas.openxmlformats.org/drawingml/2006/main" id="52" idx="2"/>
            <a:endCxn xmlns:a="http://schemas.openxmlformats.org/drawingml/2006/main" id="53" idx="0"/>
          </p:cNvCxnSpPr>
          <p:nvPr/>
        </p:nvCxnSpPr>
        <p:spPr>
          <a:xfrm xmlns:a="http://schemas.openxmlformats.org/drawingml/2006/main">
            <a:off x="13839825" y="2859405"/>
            <a:ext cx="0" cy="1701165"/>
          </a:xfrm>
          <a:prstGeom xmlns:a="http://schemas.openxmlformats.org/drawingml/2006/main" prst="straightConnector1">
            <a:avLst/>
          </a:prstGeom>
          <a:ln xmlns:a="http://schemas.openxmlformats.org/drawingml/2006/main" w="19050">
            <a:solidFill>
              <a:srgbClr val="398477"/>
            </a:solidFill>
            <a:prstDash val="solid"/>
            <a:tailEnd type="triangle" w="sm" len="sm"/>
          </a:ln>
        </p:spPr>
      </p:cxnSp>
      <p:sp>
        <p:nvSpPr>
          <p:cNvPr id="55" name="shape_403">
            <a:extLst xmlns:a="http://schemas.openxmlformats.org/drawingml/2006/main">
              <a:ext uri="{FF2B5EF4-FFF2-40B4-BE49-F238E27FC236}">
                <a16:creationId xmlns:a16="http://schemas.microsoft.com/office/drawing/2014/main" id="{85126263-5516-4AAC-8B98-C7169183F2F7}"/>
              </a:ext>
            </a:extLst>
          </p:cNvPr>
          <p:cNvSpPr>
            <a:spLocks xmlns:a="http://schemas.openxmlformats.org/drawingml/2006/main" noGrp="1"/>
          </p:cNvSpPr>
          <p:nvPr/>
        </p:nvSpPr>
        <p:spPr>
          <a:xfrm xmlns:a="http://schemas.openxmlformats.org/drawingml/2006/main">
            <a:off x="666750" y="5876925"/>
            <a:ext cx="9182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2250" b="1">
                <a:solidFill>
                  <a:srgbClr val="233245"/>
                </a:solidFill>
                <a:latin typeface="Arial"/>
                <a:ea typeface="Arial"/>
                <a:cs typeface="Arial"/>
              </a:defRPr>
            </a:pPr>
            <a:r>
              <a:rPr sz="2250" b="1">
                <a:solidFill>
                  <a:srgbClr val="233245"/>
                </a:solidFill>
                <a:latin typeface="Arial"/>
                <a:ea typeface="Arial"/>
                <a:cs typeface="Arial"/>
              </a:rPr>
              <a:t>Ŷ_upper = μ + center[g(t) ⊙ Q(t)]</a:t>
            </a:r>
          </a:p>
        </p:txBody>
      </p:sp>
      <p:sp>
        <p:nvSpPr>
          <p:cNvPr id="56" name="shape_404">
            <a:extLst xmlns:a="http://schemas.openxmlformats.org/drawingml/2006/main">
              <a:ext uri="{FF2B5EF4-FFF2-40B4-BE49-F238E27FC236}">
                <a16:creationId xmlns:a16="http://schemas.microsoft.com/office/drawing/2014/main" id="{A23B9395-1ED2-4B27-9A73-69A40696AD98}"/>
              </a:ext>
            </a:extLst>
          </p:cNvPr>
          <p:cNvSpPr>
            <a:spLocks xmlns:a="http://schemas.openxmlformats.org/drawingml/2006/main" noGrp="1"/>
          </p:cNvSpPr>
          <p:nvPr/>
        </p:nvSpPr>
        <p:spPr>
          <a:xfrm xmlns:a="http://schemas.openxmlformats.org/drawingml/2006/main">
            <a:off x="14580870" y="5046345"/>
            <a:ext cx="3810" cy="3810"/>
          </a:xfrm>
          <a:prstGeom xmlns:a="http://schemas.openxmlformats.org/drawingml/2006/main" prst="rect">
            <a:avLst/>
          </a:prstGeom>
          <a:noFill xmlns:a="http://schemas.openxmlformats.org/drawingml/2006/main"/>
          <a:ln xmlns:a="http://schemas.openxmlformats.org/drawingml/2006/main" w="0">
            <a:noFill/>
          </a:ln>
        </p:spPr>
      </p:sp>
      <p:sp>
        <p:nvSpPr>
          <p:cNvPr id="57" name="shape_405">
            <a:extLst xmlns:a="http://schemas.openxmlformats.org/drawingml/2006/main">
              <a:ext uri="{FF2B5EF4-FFF2-40B4-BE49-F238E27FC236}">
                <a16:creationId xmlns:a16="http://schemas.microsoft.com/office/drawing/2014/main" id="{BF7EBE59-9E27-478B-AE76-E460A0B0A38A}"/>
              </a:ext>
            </a:extLst>
          </p:cNvPr>
          <p:cNvSpPr>
            <a:spLocks xmlns:a="http://schemas.openxmlformats.org/drawingml/2006/main" noGrp="1"/>
          </p:cNvSpPr>
          <p:nvPr/>
        </p:nvSpPr>
        <p:spPr>
          <a:xfrm xmlns:a="http://schemas.openxmlformats.org/drawingml/2006/main">
            <a:off x="14695170" y="504634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32" name=""/>
          <p:cNvCxnSpPr>
            <a:stCxn xmlns:a="http://schemas.openxmlformats.org/drawingml/2006/main" id="56" idx="3"/>
            <a:endCxn xmlns:a="http://schemas.openxmlformats.org/drawingml/2006/main" id="57" idx="1"/>
          </p:cNvCxnSpPr>
          <p:nvPr/>
        </p:nvCxnSpPr>
        <p:spPr>
          <a:xfrm xmlns:a="http://schemas.openxmlformats.org/drawingml/2006/main">
            <a:off x="14584680" y="5048250"/>
            <a:ext cx="110490" cy="0"/>
          </a:xfrm>
          <a:prstGeom xmlns:a="http://schemas.openxmlformats.org/drawingml/2006/main" prst="straightConnector1">
            <a:avLst/>
          </a:prstGeom>
          <a:ln xmlns:a="http://schemas.openxmlformats.org/drawingml/2006/main" w="19050">
            <a:solidFill>
              <a:srgbClr val="7864A7"/>
            </a:solidFill>
            <a:prstDash val="solid"/>
          </a:ln>
        </p:spPr>
      </p:cxnSp>
      <p:sp>
        <p:nvSpPr>
          <p:cNvPr id="59" name="shape_406">
            <a:extLst xmlns:a="http://schemas.openxmlformats.org/drawingml/2006/main">
              <a:ext uri="{FF2B5EF4-FFF2-40B4-BE49-F238E27FC236}">
                <a16:creationId xmlns:a16="http://schemas.microsoft.com/office/drawing/2014/main" id="{B030A83B-D6E2-4533-BAD5-FFE828D7FE66}"/>
              </a:ext>
            </a:extLst>
          </p:cNvPr>
          <p:cNvSpPr>
            <a:spLocks xmlns:a="http://schemas.openxmlformats.org/drawingml/2006/main" noGrp="1"/>
          </p:cNvSpPr>
          <p:nvPr/>
        </p:nvSpPr>
        <p:spPr>
          <a:xfrm xmlns:a="http://schemas.openxmlformats.org/drawingml/2006/main">
            <a:off x="14695170" y="5046345"/>
            <a:ext cx="3810" cy="3810"/>
          </a:xfrm>
          <a:prstGeom xmlns:a="http://schemas.openxmlformats.org/drawingml/2006/main" prst="rect">
            <a:avLst/>
          </a:prstGeom>
          <a:noFill xmlns:a="http://schemas.openxmlformats.org/drawingml/2006/main"/>
          <a:ln xmlns:a="http://schemas.openxmlformats.org/drawingml/2006/main" w="0">
            <a:noFill/>
          </a:ln>
        </p:spPr>
      </p:sp>
      <p:sp>
        <p:nvSpPr>
          <p:cNvPr id="60" name="shape_407">
            <a:extLst xmlns:a="http://schemas.openxmlformats.org/drawingml/2006/main">
              <a:ext uri="{FF2B5EF4-FFF2-40B4-BE49-F238E27FC236}">
                <a16:creationId xmlns:a16="http://schemas.microsoft.com/office/drawing/2014/main" id="{B99C2EE5-B29E-4616-951B-526A4B629B81}"/>
              </a:ext>
            </a:extLst>
          </p:cNvPr>
          <p:cNvSpPr>
            <a:spLocks xmlns:a="http://schemas.openxmlformats.org/drawingml/2006/main" noGrp="1"/>
          </p:cNvSpPr>
          <p:nvPr/>
        </p:nvSpPr>
        <p:spPr>
          <a:xfrm xmlns:a="http://schemas.openxmlformats.org/drawingml/2006/main">
            <a:off x="14695170" y="7122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35" name=""/>
          <p:cNvCxnSpPr>
            <a:stCxn xmlns:a="http://schemas.openxmlformats.org/drawingml/2006/main" id="59" idx="2"/>
            <a:endCxn xmlns:a="http://schemas.openxmlformats.org/drawingml/2006/main" id="60" idx="0"/>
          </p:cNvCxnSpPr>
          <p:nvPr/>
        </p:nvCxnSpPr>
        <p:spPr>
          <a:xfrm xmlns:a="http://schemas.openxmlformats.org/drawingml/2006/main">
            <a:off x="14697075" y="5050155"/>
            <a:ext cx="0" cy="2072640"/>
          </a:xfrm>
          <a:prstGeom xmlns:a="http://schemas.openxmlformats.org/drawingml/2006/main" prst="straightConnector1">
            <a:avLst/>
          </a:prstGeom>
          <a:ln xmlns:a="http://schemas.openxmlformats.org/drawingml/2006/main" w="19050">
            <a:solidFill>
              <a:srgbClr val="7864A7"/>
            </a:solidFill>
            <a:prstDash val="solid"/>
          </a:ln>
        </p:spPr>
      </p:cxnSp>
      <p:sp>
        <p:nvSpPr>
          <p:cNvPr id="62" name="shape_408">
            <a:extLst xmlns:a="http://schemas.openxmlformats.org/drawingml/2006/main">
              <a:ext uri="{FF2B5EF4-FFF2-40B4-BE49-F238E27FC236}">
                <a16:creationId xmlns:a16="http://schemas.microsoft.com/office/drawing/2014/main" id="{169A4DE3-03BA-463E-8A23-C6F54CB10061}"/>
              </a:ext>
            </a:extLst>
          </p:cNvPr>
          <p:cNvSpPr>
            <a:spLocks xmlns:a="http://schemas.openxmlformats.org/drawingml/2006/main" noGrp="1"/>
          </p:cNvSpPr>
          <p:nvPr/>
        </p:nvSpPr>
        <p:spPr>
          <a:xfrm xmlns:a="http://schemas.openxmlformats.org/drawingml/2006/main">
            <a:off x="14695170" y="7122795"/>
            <a:ext cx="3810" cy="3810"/>
          </a:xfrm>
          <a:prstGeom xmlns:a="http://schemas.openxmlformats.org/drawingml/2006/main" prst="rect">
            <a:avLst/>
          </a:prstGeom>
          <a:noFill xmlns:a="http://schemas.openxmlformats.org/drawingml/2006/main"/>
          <a:ln xmlns:a="http://schemas.openxmlformats.org/drawingml/2006/main" w="0">
            <a:noFill/>
          </a:ln>
        </p:spPr>
      </p:sp>
      <p:sp>
        <p:nvSpPr>
          <p:cNvPr id="63" name="shape_409">
            <a:extLst xmlns:a="http://schemas.openxmlformats.org/drawingml/2006/main">
              <a:ext uri="{FF2B5EF4-FFF2-40B4-BE49-F238E27FC236}">
                <a16:creationId xmlns:a16="http://schemas.microsoft.com/office/drawing/2014/main" id="{46F8A445-5509-440B-A142-F99BB174F4E4}"/>
              </a:ext>
            </a:extLst>
          </p:cNvPr>
          <p:cNvSpPr>
            <a:spLocks xmlns:a="http://schemas.openxmlformats.org/drawingml/2006/main" noGrp="1"/>
          </p:cNvSpPr>
          <p:nvPr/>
        </p:nvSpPr>
        <p:spPr>
          <a:xfrm xmlns:a="http://schemas.openxmlformats.org/drawingml/2006/main">
            <a:off x="11999595" y="7122795"/>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38" name=""/>
          <p:cNvCxnSpPr>
            <a:stCxn xmlns:a="http://schemas.openxmlformats.org/drawingml/2006/main" id="62" idx="1"/>
            <a:endCxn xmlns:a="http://schemas.openxmlformats.org/drawingml/2006/main" id="63" idx="3"/>
          </p:cNvCxnSpPr>
          <p:nvPr/>
        </p:nvCxnSpPr>
        <p:spPr>
          <a:xfrm xmlns:a="http://schemas.openxmlformats.org/drawingml/2006/main" flipH="1">
            <a:off x="12003405" y="7124700"/>
            <a:ext cx="2691765" cy="0"/>
          </a:xfrm>
          <a:prstGeom xmlns:a="http://schemas.openxmlformats.org/drawingml/2006/main" prst="straightConnector1">
            <a:avLst/>
          </a:prstGeom>
          <a:ln xmlns:a="http://schemas.openxmlformats.org/drawingml/2006/main" w="19050">
            <a:solidFill>
              <a:srgbClr val="7864A7"/>
            </a:solidFill>
            <a:prstDash val="solid"/>
            <a:tailEnd type="triangle" w="sm" len="sm"/>
          </a:ln>
        </p:spPr>
      </p:cxnSp>
      <p:sp>
        <p:nvSpPr>
          <p:cNvPr id="65" name="module_410">
            <a:extLst xmlns:a="http://schemas.openxmlformats.org/drawingml/2006/main">
              <a:ext uri="{FF2B5EF4-FFF2-40B4-BE49-F238E27FC236}">
                <a16:creationId xmlns:a16="http://schemas.microsoft.com/office/drawing/2014/main" id="{5365BC31-A7F2-475F-9997-4B2A1760F4C7}"/>
              </a:ext>
            </a:extLst>
          </p:cNvPr>
          <p:cNvSpPr>
            <a:spLocks xmlns:a="http://schemas.openxmlformats.org/drawingml/2006/main" noGrp="1"/>
          </p:cNvSpPr>
          <p:nvPr/>
        </p:nvSpPr>
        <p:spPr>
          <a:xfrm xmlns:a="http://schemas.openxmlformats.org/drawingml/2006/main">
            <a:off x="9725025" y="6848475"/>
            <a:ext cx="2276475" cy="647700"/>
          </a:xfrm>
          <a:prstGeom xmlns:a="http://schemas.openxmlformats.org/drawingml/2006/main" prst="roundRect">
            <a:avLst>
              <a:gd name="adj" fmla="val 13235"/>
            </a:avLst>
          </a:prstGeom>
          <a:solidFill xmlns:a="http://schemas.openxmlformats.org/drawingml/2006/main">
            <a:srgbClr val="E6F3EE"/>
          </a:solidFill>
          <a:ln xmlns:a="http://schemas.openxmlformats.org/drawingml/2006/main" w="14288">
            <a:solidFill>
              <a:srgbClr val="398477"/>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575">
                <a:solidFill>
                  <a:srgbClr val="233245"/>
                </a:solidFill>
                <a:latin typeface="Arial"/>
                <a:ea typeface="Arial"/>
                <a:cs typeface="Arial"/>
              </a:defRPr>
            </a:pPr>
            <a:r>
              <a:rPr sz="1575">
                <a:solidFill>
                  <a:srgbClr val="233245"/>
                </a:solidFill>
                <a:latin typeface="Arial"/>
                <a:ea typeface="Arial"/>
                <a:cs typeface="Arial"/>
              </a:rPr>
              <a:t>Copy other 43 channels</a:t>
            </a:r>
          </a:p>
        </p:txBody>
      </p:sp>
      <p:sp>
        <p:nvSpPr>
          <p:cNvPr id="66" name="shape_411">
            <a:extLst xmlns:a="http://schemas.openxmlformats.org/drawingml/2006/main">
              <a:ext uri="{FF2B5EF4-FFF2-40B4-BE49-F238E27FC236}">
                <a16:creationId xmlns:a16="http://schemas.microsoft.com/office/drawing/2014/main" id="{C4B288B6-BC7D-4AC4-8D57-30A1AAB9A663}"/>
              </a:ext>
            </a:extLst>
          </p:cNvPr>
          <p:cNvSpPr>
            <a:spLocks xmlns:a="http://schemas.openxmlformats.org/drawingml/2006/main" noGrp="1"/>
          </p:cNvSpPr>
          <p:nvPr/>
        </p:nvSpPr>
        <p:spPr>
          <a:xfrm xmlns:a="http://schemas.openxmlformats.org/drawingml/2006/main">
            <a:off x="419100" y="711517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575" b="0">
                <a:solidFill>
                  <a:srgbClr val="697687"/>
                </a:solidFill>
                <a:latin typeface="Arial"/>
                <a:ea typeface="Arial"/>
                <a:cs typeface="Arial"/>
              </a:defRPr>
            </a:pPr>
            <a:r>
              <a:rPr sz="1575" b="0">
                <a:solidFill>
                  <a:srgbClr val="697687"/>
                </a:solidFill>
                <a:latin typeface="Arial"/>
                <a:ea typeface="Arial"/>
                <a:cs typeface="Arial"/>
              </a:rPr>
              <a:t>Gain range [0.25, 2.5]     Blink and gaze remain in the copied channels</a:t>
            </a:r>
          </a:p>
        </p:txBody>
      </p:sp>
      <p:sp>
        <p:nvSpPr>
          <p:cNvPr id="67" name="module_412">
            <a:extLst xmlns:a="http://schemas.openxmlformats.org/drawingml/2006/main">
              <a:ext uri="{FF2B5EF4-FFF2-40B4-BE49-F238E27FC236}">
                <a16:creationId xmlns:a16="http://schemas.microsoft.com/office/drawing/2014/main" id="{10F728B2-24F9-413A-B6CE-16EE5A47D63F}"/>
              </a:ext>
            </a:extLst>
          </p:cNvPr>
          <p:cNvSpPr>
            <a:spLocks xmlns:a="http://schemas.openxmlformats.org/drawingml/2006/main" noGrp="1"/>
          </p:cNvSpPr>
          <p:nvPr/>
        </p:nvSpPr>
        <p:spPr>
          <a:xfrm xmlns:a="http://schemas.openxmlformats.org/drawingml/2006/main">
            <a:off x="12477750" y="7620000"/>
            <a:ext cx="2133600" cy="581025"/>
          </a:xfrm>
          <a:prstGeom xmlns:a="http://schemas.openxmlformats.org/drawingml/2006/main" prst="roundRect">
            <a:avLst>
              <a:gd name="adj" fmla="val 14754"/>
            </a:avLst>
          </a:prstGeom>
          <a:solidFill xmlns:a="http://schemas.openxmlformats.org/drawingml/2006/main">
            <a:srgbClr val="F7F9FC"/>
          </a:solidFill>
          <a:ln xmlns:a="http://schemas.openxmlformats.org/drawingml/2006/main" w="14288">
            <a:solidFill>
              <a:srgbClr val="485B71"/>
            </a:solidFill>
          </a:ln>
        </p:spPr>
        <p:txBody>
          <a:bodyPr xmlns:a="http://schemas.openxmlformats.org/drawingml/2006/main" wrap="none" lIns="76200" tIns="47625" rIns="76200" bIns="47625" anchor="ctr">
            <a:noAutofit/>
          </a:bodyPr>
          <a:lstStyle xmlns:a="http://schemas.openxmlformats.org/drawingml/2006/main"/>
          <a:p xmlns:a="http://schemas.openxmlformats.org/drawingml/2006/main">
            <a:pPr algn="ctr">
              <a:defRPr sz="1725">
                <a:solidFill>
                  <a:srgbClr val="233245"/>
                </a:solidFill>
                <a:latin typeface="Arial"/>
                <a:ea typeface="Arial"/>
                <a:cs typeface="Arial"/>
              </a:defRPr>
            </a:pPr>
            <a:r>
              <a:rPr sz="1725">
                <a:solidFill>
                  <a:srgbClr val="233245"/>
                </a:solidFill>
                <a:latin typeface="Arial"/>
                <a:ea typeface="Arial"/>
                <a:cs typeface="Arial"/>
              </a:rPr>
              <a:t>ARKit52 candidate</a:t>
            </a:r>
          </a:p>
        </p:txBody>
      </p:sp>
      <p:sp>
        <p:nvSpPr>
          <p:cNvPr id="68" name="shape_413">
            <a:extLst xmlns:a="http://schemas.openxmlformats.org/drawingml/2006/main">
              <a:ext uri="{FF2B5EF4-FFF2-40B4-BE49-F238E27FC236}">
                <a16:creationId xmlns:a16="http://schemas.microsoft.com/office/drawing/2014/main" id="{8CA98716-BF3D-4BFE-B111-C763E2E93532}"/>
              </a:ext>
            </a:extLst>
          </p:cNvPr>
          <p:cNvSpPr>
            <a:spLocks xmlns:a="http://schemas.openxmlformats.org/drawingml/2006/main" noGrp="1"/>
          </p:cNvSpPr>
          <p:nvPr/>
        </p:nvSpPr>
        <p:spPr>
          <a:xfrm xmlns:a="http://schemas.openxmlformats.org/drawingml/2006/main">
            <a:off x="10856595" y="7494270"/>
            <a:ext cx="3810" cy="3810"/>
          </a:xfrm>
          <a:prstGeom xmlns:a="http://schemas.openxmlformats.org/drawingml/2006/main" prst="rect">
            <a:avLst/>
          </a:prstGeom>
          <a:noFill xmlns:a="http://schemas.openxmlformats.org/drawingml/2006/main"/>
          <a:ln xmlns:a="http://schemas.openxmlformats.org/drawingml/2006/main" w="0">
            <a:noFill/>
          </a:ln>
        </p:spPr>
      </p:sp>
      <p:sp>
        <p:nvSpPr>
          <p:cNvPr id="69" name="shape_414">
            <a:extLst xmlns:a="http://schemas.openxmlformats.org/drawingml/2006/main">
              <a:ext uri="{FF2B5EF4-FFF2-40B4-BE49-F238E27FC236}">
                <a16:creationId xmlns:a16="http://schemas.microsoft.com/office/drawing/2014/main" id="{B80A60C9-9650-4B00-8780-D4233D9F0787}"/>
              </a:ext>
            </a:extLst>
          </p:cNvPr>
          <p:cNvSpPr>
            <a:spLocks xmlns:a="http://schemas.openxmlformats.org/drawingml/2006/main" noGrp="1"/>
          </p:cNvSpPr>
          <p:nvPr/>
        </p:nvSpPr>
        <p:spPr>
          <a:xfrm xmlns:a="http://schemas.openxmlformats.org/drawingml/2006/main">
            <a:off x="10856595" y="79133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44" name=""/>
          <p:cNvCxnSpPr>
            <a:stCxn xmlns:a="http://schemas.openxmlformats.org/drawingml/2006/main" id="68" idx="2"/>
            <a:endCxn xmlns:a="http://schemas.openxmlformats.org/drawingml/2006/main" id="69" idx="0"/>
          </p:cNvCxnSpPr>
          <p:nvPr/>
        </p:nvCxnSpPr>
        <p:spPr>
          <a:xfrm xmlns:a="http://schemas.openxmlformats.org/drawingml/2006/main">
            <a:off x="10858500" y="7498080"/>
            <a:ext cx="0" cy="415290"/>
          </a:xfrm>
          <a:prstGeom xmlns:a="http://schemas.openxmlformats.org/drawingml/2006/main" prst="straightConnector1">
            <a:avLst/>
          </a:prstGeom>
          <a:ln xmlns:a="http://schemas.openxmlformats.org/drawingml/2006/main" w="19050">
            <a:solidFill>
              <a:srgbClr val="485B71"/>
            </a:solidFill>
            <a:prstDash val="solid"/>
          </a:ln>
        </p:spPr>
      </p:cxnSp>
      <p:sp>
        <p:nvSpPr>
          <p:cNvPr id="71" name="shape_415">
            <a:extLst xmlns:a="http://schemas.openxmlformats.org/drawingml/2006/main">
              <a:ext uri="{FF2B5EF4-FFF2-40B4-BE49-F238E27FC236}">
                <a16:creationId xmlns:a16="http://schemas.microsoft.com/office/drawing/2014/main" id="{8BD47483-1B72-418F-A3CA-E92C771450FA}"/>
              </a:ext>
            </a:extLst>
          </p:cNvPr>
          <p:cNvSpPr>
            <a:spLocks xmlns:a="http://schemas.openxmlformats.org/drawingml/2006/main" noGrp="1"/>
          </p:cNvSpPr>
          <p:nvPr/>
        </p:nvSpPr>
        <p:spPr>
          <a:xfrm xmlns:a="http://schemas.openxmlformats.org/drawingml/2006/main">
            <a:off x="10856595" y="7913370"/>
            <a:ext cx="3810" cy="3810"/>
          </a:xfrm>
          <a:prstGeom xmlns:a="http://schemas.openxmlformats.org/drawingml/2006/main" prst="rect">
            <a:avLst/>
          </a:prstGeom>
          <a:noFill xmlns:a="http://schemas.openxmlformats.org/drawingml/2006/main"/>
          <a:ln xmlns:a="http://schemas.openxmlformats.org/drawingml/2006/main" w="0">
            <a:noFill/>
          </a:ln>
        </p:spPr>
      </p:sp>
      <p:sp>
        <p:nvSpPr>
          <p:cNvPr id="72" name="shape_416">
            <a:extLst xmlns:a="http://schemas.openxmlformats.org/drawingml/2006/main">
              <a:ext uri="{FF2B5EF4-FFF2-40B4-BE49-F238E27FC236}">
                <a16:creationId xmlns:a16="http://schemas.microsoft.com/office/drawing/2014/main" id="{9A796CB5-8880-494E-A60D-43B30E138F73}"/>
              </a:ext>
            </a:extLst>
          </p:cNvPr>
          <p:cNvSpPr>
            <a:spLocks xmlns:a="http://schemas.openxmlformats.org/drawingml/2006/main" noGrp="1"/>
          </p:cNvSpPr>
          <p:nvPr/>
        </p:nvSpPr>
        <p:spPr>
          <a:xfrm xmlns:a="http://schemas.openxmlformats.org/drawingml/2006/main">
            <a:off x="12475845" y="7913370"/>
            <a:ext cx="3810" cy="3810"/>
          </a:xfrm>
          <a:prstGeom xmlns:a="http://schemas.openxmlformats.org/drawingml/2006/main" prst="rect">
            <a:avLst/>
          </a:prstGeom>
          <a:noFill xmlns:a="http://schemas.openxmlformats.org/drawingml/2006/main"/>
          <a:ln xmlns:a="http://schemas.openxmlformats.org/drawingml/2006/main" w="0">
            <a:noFill/>
          </a:ln>
        </p:spPr>
      </p:sp>
      <p:cxnSp>
        <p:nvCxnSpPr>
          <p:cNvPr id="147" name=""/>
          <p:cNvCxnSpPr>
            <a:stCxn xmlns:a="http://schemas.openxmlformats.org/drawingml/2006/main" id="71" idx="3"/>
            <a:endCxn xmlns:a="http://schemas.openxmlformats.org/drawingml/2006/main" id="72" idx="1"/>
          </p:cNvCxnSpPr>
          <p:nvPr/>
        </p:nvCxnSpPr>
        <p:spPr>
          <a:xfrm xmlns:a="http://schemas.openxmlformats.org/drawingml/2006/main">
            <a:off x="10860405" y="7915275"/>
            <a:ext cx="1615440" cy="0"/>
          </a:xfrm>
          <a:prstGeom xmlns:a="http://schemas.openxmlformats.org/drawingml/2006/main" prst="straightConnector1">
            <a:avLst/>
          </a:prstGeom>
          <a:ln xmlns:a="http://schemas.openxmlformats.org/drawingml/2006/main" w="19050">
            <a:solidFill>
              <a:srgbClr val="485B71"/>
            </a:solidFill>
            <a:prstDash val="solid"/>
            <a:tailEnd type="triangle" w="sm" len="sm"/>
          </a:ln>
        </p:spPr>
      </p:cxnSp>
      <p:sp>
        <p:nvSpPr>
          <p:cNvPr id="74" name="shape_417">
            <a:extLst xmlns:a="http://schemas.openxmlformats.org/drawingml/2006/main">
              <a:ext uri="{FF2B5EF4-FFF2-40B4-BE49-F238E27FC236}">
                <a16:creationId xmlns:a16="http://schemas.microsoft.com/office/drawing/2014/main" id="{DB174E81-D87C-4064-8FD5-D756354CE853}"/>
              </a:ext>
            </a:extLst>
          </p:cNvPr>
          <p:cNvSpPr>
            <a:spLocks xmlns:a="http://schemas.openxmlformats.org/drawingml/2006/main" noGrp="1"/>
          </p:cNvSpPr>
          <p:nvPr/>
        </p:nvSpPr>
        <p:spPr>
          <a:xfrm xmlns:a="http://schemas.openxmlformats.org/drawingml/2006/main">
            <a:off x="419100" y="7781925"/>
            <a:ext cx="114014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9525" tIns="0" rIns="9525" bIns="0" anchor="ctr">
            <a:noAutofit/>
          </a:bodyPr>
          <a:lstStyle xmlns:a="http://schemas.openxmlformats.org/drawingml/2006/main"/>
          <a:p xmlns:a="http://schemas.openxmlformats.org/drawingml/2006/main">
            <a:pPr algn="l">
              <a:defRPr sz="1725" b="0">
                <a:solidFill>
                  <a:srgbClr val="AF6471"/>
                </a:solidFill>
                <a:latin typeface="Arial"/>
                <a:ea typeface="Arial"/>
                <a:cs typeface="Arial"/>
              </a:defRPr>
            </a:pPr>
            <a:r>
              <a:rPr sz="1725" b="0">
                <a:solidFill>
                  <a:srgbClr val="AF6471"/>
                </a:solidFill>
                <a:latin typeface="Arial"/>
                <a:ea typeface="Arial"/>
                <a:cs typeface="Arial"/>
              </a:rPr>
              <a:t>Audio timing validation remains open. This branch is separate from the main architecture.</a:t>
            </a:r>
          </a:p>
        </p:txBody>
      </p:sp>
    </p:spTree>
    <p:extLst>
      <p:ext uri="{BB962C8B-B14F-4D97-AF65-F5344CB8AC3E}">
        <p14:creationId xmlns:p14="http://schemas.microsoft.com/office/powerpoint/2010/main" val="212998488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2026-09-21T17:30:19.1120000Z</dcterms:created>
  <dcterms:modified xsi:type="dcterms:W3CDTF">2026-09-21T17:30:19.1120000Z</dcterms:modified>
</coreProperties>
</file>