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5145fa94ff4126" /><Relationship Type="http://schemas.openxmlformats.org/officeDocument/2006/relationships/extended-properties" Target="/docProps/app.xml" Id="R60d0e04d25f54d36" /><Relationship Type="http://schemas.openxmlformats.org/officeDocument/2006/relationships/officeDocument" Target="/ppt/presentation.xml" Id="R2cc88a4b3fe24eee" /></Relationships>
</file>

<file path=ppt/presentation.xml><?xml version="1.0" encoding="utf-8"?>
<p:presentation xmlns:p="http://schemas.openxmlformats.org/presentationml/2006/main">
  <p:sldMasterIdLst>
    <p:sldMasterId xmlns:r="http://schemas.openxmlformats.org/officeDocument/2006/relationships" id="2147483648" r:id="R60a91e3c3175416d"/>
  </p:sldMasterIdLst>
  <p:notesMasterIdLst>
    <p:notesMasterId xmlns:r="http://schemas.openxmlformats.org/officeDocument/2006/relationships" r:id="R8830ea83169e49c0"/>
  </p:notesMasterIdLst>
  <p:sldIdLst>
    <p:sldId xmlns:r="http://schemas.openxmlformats.org/officeDocument/2006/relationships" id="256" r:id="R6361501b291240e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83ce7e0ed614ec5" /><Relationship Type="http://schemas.openxmlformats.org/officeDocument/2006/relationships/slideMaster" Target="/ppt/slideMasters/slideMaster1.xml" Id="R60a91e3c3175416d" /><Relationship Type="http://schemas.openxmlformats.org/officeDocument/2006/relationships/notesMaster" Target="/ppt/notesMasters/notesMaster1.xml" Id="R8830ea83169e49c0" /><Relationship Type="http://schemas.openxmlformats.org/officeDocument/2006/relationships/presProps" Target="/ppt/presProps.xml" Id="R035bae2ca774498c" /><Relationship Type="http://schemas.openxmlformats.org/officeDocument/2006/relationships/viewProps" Target="/ppt/viewProps.xml" Id="R75b55747f2d14bb5" /><Relationship Type="http://schemas.openxmlformats.org/officeDocument/2006/relationships/tableStyles" Target="/ppt/tableStyles.xml" Id="Rd1a6de6f083a43e5" /><Relationship Type="http://schemas.openxmlformats.org/officeDocument/2006/relationships/slide" Target="/ppt/slides/slide1.xml" Id="R6361501b291240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c99929fd5146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bab82382524a98" /><Relationship Type="http://schemas.openxmlformats.org/officeDocument/2006/relationships/notesMaster" Target="/ppt/notesMasters/notesMaster1.xml" Id="R7b145a70b9a14a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KineTalk uses a frozen articulation base for speech-synchronized mouth motion, a neutral reference encoder for personalized motion, and an audio emotion encoder that produces global emotion and temporal acoustic features. A motion emotion encoder is used only during training for emotion alignment. The conditional residual motion decoder combines articulation features, personalized motion, emotion, temporal acoustic context, and random noise to synthesize ARKit52 facial animation. The main path excludes the legacy Stage5 upper-flow branch and does not require a target motion sequence or emotion label at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48c6d7b5764b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a319050c4b4651" /><Relationship Type="http://schemas.openxmlformats.org/officeDocument/2006/relationships/slideLayout" Target="/ppt/slideLayouts/slideLayout1.xml" Id="R5f5005af60064b7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5005af60064b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abe31bdd564b5c" /><Relationship Type="http://schemas.openxmlformats.org/officeDocument/2006/relationships/notesSlide" Target="/ppt/notesSlides/notesSlide1.xml" Id="R9ccde4f1203844f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9" name="element_1">
            <a:extLst xmlns:a="http://schemas.openxmlformats.org/drawingml/2006/main">
              <a:ext uri="{FF2B5EF4-FFF2-40B4-BE49-F238E27FC236}">
                <a16:creationId xmlns:a16="http://schemas.microsoft.com/office/drawing/2014/main" id="{5FFF4C0B-4BC4-4554-9638-2A0DC5A78981}"/>
              </a:ext>
            </a:extLst>
          </p:cNvPr>
          <p:cNvSpPr>
            <a:spLocks xmlns:a="http://schemas.openxmlformats.org/drawingml/2006/main" noGrp="1"/>
          </p:cNvSpPr>
          <p:nvPr/>
        </p:nvSpPr>
        <p:spPr>
          <a:xfrm xmlns:a="http://schemas.openxmlformats.org/drawingml/2006/main">
            <a:off x="285750" y="142875"/>
            <a:ext cx="904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00" b="1">
                <a:solidFill>
                  <a:srgbClr val="142632"/>
                </a:solidFill>
                <a:latin typeface="Arial"/>
                <a:ea typeface="Arial"/>
                <a:cs typeface="Arial"/>
              </a:defRPr>
            </a:pPr>
            <a:r>
              <a:rPr sz="2100" b="1">
                <a:solidFill>
                  <a:srgbClr val="142632"/>
                </a:solidFill>
                <a:latin typeface="Arial"/>
                <a:ea typeface="Arial"/>
                <a:cs typeface="Arial"/>
              </a:rPr>
              <a:t>(a) KineTalk overview</a:t>
            </a:r>
          </a:p>
        </p:txBody>
      </p:sp>
      <p:sp>
        <p:nvSpPr>
          <p:cNvPr id="2" name="element_2">
            <a:extLst xmlns:a="http://schemas.openxmlformats.org/drawingml/2006/main">
              <a:ext uri="{FF2B5EF4-FFF2-40B4-BE49-F238E27FC236}">
                <a16:creationId xmlns:a16="http://schemas.microsoft.com/office/drawing/2014/main" id="{CE4DAF03-F1CA-4C5E-943E-E22C0DB31066}"/>
              </a:ext>
            </a:extLst>
          </p:cNvPr>
          <p:cNvSpPr>
            <a:spLocks xmlns:a="http://schemas.openxmlformats.org/drawingml/2006/main" noGrp="1"/>
          </p:cNvSpPr>
          <p:nvPr/>
        </p:nvSpPr>
        <p:spPr>
          <a:xfrm xmlns:a="http://schemas.openxmlformats.org/drawingml/2006/main">
            <a:off x="11667173" y="332423"/>
            <a:ext cx="1905" cy="1905"/>
          </a:xfrm>
          <a:prstGeom xmlns:a="http://schemas.openxmlformats.org/drawingml/2006/main" prst="rect">
            <a:avLst/>
          </a:prstGeom>
          <a:noFill xmlns:a="http://schemas.openxmlformats.org/drawingml/2006/main"/>
          <a:ln xmlns:a="http://schemas.openxmlformats.org/drawingml/2006/main" w="0">
            <a:noFill/>
          </a:ln>
        </p:spPr>
      </p:sp>
      <p:sp>
        <p:nvSpPr>
          <p:cNvPr id="3" name="element_3">
            <a:extLst xmlns:a="http://schemas.openxmlformats.org/drawingml/2006/main">
              <a:ext uri="{FF2B5EF4-FFF2-40B4-BE49-F238E27FC236}">
                <a16:creationId xmlns:a16="http://schemas.microsoft.com/office/drawing/2014/main" id="{3F9E0C85-5B23-40B2-8A06-A5B507F087EE}"/>
              </a:ext>
            </a:extLst>
          </p:cNvPr>
          <p:cNvSpPr>
            <a:spLocks xmlns:a="http://schemas.openxmlformats.org/drawingml/2006/main" noGrp="1"/>
          </p:cNvSpPr>
          <p:nvPr/>
        </p:nvSpPr>
        <p:spPr>
          <a:xfrm xmlns:a="http://schemas.openxmlformats.org/drawingml/2006/main">
            <a:off x="11667173" y="77142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46" name="直接箭头连接符 698"/>
          <p:cNvCxnSpPr>
            <a:stCxn xmlns:a="http://schemas.openxmlformats.org/drawingml/2006/main" id="2" idx="2"/>
            <a:endCxn xmlns:a="http://schemas.openxmlformats.org/drawingml/2006/main" id="3" idx="0"/>
          </p:cNvCxnSpPr>
          <p:nvPr/>
        </p:nvCxnSpPr>
        <p:spPr>
          <a:xfrm xmlns:a="http://schemas.openxmlformats.org/drawingml/2006/main">
            <a:off x="11668126" y="334328"/>
            <a:ext cx="0" cy="7379970"/>
          </a:xfrm>
          <a:prstGeom xmlns:a="http://schemas.openxmlformats.org/drawingml/2006/main" prst="straightConnector1">
            <a:avLst/>
          </a:prstGeom>
          <a:ln xmlns:a="http://schemas.openxmlformats.org/drawingml/2006/main" w="16193">
            <a:solidFill>
              <a:srgbClr val="647079"/>
            </a:solidFill>
            <a:prstDash val="dash"/>
          </a:ln>
        </p:spPr>
      </p:cxnSp>
      <p:sp>
        <p:nvSpPr>
          <p:cNvPr id="5" name="element_4">
            <a:extLst xmlns:a="http://schemas.openxmlformats.org/drawingml/2006/main">
              <a:ext uri="{FF2B5EF4-FFF2-40B4-BE49-F238E27FC236}">
                <a16:creationId xmlns:a16="http://schemas.microsoft.com/office/drawing/2014/main" id="{E1907227-5ED2-40F1-BA0C-600307BCEBCF}"/>
              </a:ext>
            </a:extLst>
          </p:cNvPr>
          <p:cNvSpPr>
            <a:spLocks xmlns:a="http://schemas.openxmlformats.org/drawingml/2006/main" noGrp="1"/>
          </p:cNvSpPr>
          <p:nvPr/>
        </p:nvSpPr>
        <p:spPr>
          <a:xfrm xmlns:a="http://schemas.openxmlformats.org/drawingml/2006/main">
            <a:off x="11906250" y="142875"/>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b="1">
                <a:solidFill>
                  <a:srgbClr val="142632"/>
                </a:solidFill>
                <a:latin typeface="Arial"/>
                <a:ea typeface="Arial"/>
                <a:cs typeface="Arial"/>
              </a:defRPr>
            </a:pPr>
            <a:r>
              <a:rPr sz="1950" b="1">
                <a:solidFill>
                  <a:srgbClr val="142632"/>
                </a:solidFill>
                <a:latin typeface="Arial"/>
                <a:ea typeface="Arial"/>
                <a:cs typeface="Arial"/>
              </a:rPr>
              <a:t>(b) Residual Motion Decoder</a:t>
            </a:r>
            <a:endParaRPr sz="1950" b="1">
              <a:solidFill>
                <a:srgbClr val="142632"/>
              </a:solidFill>
              <a:latin typeface="Arial"/>
              <a:ea typeface="Arial"/>
              <a:cs typeface="Arial"/>
            </a:endParaRPr>
          </a:p>
        </p:txBody>
      </p:sp>
      <p:sp>
        <p:nvSpPr>
          <p:cNvPr id="6" name="element_5">
            <a:extLst xmlns:a="http://schemas.openxmlformats.org/drawingml/2006/main">
              <a:ext uri="{FF2B5EF4-FFF2-40B4-BE49-F238E27FC236}">
                <a16:creationId xmlns:a16="http://schemas.microsoft.com/office/drawing/2014/main" id="{B17E8F06-D31C-44CA-88D4-619B1EF0FCE7}"/>
              </a:ext>
            </a:extLst>
          </p:cNvPr>
          <p:cNvSpPr>
            <a:spLocks xmlns:a="http://schemas.openxmlformats.org/drawingml/2006/main" noGrp="1"/>
          </p:cNvSpPr>
          <p:nvPr/>
        </p:nvSpPr>
        <p:spPr>
          <a:xfrm xmlns:a="http://schemas.openxmlformats.org/drawingml/2006/main">
            <a:off x="2038350" y="657225"/>
            <a:ext cx="5495925" cy="1162050"/>
          </a:xfrm>
          <a:prstGeom xmlns:a="http://schemas.openxmlformats.org/drawingml/2006/main" prst="roundRect">
            <a:avLst>
              <a:gd name="adj" fmla="val 16393"/>
            </a:avLst>
          </a:prstGeom>
          <a:solidFill xmlns:a="http://schemas.openxmlformats.org/drawingml/2006/main">
            <a:srgbClr val="F1F8FC"/>
          </a:solidFill>
          <a:ln xmlns:a="http://schemas.openxmlformats.org/drawingml/2006/main" w="10478">
            <a:solidFill>
              <a:srgbClr val="A8CADD"/>
            </a:solidFill>
          </a:ln>
        </p:spPr>
      </p:sp>
      <p:sp>
        <p:nvSpPr>
          <p:cNvPr id="7" name="element_6">
            <a:extLst xmlns:a="http://schemas.openxmlformats.org/drawingml/2006/main">
              <a:ext uri="{FF2B5EF4-FFF2-40B4-BE49-F238E27FC236}">
                <a16:creationId xmlns:a16="http://schemas.microsoft.com/office/drawing/2014/main" id="{10FC033E-7090-4775-A24D-74EB24D25F93}"/>
              </a:ext>
            </a:extLst>
          </p:cNvPr>
          <p:cNvSpPr>
            <a:spLocks xmlns:a="http://schemas.openxmlformats.org/drawingml/2006/main" noGrp="1"/>
          </p:cNvSpPr>
          <p:nvPr/>
        </p:nvSpPr>
        <p:spPr>
          <a:xfrm xmlns:a="http://schemas.openxmlformats.org/drawingml/2006/main">
            <a:off x="285750" y="923925"/>
            <a:ext cx="1343025" cy="742950"/>
          </a:xfrm>
          <a:prstGeom xmlns:a="http://schemas.openxmlformats.org/drawingml/2006/main" prst="roundRect">
            <a:avLst>
              <a:gd name="adj" fmla="val 3846"/>
            </a:avLst>
          </a:prstGeom>
          <a:solidFill xmlns:a="http://schemas.openxmlformats.org/drawingml/2006/main">
            <a:srgbClr val="FCFCFC"/>
          </a:solidFill>
          <a:ln xmlns:a="http://schemas.openxmlformats.org/drawingml/2006/main" w="10478">
            <a:solidFill>
              <a:srgbClr val="A7ADB3"/>
            </a:solidFill>
            <a:prstDash val="dash"/>
          </a:ln>
        </p:spPr>
      </p:sp>
      <p:sp>
        <p:nvSpPr>
          <p:cNvPr id="8" name="element_7">
            <a:extLst xmlns:a="http://schemas.openxmlformats.org/drawingml/2006/main">
              <a:ext uri="{FF2B5EF4-FFF2-40B4-BE49-F238E27FC236}">
                <a16:creationId xmlns:a16="http://schemas.microsoft.com/office/drawing/2014/main" id="{712DCBA2-D106-422A-AC77-8F47F4E08ABB}"/>
              </a:ext>
            </a:extLst>
          </p:cNvPr>
          <p:cNvSpPr>
            <a:spLocks xmlns:a="http://schemas.openxmlformats.org/drawingml/2006/main" noGrp="1"/>
          </p:cNvSpPr>
          <p:nvPr/>
        </p:nvSpPr>
        <p:spPr>
          <a:xfrm xmlns:a="http://schemas.openxmlformats.org/drawingml/2006/main">
            <a:off x="314325" y="952500"/>
            <a:ext cx="1285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Target speech</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A</a:t>
            </a:r>
          </a:p>
        </p:txBody>
      </p:sp>
      <p:sp>
        <p:nvSpPr>
          <p:cNvPr id="9" name="encoder_8">
            <a:extLst xmlns:a="http://schemas.openxmlformats.org/drawingml/2006/main">
              <a:ext uri="{FF2B5EF4-FFF2-40B4-BE49-F238E27FC236}">
                <a16:creationId xmlns:a16="http://schemas.microsoft.com/office/drawing/2014/main" id="{78CCAC6C-0350-4EFF-8148-3B792D84F771}"/>
              </a:ext>
            </a:extLst>
          </p:cNvPr>
          <p:cNvSpPr>
            <a:spLocks xmlns:a="http://schemas.openxmlformats.org/drawingml/2006/main" noGrp="1"/>
          </p:cNvSpPr>
          <p:nvPr/>
        </p:nvSpPr>
        <p:spPr>
          <a:xfrm xmlns:a="http://schemas.openxmlformats.org/drawingml/2006/main">
            <a:off x="2247900" y="857250"/>
            <a:ext cx="1066800" cy="609600"/>
          </a:xfrm>
          <a:custGeom xmlns:a="http://schemas.openxmlformats.org/drawingml/2006/main">
            <a:rect l="0" t="0" r="0" b="0"/>
            <a:pathLst>
              <a:path w="1066800" h="609600">
                <a:moveTo>
                  <a:pt x="0" y="0"/>
                </a:moveTo>
                <a:lnTo>
                  <a:pt x="1066800" y="97536"/>
                </a:lnTo>
                <a:lnTo>
                  <a:pt x="1066800" y="512064"/>
                </a:lnTo>
                <a:lnTo>
                  <a:pt x="0" y="609600"/>
                </a:lnTo>
                <a:close/>
              </a:path>
            </a:pathLst>
          </a:custGeom>
          <a:solidFill xmlns:a="http://schemas.openxmlformats.org/drawingml/2006/main">
            <a:srgbClr val="D5ECFA"/>
          </a:solidFill>
          <a:ln xmlns:a="http://schemas.openxmlformats.org/drawingml/2006/main" w="11430">
            <a:solidFill>
              <a:srgbClr val="328FC1"/>
            </a:solidFill>
          </a:ln>
        </p:spPr>
      </p:sp>
      <p:sp>
        <p:nvSpPr>
          <p:cNvPr id="10" name="element_9">
            <a:extLst xmlns:a="http://schemas.openxmlformats.org/drawingml/2006/main">
              <a:ext uri="{FF2B5EF4-FFF2-40B4-BE49-F238E27FC236}">
                <a16:creationId xmlns:a16="http://schemas.microsoft.com/office/drawing/2014/main" id="{F467090D-F927-4A66-8E5F-F245A46E1CD8}"/>
              </a:ext>
            </a:extLst>
          </p:cNvPr>
          <p:cNvSpPr>
            <a:spLocks xmlns:a="http://schemas.openxmlformats.org/drawingml/2006/main" noGrp="1"/>
          </p:cNvSpPr>
          <p:nvPr/>
        </p:nvSpPr>
        <p:spPr>
          <a:xfrm xmlns:a="http://schemas.openxmlformats.org/drawingml/2006/main">
            <a:off x="2314575" y="952500"/>
            <a:ext cx="923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400" b="0">
                <a:solidFill>
                  <a:srgbClr val="142632"/>
                </a:solidFill>
                <a:latin typeface="Arial"/>
                <a:ea typeface="Arial"/>
                <a:cs typeface="Arial"/>
              </a:rPr>
              <a:t>Speech</a:t>
            </a:r>
          </a:p>
          <a:p xmlns:a="http://schemas.openxmlformats.org/drawingml/2006/main">
            <a:pPr algn="ctr">
              <a:buNone/>
              <a:defRPr sz="1650" b="0">
                <a:solidFill>
                  <a:srgbClr val="142632"/>
                </a:solidFill>
                <a:latin typeface="Arial"/>
                <a:ea typeface="Arial"/>
                <a:cs typeface="Arial"/>
              </a:defRPr>
            </a:pPr>
            <a:r>
              <a:rPr sz="1400" b="0">
                <a:solidFill>
                  <a:srgbClr val="142632"/>
                </a:solidFill>
                <a:latin typeface="Arial"/>
                <a:ea typeface="Arial"/>
                <a:cs typeface="Arial"/>
              </a:rPr>
              <a:t>E</a:t>
            </a:r>
            <a:r>
              <a:rPr sz="1400" b="0">
                <a:solidFill>
                  <a:srgbClr val="142632"/>
                </a:solidFill>
                <a:latin typeface="Arial"/>
                <a:ea typeface="Arial"/>
                <a:cs typeface="Arial"/>
              </a:rPr>
              <a:t>ncoder</a:t>
            </a:r>
          </a:p>
        </p:txBody>
      </p:sp>
      <p:sp>
        <p:nvSpPr>
          <p:cNvPr id="11" name="element_10">
            <a:extLst xmlns:a="http://schemas.openxmlformats.org/drawingml/2006/main">
              <a:ext uri="{FF2B5EF4-FFF2-40B4-BE49-F238E27FC236}">
                <a16:creationId xmlns:a16="http://schemas.microsoft.com/office/drawing/2014/main" id="{450CA7F7-A546-4D33-97D8-8B1086422499}"/>
              </a:ext>
            </a:extLst>
          </p:cNvPr>
          <p:cNvSpPr>
            <a:spLocks xmlns:a="http://schemas.openxmlformats.org/drawingml/2006/main" noGrp="1"/>
          </p:cNvSpPr>
          <p:nvPr/>
        </p:nvSpPr>
        <p:spPr>
          <a:xfrm xmlns:a="http://schemas.openxmlformats.org/drawingml/2006/main">
            <a:off x="3705225" y="876300"/>
            <a:ext cx="1571625" cy="581025"/>
          </a:xfrm>
          <a:prstGeom xmlns:a="http://schemas.openxmlformats.org/drawingml/2006/main" prst="roundRect">
            <a:avLst>
              <a:gd name="adj" fmla="val 9836"/>
            </a:avLst>
          </a:prstGeom>
          <a:solidFill xmlns:a="http://schemas.openxmlformats.org/drawingml/2006/main">
            <a:srgbClr val="D5ECFA"/>
          </a:solidFill>
          <a:ln xmlns:a="http://schemas.openxmlformats.org/drawingml/2006/main" w="10478">
            <a:solidFill>
              <a:srgbClr val="328FC1"/>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B₀ mapping</a:t>
            </a:r>
          </a:p>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(frozen)</a:t>
            </a:r>
          </a:p>
        </p:txBody>
      </p:sp>
      <p:sp>
        <p:nvSpPr>
          <p:cNvPr id="12" name="element_11">
            <a:extLst xmlns:a="http://schemas.openxmlformats.org/drawingml/2006/main">
              <a:ext uri="{FF2B5EF4-FFF2-40B4-BE49-F238E27FC236}">
                <a16:creationId xmlns:a16="http://schemas.microsoft.com/office/drawing/2014/main" id="{C40D7AC6-AA76-4237-A64B-EC39AF2133AF}"/>
              </a:ext>
            </a:extLst>
          </p:cNvPr>
          <p:cNvSpPr>
            <a:spLocks xmlns:a="http://schemas.openxmlformats.org/drawingml/2006/main" noGrp="1"/>
          </p:cNvSpPr>
          <p:nvPr/>
        </p:nvSpPr>
        <p:spPr>
          <a:xfrm xmlns:a="http://schemas.openxmlformats.org/drawingml/2006/main">
            <a:off x="1627823" y="1284923"/>
            <a:ext cx="1905" cy="1905"/>
          </a:xfrm>
          <a:prstGeom xmlns:a="http://schemas.openxmlformats.org/drawingml/2006/main" prst="rect">
            <a:avLst/>
          </a:prstGeom>
          <a:noFill xmlns:a="http://schemas.openxmlformats.org/drawingml/2006/main"/>
          <a:ln xmlns:a="http://schemas.openxmlformats.org/drawingml/2006/main" w="0">
            <a:noFill/>
          </a:ln>
        </p:spPr>
      </p:sp>
      <p:sp>
        <p:nvSpPr>
          <p:cNvPr id="13" name="element_12">
            <a:extLst xmlns:a="http://schemas.openxmlformats.org/drawingml/2006/main">
              <a:ext uri="{FF2B5EF4-FFF2-40B4-BE49-F238E27FC236}">
                <a16:creationId xmlns:a16="http://schemas.microsoft.com/office/drawing/2014/main" id="{37096213-B453-48CF-BADA-4794036BF938}"/>
              </a:ext>
            </a:extLst>
          </p:cNvPr>
          <p:cNvSpPr>
            <a:spLocks xmlns:a="http://schemas.openxmlformats.org/drawingml/2006/main" noGrp="1"/>
          </p:cNvSpPr>
          <p:nvPr/>
        </p:nvSpPr>
        <p:spPr>
          <a:xfrm xmlns:a="http://schemas.openxmlformats.org/drawingml/2006/main">
            <a:off x="2246948" y="12849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56" name="直接箭头连接符 708"/>
          <p:cNvCxnSpPr>
            <a:stCxn xmlns:a="http://schemas.openxmlformats.org/drawingml/2006/main" id="12" idx="3"/>
            <a:endCxn xmlns:a="http://schemas.openxmlformats.org/drawingml/2006/main" id="13" idx="1"/>
          </p:cNvCxnSpPr>
          <p:nvPr/>
        </p:nvCxnSpPr>
        <p:spPr>
          <a:xfrm xmlns:a="http://schemas.openxmlformats.org/drawingml/2006/main">
            <a:off x="1629728" y="1285876"/>
            <a:ext cx="61722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5" name="element_13">
            <a:extLst xmlns:a="http://schemas.openxmlformats.org/drawingml/2006/main">
              <a:ext uri="{FF2B5EF4-FFF2-40B4-BE49-F238E27FC236}">
                <a16:creationId xmlns:a16="http://schemas.microsoft.com/office/drawing/2014/main" id="{BD7AA9B5-5663-419F-9CDD-AFAD6E67F78A}"/>
              </a:ext>
            </a:extLst>
          </p:cNvPr>
          <p:cNvSpPr>
            <a:spLocks xmlns:a="http://schemas.openxmlformats.org/drawingml/2006/main" noGrp="1"/>
          </p:cNvSpPr>
          <p:nvPr/>
        </p:nvSpPr>
        <p:spPr>
          <a:xfrm xmlns:a="http://schemas.openxmlformats.org/drawingml/2006/main">
            <a:off x="3313748" y="1151573"/>
            <a:ext cx="1905" cy="1905"/>
          </a:xfrm>
          <a:prstGeom xmlns:a="http://schemas.openxmlformats.org/drawingml/2006/main" prst="rect">
            <a:avLst/>
          </a:prstGeom>
          <a:noFill xmlns:a="http://schemas.openxmlformats.org/drawingml/2006/main"/>
          <a:ln xmlns:a="http://schemas.openxmlformats.org/drawingml/2006/main" w="0">
            <a:noFill/>
          </a:ln>
        </p:spPr>
      </p:sp>
      <p:sp>
        <p:nvSpPr>
          <p:cNvPr id="16" name="element_14">
            <a:extLst xmlns:a="http://schemas.openxmlformats.org/drawingml/2006/main">
              <a:ext uri="{FF2B5EF4-FFF2-40B4-BE49-F238E27FC236}">
                <a16:creationId xmlns:a16="http://schemas.microsoft.com/office/drawing/2014/main" id="{E4791F12-0458-430E-AA9B-95EA4FBCA9CE}"/>
              </a:ext>
            </a:extLst>
          </p:cNvPr>
          <p:cNvSpPr>
            <a:spLocks xmlns:a="http://schemas.openxmlformats.org/drawingml/2006/main" noGrp="1"/>
          </p:cNvSpPr>
          <p:nvPr/>
        </p:nvSpPr>
        <p:spPr>
          <a:xfrm xmlns:a="http://schemas.openxmlformats.org/drawingml/2006/main">
            <a:off x="3704273" y="1151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59" name="直接箭头连接符 711"/>
          <p:cNvCxnSpPr>
            <a:stCxn xmlns:a="http://schemas.openxmlformats.org/drawingml/2006/main" id="15" idx="3"/>
            <a:endCxn xmlns:a="http://schemas.openxmlformats.org/drawingml/2006/main" id="16" idx="1"/>
          </p:cNvCxnSpPr>
          <p:nvPr/>
        </p:nvCxnSpPr>
        <p:spPr>
          <a:xfrm xmlns:a="http://schemas.openxmlformats.org/drawingml/2006/main">
            <a:off x="3315653" y="1152526"/>
            <a:ext cx="38862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8" name="encoder_15">
            <a:extLst xmlns:a="http://schemas.openxmlformats.org/drawingml/2006/main">
              <a:ext uri="{FF2B5EF4-FFF2-40B4-BE49-F238E27FC236}">
                <a16:creationId xmlns:a16="http://schemas.microsoft.com/office/drawing/2014/main" id="{F59D2C48-B97D-4CA7-B8DF-84A242E50FE7}"/>
              </a:ext>
            </a:extLst>
          </p:cNvPr>
          <p:cNvSpPr>
            <a:spLocks xmlns:a="http://schemas.openxmlformats.org/drawingml/2006/main" noGrp="1"/>
          </p:cNvSpPr>
          <p:nvPr/>
        </p:nvSpPr>
        <p:spPr>
          <a:xfrm xmlns:a="http://schemas.openxmlformats.org/drawingml/2006/main">
            <a:off x="5800725" y="809625"/>
            <a:ext cx="371475" cy="85725"/>
          </a:xfrm>
          <a:custGeom xmlns:a="http://schemas.openxmlformats.org/drawingml/2006/main">
            <a:rect l="0" t="0" r="0" b="0"/>
            <a:pathLst>
              <a:path w="371475" h="85725">
                <a:moveTo>
                  <a:pt x="0" y="85725"/>
                </a:moveTo>
                <a:lnTo>
                  <a:pt x="85725" y="0"/>
                </a:lnTo>
                <a:lnTo>
                  <a:pt x="371475" y="0"/>
                </a:lnTo>
                <a:lnTo>
                  <a:pt x="285750" y="85725"/>
                </a:lnTo>
                <a:close/>
              </a:path>
            </a:pathLst>
          </a:custGeom>
          <a:solidFill xmlns:a="http://schemas.openxmlformats.org/drawingml/2006/main">
            <a:srgbClr val="D5ECFA"/>
          </a:solidFill>
          <a:ln xmlns:a="http://schemas.openxmlformats.org/drawingml/2006/main" w="11430">
            <a:solidFill>
              <a:srgbClr val="328FC1"/>
            </a:solidFill>
          </a:ln>
        </p:spPr>
      </p:sp>
      <p:sp>
        <p:nvSpPr>
          <p:cNvPr id="19" name="encoder_16">
            <a:extLst xmlns:a="http://schemas.openxmlformats.org/drawingml/2006/main">
              <a:ext uri="{FF2B5EF4-FFF2-40B4-BE49-F238E27FC236}">
                <a16:creationId xmlns:a16="http://schemas.microsoft.com/office/drawing/2014/main" id="{6BD9D4DF-0563-4A3F-8F49-223FB20B8D67}"/>
              </a:ext>
            </a:extLst>
          </p:cNvPr>
          <p:cNvSpPr>
            <a:spLocks xmlns:a="http://schemas.openxmlformats.org/drawingml/2006/main" noGrp="1"/>
          </p:cNvSpPr>
          <p:nvPr/>
        </p:nvSpPr>
        <p:spPr>
          <a:xfrm xmlns:a="http://schemas.openxmlformats.org/drawingml/2006/main">
            <a:off x="6086475" y="809625"/>
            <a:ext cx="85725" cy="561975"/>
          </a:xfrm>
          <a:custGeom xmlns:a="http://schemas.openxmlformats.org/drawingml/2006/main">
            <a:rect l="0" t="0" r="0" b="0"/>
            <a:pathLst>
              <a:path w="85725" h="561975">
                <a:moveTo>
                  <a:pt x="0" y="85725"/>
                </a:moveTo>
                <a:lnTo>
                  <a:pt x="85725" y="0"/>
                </a:lnTo>
                <a:lnTo>
                  <a:pt x="85725" y="476250"/>
                </a:lnTo>
                <a:lnTo>
                  <a:pt x="0" y="561975"/>
                </a:lnTo>
                <a:close/>
              </a:path>
            </a:pathLst>
          </a:custGeom>
          <a:solidFill xmlns:a="http://schemas.openxmlformats.org/drawingml/2006/main">
            <a:srgbClr val="D5ECFA"/>
          </a:solidFill>
          <a:ln xmlns:a="http://schemas.openxmlformats.org/drawingml/2006/main" w="11430">
            <a:solidFill>
              <a:srgbClr val="328FC1"/>
            </a:solidFill>
          </a:ln>
        </p:spPr>
      </p:sp>
      <p:sp>
        <p:nvSpPr>
          <p:cNvPr id="20" name="element_17">
            <a:extLst xmlns:a="http://schemas.openxmlformats.org/drawingml/2006/main">
              <a:ext uri="{FF2B5EF4-FFF2-40B4-BE49-F238E27FC236}">
                <a16:creationId xmlns:a16="http://schemas.microsoft.com/office/drawing/2014/main" id="{E2F97BDE-AFDA-4510-A650-C678515CA3EE}"/>
              </a:ext>
            </a:extLst>
          </p:cNvPr>
          <p:cNvSpPr>
            <a:spLocks xmlns:a="http://schemas.openxmlformats.org/drawingml/2006/main" noGrp="1"/>
          </p:cNvSpPr>
          <p:nvPr/>
        </p:nvSpPr>
        <p:spPr>
          <a:xfrm xmlns:a="http://schemas.openxmlformats.org/drawingml/2006/main">
            <a:off x="5800725" y="895350"/>
            <a:ext cx="285750" cy="476250"/>
          </a:xfrm>
          <a:prstGeom xmlns:a="http://schemas.openxmlformats.org/drawingml/2006/main" prst="rect">
            <a:avLst/>
          </a:prstGeom>
          <a:solidFill xmlns:a="http://schemas.openxmlformats.org/drawingml/2006/main">
            <a:srgbClr val="D5ECFA"/>
          </a:solidFill>
          <a:ln xmlns:a="http://schemas.openxmlformats.org/drawingml/2006/main" w="10478">
            <a:solidFill>
              <a:srgbClr val="328FC1"/>
            </a:solidFill>
          </a:ln>
        </p:spPr>
      </p:sp>
      <p:sp>
        <p:nvSpPr>
          <p:cNvPr id="21" name="element_18">
            <a:extLst xmlns:a="http://schemas.openxmlformats.org/drawingml/2006/main">
              <a:ext uri="{FF2B5EF4-FFF2-40B4-BE49-F238E27FC236}">
                <a16:creationId xmlns:a16="http://schemas.microsoft.com/office/drawing/2014/main" id="{A5ED3FA5-A793-42C1-BBE0-65F874CD287F}"/>
              </a:ext>
            </a:extLst>
          </p:cNvPr>
          <p:cNvSpPr>
            <a:spLocks xmlns:a="http://schemas.openxmlformats.org/drawingml/2006/main" noGrp="1"/>
          </p:cNvSpPr>
          <p:nvPr/>
        </p:nvSpPr>
        <p:spPr>
          <a:xfrm xmlns:a="http://schemas.openxmlformats.org/drawingml/2006/main">
            <a:off x="5895023" y="894398"/>
            <a:ext cx="1905" cy="1905"/>
          </a:xfrm>
          <a:prstGeom xmlns:a="http://schemas.openxmlformats.org/drawingml/2006/main" prst="rect">
            <a:avLst/>
          </a:prstGeom>
          <a:noFill xmlns:a="http://schemas.openxmlformats.org/drawingml/2006/main"/>
          <a:ln xmlns:a="http://schemas.openxmlformats.org/drawingml/2006/main" w="0">
            <a:noFill/>
          </a:ln>
        </p:spPr>
      </p:sp>
      <p:sp>
        <p:nvSpPr>
          <p:cNvPr id="22" name="element_19">
            <a:extLst xmlns:a="http://schemas.openxmlformats.org/drawingml/2006/main">
              <a:ext uri="{FF2B5EF4-FFF2-40B4-BE49-F238E27FC236}">
                <a16:creationId xmlns:a16="http://schemas.microsoft.com/office/drawing/2014/main" id="{DAC662B1-8E07-402C-B172-C6F8C0C02409}"/>
              </a:ext>
            </a:extLst>
          </p:cNvPr>
          <p:cNvSpPr>
            <a:spLocks xmlns:a="http://schemas.openxmlformats.org/drawingml/2006/main" noGrp="1"/>
          </p:cNvSpPr>
          <p:nvPr/>
        </p:nvSpPr>
        <p:spPr>
          <a:xfrm xmlns:a="http://schemas.openxmlformats.org/drawingml/2006/main">
            <a:off x="5895023" y="13706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65" name="直接箭头连接符 717"/>
          <p:cNvCxnSpPr>
            <a:stCxn xmlns:a="http://schemas.openxmlformats.org/drawingml/2006/main" id="21" idx="2"/>
            <a:endCxn xmlns:a="http://schemas.openxmlformats.org/drawingml/2006/main" id="22" idx="0"/>
          </p:cNvCxnSpPr>
          <p:nvPr/>
        </p:nvCxnSpPr>
        <p:spPr>
          <a:xfrm xmlns:a="http://schemas.openxmlformats.org/drawingml/2006/main">
            <a:off x="5895976" y="896303"/>
            <a:ext cx="0" cy="474345"/>
          </a:xfrm>
          <a:prstGeom xmlns:a="http://schemas.openxmlformats.org/drawingml/2006/main" prst="straightConnector1">
            <a:avLst/>
          </a:prstGeom>
          <a:ln xmlns:a="http://schemas.openxmlformats.org/drawingml/2006/main" w="16193">
            <a:solidFill>
              <a:srgbClr val="328FC1"/>
            </a:solidFill>
            <a:prstDash val="solid"/>
          </a:ln>
        </p:spPr>
      </p:cxnSp>
      <p:sp>
        <p:nvSpPr>
          <p:cNvPr id="24" name="element_20">
            <a:extLst xmlns:a="http://schemas.openxmlformats.org/drawingml/2006/main">
              <a:ext uri="{FF2B5EF4-FFF2-40B4-BE49-F238E27FC236}">
                <a16:creationId xmlns:a16="http://schemas.microsoft.com/office/drawing/2014/main" id="{7186E59A-B160-4195-B4B5-FC26799CA8B1}"/>
              </a:ext>
            </a:extLst>
          </p:cNvPr>
          <p:cNvSpPr>
            <a:spLocks xmlns:a="http://schemas.openxmlformats.org/drawingml/2006/main" noGrp="1"/>
          </p:cNvSpPr>
          <p:nvPr/>
        </p:nvSpPr>
        <p:spPr>
          <a:xfrm xmlns:a="http://schemas.openxmlformats.org/drawingml/2006/main">
            <a:off x="5990273" y="894398"/>
            <a:ext cx="1905" cy="1905"/>
          </a:xfrm>
          <a:prstGeom xmlns:a="http://schemas.openxmlformats.org/drawingml/2006/main" prst="rect">
            <a:avLst/>
          </a:prstGeom>
          <a:noFill xmlns:a="http://schemas.openxmlformats.org/drawingml/2006/main"/>
          <a:ln xmlns:a="http://schemas.openxmlformats.org/drawingml/2006/main" w="0">
            <a:noFill/>
          </a:ln>
        </p:spPr>
      </p:sp>
      <p:sp>
        <p:nvSpPr>
          <p:cNvPr id="25" name="element_21">
            <a:extLst xmlns:a="http://schemas.openxmlformats.org/drawingml/2006/main">
              <a:ext uri="{FF2B5EF4-FFF2-40B4-BE49-F238E27FC236}">
                <a16:creationId xmlns:a16="http://schemas.microsoft.com/office/drawing/2014/main" id="{E0B64622-E8FE-4E9B-A3CD-D76E181FE415}"/>
              </a:ext>
            </a:extLst>
          </p:cNvPr>
          <p:cNvSpPr>
            <a:spLocks xmlns:a="http://schemas.openxmlformats.org/drawingml/2006/main" noGrp="1"/>
          </p:cNvSpPr>
          <p:nvPr/>
        </p:nvSpPr>
        <p:spPr>
          <a:xfrm xmlns:a="http://schemas.openxmlformats.org/drawingml/2006/main">
            <a:off x="5990273" y="13706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68" name="直接箭头连接符 720"/>
          <p:cNvCxnSpPr>
            <a:stCxn xmlns:a="http://schemas.openxmlformats.org/drawingml/2006/main" id="24" idx="2"/>
            <a:endCxn xmlns:a="http://schemas.openxmlformats.org/drawingml/2006/main" id="25" idx="0"/>
          </p:cNvCxnSpPr>
          <p:nvPr/>
        </p:nvCxnSpPr>
        <p:spPr>
          <a:xfrm xmlns:a="http://schemas.openxmlformats.org/drawingml/2006/main">
            <a:off x="5991226" y="896303"/>
            <a:ext cx="0" cy="474345"/>
          </a:xfrm>
          <a:prstGeom xmlns:a="http://schemas.openxmlformats.org/drawingml/2006/main" prst="straightConnector1">
            <a:avLst/>
          </a:prstGeom>
          <a:ln xmlns:a="http://schemas.openxmlformats.org/drawingml/2006/main" w="16193">
            <a:solidFill>
              <a:srgbClr val="328FC1"/>
            </a:solidFill>
            <a:prstDash val="solid"/>
          </a:ln>
        </p:spPr>
      </p:cxnSp>
      <p:sp>
        <p:nvSpPr>
          <p:cNvPr id="27" name="element_22">
            <a:extLst xmlns:a="http://schemas.openxmlformats.org/drawingml/2006/main">
              <a:ext uri="{FF2B5EF4-FFF2-40B4-BE49-F238E27FC236}">
                <a16:creationId xmlns:a16="http://schemas.microsoft.com/office/drawing/2014/main" id="{226C48AD-CD2F-4765-9372-4EC2F3BABC85}"/>
              </a:ext>
            </a:extLst>
          </p:cNvPr>
          <p:cNvSpPr>
            <a:spLocks xmlns:a="http://schemas.openxmlformats.org/drawingml/2006/main" noGrp="1"/>
          </p:cNvSpPr>
          <p:nvPr/>
        </p:nvSpPr>
        <p:spPr>
          <a:xfrm xmlns:a="http://schemas.openxmlformats.org/drawingml/2006/main">
            <a:off x="5799773" y="989648"/>
            <a:ext cx="1905" cy="1905"/>
          </a:xfrm>
          <a:prstGeom xmlns:a="http://schemas.openxmlformats.org/drawingml/2006/main" prst="rect">
            <a:avLst/>
          </a:prstGeom>
          <a:noFill xmlns:a="http://schemas.openxmlformats.org/drawingml/2006/main"/>
          <a:ln xmlns:a="http://schemas.openxmlformats.org/drawingml/2006/main" w="0">
            <a:noFill/>
          </a:ln>
        </p:spPr>
      </p:sp>
      <p:sp>
        <p:nvSpPr>
          <p:cNvPr id="28" name="element_23">
            <a:extLst xmlns:a="http://schemas.openxmlformats.org/drawingml/2006/main">
              <a:ext uri="{FF2B5EF4-FFF2-40B4-BE49-F238E27FC236}">
                <a16:creationId xmlns:a16="http://schemas.microsoft.com/office/drawing/2014/main" id="{C92F4040-E761-4208-9B06-F775F90FD879}"/>
              </a:ext>
            </a:extLst>
          </p:cNvPr>
          <p:cNvSpPr>
            <a:spLocks xmlns:a="http://schemas.openxmlformats.org/drawingml/2006/main" noGrp="1"/>
          </p:cNvSpPr>
          <p:nvPr/>
        </p:nvSpPr>
        <p:spPr>
          <a:xfrm xmlns:a="http://schemas.openxmlformats.org/drawingml/2006/main">
            <a:off x="6085523" y="9896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71" name="直接箭头连接符 723"/>
          <p:cNvCxnSpPr>
            <a:stCxn xmlns:a="http://schemas.openxmlformats.org/drawingml/2006/main" id="27" idx="3"/>
            <a:endCxn xmlns:a="http://schemas.openxmlformats.org/drawingml/2006/main" id="28" idx="1"/>
          </p:cNvCxnSpPr>
          <p:nvPr/>
        </p:nvCxnSpPr>
        <p:spPr>
          <a:xfrm xmlns:a="http://schemas.openxmlformats.org/drawingml/2006/main">
            <a:off x="5801678" y="990601"/>
            <a:ext cx="283845" cy="0"/>
          </a:xfrm>
          <a:prstGeom xmlns:a="http://schemas.openxmlformats.org/drawingml/2006/main" prst="straightConnector1">
            <a:avLst/>
          </a:prstGeom>
          <a:ln xmlns:a="http://schemas.openxmlformats.org/drawingml/2006/main" w="16193">
            <a:solidFill>
              <a:srgbClr val="328FC1"/>
            </a:solidFill>
            <a:prstDash val="solid"/>
          </a:ln>
        </p:spPr>
      </p:cxnSp>
      <p:sp>
        <p:nvSpPr>
          <p:cNvPr id="30" name="element_24">
            <a:extLst xmlns:a="http://schemas.openxmlformats.org/drawingml/2006/main">
              <a:ext uri="{FF2B5EF4-FFF2-40B4-BE49-F238E27FC236}">
                <a16:creationId xmlns:a16="http://schemas.microsoft.com/office/drawing/2014/main" id="{3BCE2403-670B-402C-A047-D3BC74E4616B}"/>
              </a:ext>
            </a:extLst>
          </p:cNvPr>
          <p:cNvSpPr>
            <a:spLocks xmlns:a="http://schemas.openxmlformats.org/drawingml/2006/main" noGrp="1"/>
          </p:cNvSpPr>
          <p:nvPr/>
        </p:nvSpPr>
        <p:spPr>
          <a:xfrm xmlns:a="http://schemas.openxmlformats.org/drawingml/2006/main">
            <a:off x="5799773" y="1084898"/>
            <a:ext cx="1905" cy="1905"/>
          </a:xfrm>
          <a:prstGeom xmlns:a="http://schemas.openxmlformats.org/drawingml/2006/main" prst="rect">
            <a:avLst/>
          </a:prstGeom>
          <a:noFill xmlns:a="http://schemas.openxmlformats.org/drawingml/2006/main"/>
          <a:ln xmlns:a="http://schemas.openxmlformats.org/drawingml/2006/main" w="0">
            <a:noFill/>
          </a:ln>
        </p:spPr>
      </p:sp>
      <p:sp>
        <p:nvSpPr>
          <p:cNvPr id="31" name="element_25">
            <a:extLst xmlns:a="http://schemas.openxmlformats.org/drawingml/2006/main">
              <a:ext uri="{FF2B5EF4-FFF2-40B4-BE49-F238E27FC236}">
                <a16:creationId xmlns:a16="http://schemas.microsoft.com/office/drawing/2014/main" id="{154135BE-A371-4FC0-85D9-6035B90D8B8C}"/>
              </a:ext>
            </a:extLst>
          </p:cNvPr>
          <p:cNvSpPr>
            <a:spLocks xmlns:a="http://schemas.openxmlformats.org/drawingml/2006/main" noGrp="1"/>
          </p:cNvSpPr>
          <p:nvPr/>
        </p:nvSpPr>
        <p:spPr>
          <a:xfrm xmlns:a="http://schemas.openxmlformats.org/drawingml/2006/main">
            <a:off x="6085523" y="10848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74" name="直接箭头连接符 726"/>
          <p:cNvCxnSpPr>
            <a:stCxn xmlns:a="http://schemas.openxmlformats.org/drawingml/2006/main" id="30" idx="3"/>
            <a:endCxn xmlns:a="http://schemas.openxmlformats.org/drawingml/2006/main" id="31" idx="1"/>
          </p:cNvCxnSpPr>
          <p:nvPr/>
        </p:nvCxnSpPr>
        <p:spPr>
          <a:xfrm xmlns:a="http://schemas.openxmlformats.org/drawingml/2006/main">
            <a:off x="5801678" y="1085851"/>
            <a:ext cx="283845" cy="0"/>
          </a:xfrm>
          <a:prstGeom xmlns:a="http://schemas.openxmlformats.org/drawingml/2006/main" prst="straightConnector1">
            <a:avLst/>
          </a:prstGeom>
          <a:ln xmlns:a="http://schemas.openxmlformats.org/drawingml/2006/main" w="16193">
            <a:solidFill>
              <a:srgbClr val="328FC1"/>
            </a:solidFill>
            <a:prstDash val="solid"/>
          </a:ln>
        </p:spPr>
      </p:cxnSp>
      <p:sp>
        <p:nvSpPr>
          <p:cNvPr id="33" name="element_26">
            <a:extLst xmlns:a="http://schemas.openxmlformats.org/drawingml/2006/main">
              <a:ext uri="{FF2B5EF4-FFF2-40B4-BE49-F238E27FC236}">
                <a16:creationId xmlns:a16="http://schemas.microsoft.com/office/drawing/2014/main" id="{87824973-2FC3-4209-B852-E6921CEE90F7}"/>
              </a:ext>
            </a:extLst>
          </p:cNvPr>
          <p:cNvSpPr>
            <a:spLocks xmlns:a="http://schemas.openxmlformats.org/drawingml/2006/main" noGrp="1"/>
          </p:cNvSpPr>
          <p:nvPr/>
        </p:nvSpPr>
        <p:spPr>
          <a:xfrm xmlns:a="http://schemas.openxmlformats.org/drawingml/2006/main">
            <a:off x="5799773" y="1180148"/>
            <a:ext cx="1905" cy="1905"/>
          </a:xfrm>
          <a:prstGeom xmlns:a="http://schemas.openxmlformats.org/drawingml/2006/main" prst="rect">
            <a:avLst/>
          </a:prstGeom>
          <a:noFill xmlns:a="http://schemas.openxmlformats.org/drawingml/2006/main"/>
          <a:ln xmlns:a="http://schemas.openxmlformats.org/drawingml/2006/main" w="0">
            <a:noFill/>
          </a:ln>
        </p:spPr>
      </p:sp>
      <p:sp>
        <p:nvSpPr>
          <p:cNvPr id="34" name="element_27">
            <a:extLst xmlns:a="http://schemas.openxmlformats.org/drawingml/2006/main">
              <a:ext uri="{FF2B5EF4-FFF2-40B4-BE49-F238E27FC236}">
                <a16:creationId xmlns:a16="http://schemas.microsoft.com/office/drawing/2014/main" id="{3C00C38C-1B8B-43A4-A63C-526A876078E2}"/>
              </a:ext>
            </a:extLst>
          </p:cNvPr>
          <p:cNvSpPr>
            <a:spLocks xmlns:a="http://schemas.openxmlformats.org/drawingml/2006/main" noGrp="1"/>
          </p:cNvSpPr>
          <p:nvPr/>
        </p:nvSpPr>
        <p:spPr>
          <a:xfrm xmlns:a="http://schemas.openxmlformats.org/drawingml/2006/main">
            <a:off x="6085523" y="11801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77" name="直接箭头连接符 729"/>
          <p:cNvCxnSpPr>
            <a:stCxn xmlns:a="http://schemas.openxmlformats.org/drawingml/2006/main" id="33" idx="3"/>
            <a:endCxn xmlns:a="http://schemas.openxmlformats.org/drawingml/2006/main" id="34" idx="1"/>
          </p:cNvCxnSpPr>
          <p:nvPr/>
        </p:nvCxnSpPr>
        <p:spPr>
          <a:xfrm xmlns:a="http://schemas.openxmlformats.org/drawingml/2006/main">
            <a:off x="5801678" y="1181101"/>
            <a:ext cx="283845" cy="0"/>
          </a:xfrm>
          <a:prstGeom xmlns:a="http://schemas.openxmlformats.org/drawingml/2006/main" prst="straightConnector1">
            <a:avLst/>
          </a:prstGeom>
          <a:ln xmlns:a="http://schemas.openxmlformats.org/drawingml/2006/main" w="16193">
            <a:solidFill>
              <a:srgbClr val="328FC1"/>
            </a:solidFill>
            <a:prstDash val="solid"/>
          </a:ln>
        </p:spPr>
      </p:cxnSp>
      <p:sp>
        <p:nvSpPr>
          <p:cNvPr id="36" name="element_28">
            <a:extLst xmlns:a="http://schemas.openxmlformats.org/drawingml/2006/main">
              <a:ext uri="{FF2B5EF4-FFF2-40B4-BE49-F238E27FC236}">
                <a16:creationId xmlns:a16="http://schemas.microsoft.com/office/drawing/2014/main" id="{A9C8AA5B-C8FC-4A43-A4A5-083D908E6DD7}"/>
              </a:ext>
            </a:extLst>
          </p:cNvPr>
          <p:cNvSpPr>
            <a:spLocks xmlns:a="http://schemas.openxmlformats.org/drawingml/2006/main" noGrp="1"/>
          </p:cNvSpPr>
          <p:nvPr/>
        </p:nvSpPr>
        <p:spPr>
          <a:xfrm xmlns:a="http://schemas.openxmlformats.org/drawingml/2006/main">
            <a:off x="5799773" y="1275398"/>
            <a:ext cx="1905" cy="1905"/>
          </a:xfrm>
          <a:prstGeom xmlns:a="http://schemas.openxmlformats.org/drawingml/2006/main" prst="rect">
            <a:avLst/>
          </a:prstGeom>
          <a:noFill xmlns:a="http://schemas.openxmlformats.org/drawingml/2006/main"/>
          <a:ln xmlns:a="http://schemas.openxmlformats.org/drawingml/2006/main" w="0">
            <a:noFill/>
          </a:ln>
        </p:spPr>
      </p:sp>
      <p:sp>
        <p:nvSpPr>
          <p:cNvPr id="37" name="element_29">
            <a:extLst xmlns:a="http://schemas.openxmlformats.org/drawingml/2006/main">
              <a:ext uri="{FF2B5EF4-FFF2-40B4-BE49-F238E27FC236}">
                <a16:creationId xmlns:a16="http://schemas.microsoft.com/office/drawing/2014/main" id="{84E6B61F-9577-4DC9-93B3-575414AA60C1}"/>
              </a:ext>
            </a:extLst>
          </p:cNvPr>
          <p:cNvSpPr>
            <a:spLocks xmlns:a="http://schemas.openxmlformats.org/drawingml/2006/main" noGrp="1"/>
          </p:cNvSpPr>
          <p:nvPr/>
        </p:nvSpPr>
        <p:spPr>
          <a:xfrm xmlns:a="http://schemas.openxmlformats.org/drawingml/2006/main">
            <a:off x="6085523" y="12753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80" name="直接箭头连接符 732"/>
          <p:cNvCxnSpPr>
            <a:stCxn xmlns:a="http://schemas.openxmlformats.org/drawingml/2006/main" id="36" idx="3"/>
            <a:endCxn xmlns:a="http://schemas.openxmlformats.org/drawingml/2006/main" id="37" idx="1"/>
          </p:cNvCxnSpPr>
          <p:nvPr/>
        </p:nvCxnSpPr>
        <p:spPr>
          <a:xfrm xmlns:a="http://schemas.openxmlformats.org/drawingml/2006/main">
            <a:off x="5801678" y="1276351"/>
            <a:ext cx="283845" cy="0"/>
          </a:xfrm>
          <a:prstGeom xmlns:a="http://schemas.openxmlformats.org/drawingml/2006/main" prst="straightConnector1">
            <a:avLst/>
          </a:prstGeom>
          <a:ln xmlns:a="http://schemas.openxmlformats.org/drawingml/2006/main" w="16193">
            <a:solidFill>
              <a:srgbClr val="328FC1"/>
            </a:solidFill>
            <a:prstDash val="solid"/>
          </a:ln>
        </p:spPr>
      </p:cxnSp>
      <p:sp>
        <p:nvSpPr>
          <p:cNvPr id="39" name="element_30">
            <a:extLst xmlns:a="http://schemas.openxmlformats.org/drawingml/2006/main">
              <a:ext uri="{FF2B5EF4-FFF2-40B4-BE49-F238E27FC236}">
                <a16:creationId xmlns:a16="http://schemas.microsoft.com/office/drawing/2014/main" id="{34D6B34F-71F6-4D70-9D23-53AA8336FE5A}"/>
              </a:ext>
            </a:extLst>
          </p:cNvPr>
          <p:cNvSpPr>
            <a:spLocks xmlns:a="http://schemas.openxmlformats.org/drawingml/2006/main" noGrp="1"/>
          </p:cNvSpPr>
          <p:nvPr/>
        </p:nvSpPr>
        <p:spPr>
          <a:xfrm xmlns:a="http://schemas.openxmlformats.org/drawingml/2006/main">
            <a:off x="5275898" y="1151573"/>
            <a:ext cx="1905" cy="1905"/>
          </a:xfrm>
          <a:prstGeom xmlns:a="http://schemas.openxmlformats.org/drawingml/2006/main" prst="rect">
            <a:avLst/>
          </a:prstGeom>
          <a:noFill xmlns:a="http://schemas.openxmlformats.org/drawingml/2006/main"/>
          <a:ln xmlns:a="http://schemas.openxmlformats.org/drawingml/2006/main" w="0">
            <a:noFill/>
          </a:ln>
        </p:spPr>
      </p:sp>
      <p:sp>
        <p:nvSpPr>
          <p:cNvPr id="40" name="element_31">
            <a:extLst xmlns:a="http://schemas.openxmlformats.org/drawingml/2006/main">
              <a:ext uri="{FF2B5EF4-FFF2-40B4-BE49-F238E27FC236}">
                <a16:creationId xmlns:a16="http://schemas.microsoft.com/office/drawing/2014/main" id="{A84A1474-174F-4F8F-B139-FDBA263FC0A2}"/>
              </a:ext>
            </a:extLst>
          </p:cNvPr>
          <p:cNvSpPr>
            <a:spLocks xmlns:a="http://schemas.openxmlformats.org/drawingml/2006/main" noGrp="1"/>
          </p:cNvSpPr>
          <p:nvPr/>
        </p:nvSpPr>
        <p:spPr>
          <a:xfrm xmlns:a="http://schemas.openxmlformats.org/drawingml/2006/main">
            <a:off x="5799773" y="1151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83" name="直接箭头连接符 735"/>
          <p:cNvCxnSpPr>
            <a:stCxn xmlns:a="http://schemas.openxmlformats.org/drawingml/2006/main" id="39" idx="3"/>
            <a:endCxn xmlns:a="http://schemas.openxmlformats.org/drawingml/2006/main" id="40" idx="1"/>
          </p:cNvCxnSpPr>
          <p:nvPr/>
        </p:nvCxnSpPr>
        <p:spPr>
          <a:xfrm xmlns:a="http://schemas.openxmlformats.org/drawingml/2006/main">
            <a:off x="5277803" y="1152526"/>
            <a:ext cx="52197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42" name="element_32">
            <a:extLst xmlns:a="http://schemas.openxmlformats.org/drawingml/2006/main">
              <a:ext uri="{FF2B5EF4-FFF2-40B4-BE49-F238E27FC236}">
                <a16:creationId xmlns:a16="http://schemas.microsoft.com/office/drawing/2014/main" id="{DFCDF017-4661-42B0-B4E9-0DF944B484F2}"/>
              </a:ext>
            </a:extLst>
          </p:cNvPr>
          <p:cNvSpPr>
            <a:spLocks xmlns:a="http://schemas.openxmlformats.org/drawingml/2006/main" noGrp="1"/>
          </p:cNvSpPr>
          <p:nvPr/>
        </p:nvSpPr>
        <p:spPr>
          <a:xfrm xmlns:a="http://schemas.openxmlformats.org/drawingml/2006/main">
            <a:off x="6238875" y="115189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0">
                <a:solidFill>
                  <a:srgbClr val="142632"/>
                </a:solidFill>
                <a:latin typeface="Times New Roman"/>
                <a:ea typeface="Times New Roman"/>
                <a:cs typeface="Times New Roman"/>
              </a:defRPr>
            </a:pPr>
            <a:r>
              <a:rPr sz="1800" b="0">
                <a:solidFill>
                  <a:srgbClr val="142632"/>
                </a:solidFill>
                <a:latin typeface="Times New Roman"/>
                <a:ea typeface="Times New Roman"/>
                <a:cs typeface="Times New Roman"/>
              </a:rPr>
              <a:t>h₀</a:t>
            </a:r>
          </a:p>
        </p:txBody>
      </p:sp>
      <p:sp>
        <p:nvSpPr>
          <p:cNvPr id="43" name="element_33">
            <a:extLst xmlns:a="http://schemas.openxmlformats.org/drawingml/2006/main">
              <a:ext uri="{FF2B5EF4-FFF2-40B4-BE49-F238E27FC236}">
                <a16:creationId xmlns:a16="http://schemas.microsoft.com/office/drawing/2014/main" id="{7B9138DC-7805-4A20-92B8-E06D60C0B691}"/>
              </a:ext>
            </a:extLst>
          </p:cNvPr>
          <p:cNvSpPr>
            <a:spLocks xmlns:a="http://schemas.openxmlformats.org/drawingml/2006/main" noGrp="1"/>
          </p:cNvSpPr>
          <p:nvPr/>
        </p:nvSpPr>
        <p:spPr>
          <a:xfrm xmlns:a="http://schemas.openxmlformats.org/drawingml/2006/main">
            <a:off x="2133600" y="1533525"/>
            <a:ext cx="5200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1">
                <a:solidFill>
                  <a:srgbClr val="142632"/>
                </a:solidFill>
                <a:latin typeface="Arial"/>
                <a:ea typeface="Arial"/>
                <a:cs typeface="Arial"/>
              </a:defRPr>
            </a:pPr>
            <a:r>
              <a:rPr sz="1575" b="1">
                <a:solidFill>
                  <a:srgbClr val="142632"/>
                </a:solidFill>
                <a:latin typeface="Arial"/>
                <a:ea typeface="Arial"/>
                <a:cs typeface="Arial"/>
              </a:rPr>
              <a:t>Articulation</a:t>
            </a:r>
            <a:endParaRPr sz="1575" b="1">
              <a:solidFill>
                <a:srgbClr val="142632"/>
              </a:solidFill>
              <a:latin typeface="Arial"/>
              <a:ea typeface="Arial"/>
              <a:cs typeface="Arial"/>
            </a:endParaRPr>
          </a:p>
        </p:txBody>
      </p:sp>
      <p:sp>
        <p:nvSpPr>
          <p:cNvPr id="44" name="element_34">
            <a:extLst xmlns:a="http://schemas.openxmlformats.org/drawingml/2006/main">
              <a:ext uri="{FF2B5EF4-FFF2-40B4-BE49-F238E27FC236}">
                <a16:creationId xmlns:a16="http://schemas.microsoft.com/office/drawing/2014/main" id="{B6EFF49E-6058-4EA0-89F2-2E6A43510B9B}"/>
              </a:ext>
            </a:extLst>
          </p:cNvPr>
          <p:cNvSpPr>
            <a:spLocks xmlns:a="http://schemas.openxmlformats.org/drawingml/2006/main" noGrp="1"/>
          </p:cNvSpPr>
          <p:nvPr/>
        </p:nvSpPr>
        <p:spPr>
          <a:xfrm xmlns:a="http://schemas.openxmlformats.org/drawingml/2006/main">
            <a:off x="4475798" y="875348"/>
            <a:ext cx="1905" cy="1905"/>
          </a:xfrm>
          <a:prstGeom xmlns:a="http://schemas.openxmlformats.org/drawingml/2006/main" prst="rect">
            <a:avLst/>
          </a:prstGeom>
          <a:noFill xmlns:a="http://schemas.openxmlformats.org/drawingml/2006/main"/>
          <a:ln xmlns:a="http://schemas.openxmlformats.org/drawingml/2006/main" w="0">
            <a:noFill/>
          </a:ln>
        </p:spPr>
      </p:sp>
      <p:sp>
        <p:nvSpPr>
          <p:cNvPr id="45" name="element_35">
            <a:extLst xmlns:a="http://schemas.openxmlformats.org/drawingml/2006/main">
              <a:ext uri="{FF2B5EF4-FFF2-40B4-BE49-F238E27FC236}">
                <a16:creationId xmlns:a16="http://schemas.microsoft.com/office/drawing/2014/main" id="{F8209805-8B9B-4334-AAC1-A86E9816B589}"/>
              </a:ext>
            </a:extLst>
          </p:cNvPr>
          <p:cNvSpPr>
            <a:spLocks xmlns:a="http://schemas.openxmlformats.org/drawingml/2006/main" noGrp="1"/>
          </p:cNvSpPr>
          <p:nvPr/>
        </p:nvSpPr>
        <p:spPr>
          <a:xfrm xmlns:a="http://schemas.openxmlformats.org/drawingml/2006/main">
            <a:off x="4475798" y="589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88" name="直接箭头连接符 740"/>
          <p:cNvCxnSpPr>
            <a:stCxn xmlns:a="http://schemas.openxmlformats.org/drawingml/2006/main" id="44" idx="0"/>
            <a:endCxn xmlns:a="http://schemas.openxmlformats.org/drawingml/2006/main" id="45" idx="2"/>
          </p:cNvCxnSpPr>
          <p:nvPr/>
        </p:nvCxnSpPr>
        <p:spPr>
          <a:xfrm xmlns:a="http://schemas.openxmlformats.org/drawingml/2006/main" flipV="1">
            <a:off x="4476751" y="591503"/>
            <a:ext cx="0" cy="283845"/>
          </a:xfrm>
          <a:prstGeom xmlns:a="http://schemas.openxmlformats.org/drawingml/2006/main" prst="straightConnector1">
            <a:avLst/>
          </a:prstGeom>
          <a:ln xmlns:a="http://schemas.openxmlformats.org/drawingml/2006/main" w="16193">
            <a:solidFill>
              <a:srgbClr val="328FC1"/>
            </a:solidFill>
            <a:prstDash val="solid"/>
          </a:ln>
        </p:spPr>
      </p:cxnSp>
      <p:sp>
        <p:nvSpPr>
          <p:cNvPr id="47" name="element_36">
            <a:extLst xmlns:a="http://schemas.openxmlformats.org/drawingml/2006/main">
              <a:ext uri="{FF2B5EF4-FFF2-40B4-BE49-F238E27FC236}">
                <a16:creationId xmlns:a16="http://schemas.microsoft.com/office/drawing/2014/main" id="{DA7914BE-F22A-4473-A6CC-FF67E512CC78}"/>
              </a:ext>
            </a:extLst>
          </p:cNvPr>
          <p:cNvSpPr>
            <a:spLocks xmlns:a="http://schemas.openxmlformats.org/drawingml/2006/main" noGrp="1"/>
          </p:cNvSpPr>
          <p:nvPr/>
        </p:nvSpPr>
        <p:spPr>
          <a:xfrm xmlns:a="http://schemas.openxmlformats.org/drawingml/2006/main">
            <a:off x="4475798" y="589598"/>
            <a:ext cx="1905" cy="1905"/>
          </a:xfrm>
          <a:prstGeom xmlns:a="http://schemas.openxmlformats.org/drawingml/2006/main" prst="rect">
            <a:avLst/>
          </a:prstGeom>
          <a:noFill xmlns:a="http://schemas.openxmlformats.org/drawingml/2006/main"/>
          <a:ln xmlns:a="http://schemas.openxmlformats.org/drawingml/2006/main" w="0">
            <a:noFill/>
          </a:ln>
        </p:spPr>
      </p:sp>
      <p:sp>
        <p:nvSpPr>
          <p:cNvPr id="48" name="element_37">
            <a:extLst xmlns:a="http://schemas.openxmlformats.org/drawingml/2006/main">
              <a:ext uri="{FF2B5EF4-FFF2-40B4-BE49-F238E27FC236}">
                <a16:creationId xmlns:a16="http://schemas.microsoft.com/office/drawing/2014/main" id="{01FDEBC3-0B58-455A-AF5D-B8C77E937919}"/>
              </a:ext>
            </a:extLst>
          </p:cNvPr>
          <p:cNvSpPr>
            <a:spLocks xmlns:a="http://schemas.openxmlformats.org/drawingml/2006/main" noGrp="1"/>
          </p:cNvSpPr>
          <p:nvPr/>
        </p:nvSpPr>
        <p:spPr>
          <a:xfrm xmlns:a="http://schemas.openxmlformats.org/drawingml/2006/main">
            <a:off x="10762298" y="589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91" name="直接箭头连接符 743"/>
          <p:cNvCxnSpPr>
            <a:stCxn xmlns:a="http://schemas.openxmlformats.org/drawingml/2006/main" id="47" idx="3"/>
            <a:endCxn xmlns:a="http://schemas.openxmlformats.org/drawingml/2006/main" id="48" idx="1"/>
          </p:cNvCxnSpPr>
          <p:nvPr/>
        </p:nvCxnSpPr>
        <p:spPr>
          <a:xfrm xmlns:a="http://schemas.openxmlformats.org/drawingml/2006/main">
            <a:off x="4477703" y="590551"/>
            <a:ext cx="6284595" cy="0"/>
          </a:xfrm>
          <a:prstGeom xmlns:a="http://schemas.openxmlformats.org/drawingml/2006/main" prst="straightConnector1">
            <a:avLst/>
          </a:prstGeom>
          <a:ln xmlns:a="http://schemas.openxmlformats.org/drawingml/2006/main" w="16193">
            <a:solidFill>
              <a:srgbClr val="328FC1"/>
            </a:solidFill>
            <a:prstDash val="solid"/>
          </a:ln>
        </p:spPr>
      </p:cxnSp>
      <p:sp>
        <p:nvSpPr>
          <p:cNvPr id="50" name="element_38">
            <a:extLst xmlns:a="http://schemas.openxmlformats.org/drawingml/2006/main">
              <a:ext uri="{FF2B5EF4-FFF2-40B4-BE49-F238E27FC236}">
                <a16:creationId xmlns:a16="http://schemas.microsoft.com/office/drawing/2014/main" id="{02C99625-5A34-400A-96E8-8D0AC69CAD5C}"/>
              </a:ext>
            </a:extLst>
          </p:cNvPr>
          <p:cNvSpPr>
            <a:spLocks xmlns:a="http://schemas.openxmlformats.org/drawingml/2006/main" noGrp="1"/>
          </p:cNvSpPr>
          <p:nvPr/>
        </p:nvSpPr>
        <p:spPr>
          <a:xfrm xmlns:a="http://schemas.openxmlformats.org/drawingml/2006/main">
            <a:off x="10762298" y="589598"/>
            <a:ext cx="1905" cy="1905"/>
          </a:xfrm>
          <a:prstGeom xmlns:a="http://schemas.openxmlformats.org/drawingml/2006/main" prst="rect">
            <a:avLst/>
          </a:prstGeom>
          <a:noFill xmlns:a="http://schemas.openxmlformats.org/drawingml/2006/main"/>
          <a:ln xmlns:a="http://schemas.openxmlformats.org/drawingml/2006/main" w="0">
            <a:noFill/>
          </a:ln>
        </p:spPr>
      </p:sp>
      <p:sp>
        <p:nvSpPr>
          <p:cNvPr id="51" name="element_39">
            <a:extLst xmlns:a="http://schemas.openxmlformats.org/drawingml/2006/main">
              <a:ext uri="{FF2B5EF4-FFF2-40B4-BE49-F238E27FC236}">
                <a16:creationId xmlns:a16="http://schemas.microsoft.com/office/drawing/2014/main" id="{ECDEAE42-16DC-4570-ADA7-F858A82997AB}"/>
              </a:ext>
            </a:extLst>
          </p:cNvPr>
          <p:cNvSpPr>
            <a:spLocks xmlns:a="http://schemas.openxmlformats.org/drawingml/2006/main" noGrp="1"/>
          </p:cNvSpPr>
          <p:nvPr/>
        </p:nvSpPr>
        <p:spPr>
          <a:xfrm xmlns:a="http://schemas.openxmlformats.org/drawingml/2006/main">
            <a:off x="10762298" y="52949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94" name="直接箭头连接符 746"/>
          <p:cNvCxnSpPr>
            <a:stCxn xmlns:a="http://schemas.openxmlformats.org/drawingml/2006/main" id="50" idx="2"/>
            <a:endCxn xmlns:a="http://schemas.openxmlformats.org/drawingml/2006/main" id="51" idx="0"/>
          </p:cNvCxnSpPr>
          <p:nvPr/>
        </p:nvCxnSpPr>
        <p:spPr>
          <a:xfrm xmlns:a="http://schemas.openxmlformats.org/drawingml/2006/main">
            <a:off x="10763251" y="591503"/>
            <a:ext cx="0" cy="4703445"/>
          </a:xfrm>
          <a:prstGeom xmlns:a="http://schemas.openxmlformats.org/drawingml/2006/main" prst="straightConnector1">
            <a:avLst/>
          </a:prstGeom>
          <a:ln xmlns:a="http://schemas.openxmlformats.org/drawingml/2006/main" w="16193">
            <a:solidFill>
              <a:srgbClr val="328FC1"/>
            </a:solidFill>
            <a:prstDash val="solid"/>
          </a:ln>
        </p:spPr>
      </p:cxnSp>
      <p:sp>
        <p:nvSpPr>
          <p:cNvPr id="53" name="element_40">
            <a:extLst xmlns:a="http://schemas.openxmlformats.org/drawingml/2006/main">
              <a:ext uri="{FF2B5EF4-FFF2-40B4-BE49-F238E27FC236}">
                <a16:creationId xmlns:a16="http://schemas.microsoft.com/office/drawing/2014/main" id="{562A7FA4-B154-461C-B892-E3BFDE6D1949}"/>
              </a:ext>
            </a:extLst>
          </p:cNvPr>
          <p:cNvSpPr>
            <a:spLocks xmlns:a="http://schemas.openxmlformats.org/drawingml/2006/main" noGrp="1"/>
          </p:cNvSpPr>
          <p:nvPr/>
        </p:nvSpPr>
        <p:spPr>
          <a:xfrm xmlns:a="http://schemas.openxmlformats.org/drawingml/2006/main">
            <a:off x="10762298" y="5294948"/>
            <a:ext cx="1905" cy="1905"/>
          </a:xfrm>
          <a:prstGeom xmlns:a="http://schemas.openxmlformats.org/drawingml/2006/main" prst="rect">
            <a:avLst/>
          </a:prstGeom>
          <a:noFill xmlns:a="http://schemas.openxmlformats.org/drawingml/2006/main"/>
          <a:ln xmlns:a="http://schemas.openxmlformats.org/drawingml/2006/main" w="0">
            <a:noFill/>
          </a:ln>
        </p:spPr>
      </p:sp>
      <p:sp>
        <p:nvSpPr>
          <p:cNvPr id="54" name="element_41">
            <a:extLst xmlns:a="http://schemas.openxmlformats.org/drawingml/2006/main">
              <a:ext uri="{FF2B5EF4-FFF2-40B4-BE49-F238E27FC236}">
                <a16:creationId xmlns:a16="http://schemas.microsoft.com/office/drawing/2014/main" id="{5FE6695F-66F8-4F78-BFAF-944160072939}"/>
              </a:ext>
            </a:extLst>
          </p:cNvPr>
          <p:cNvSpPr>
            <a:spLocks xmlns:a="http://schemas.openxmlformats.org/drawingml/2006/main" noGrp="1"/>
          </p:cNvSpPr>
          <p:nvPr/>
        </p:nvSpPr>
        <p:spPr>
          <a:xfrm xmlns:a="http://schemas.openxmlformats.org/drawingml/2006/main">
            <a:off x="10543223" y="52949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97" name="直接箭头连接符 749"/>
          <p:cNvCxnSpPr>
            <a:stCxn xmlns:a="http://schemas.openxmlformats.org/drawingml/2006/main" id="53" idx="1"/>
            <a:endCxn xmlns:a="http://schemas.openxmlformats.org/drawingml/2006/main" id="54" idx="3"/>
          </p:cNvCxnSpPr>
          <p:nvPr/>
        </p:nvCxnSpPr>
        <p:spPr>
          <a:xfrm xmlns:a="http://schemas.openxmlformats.org/drawingml/2006/main" flipH="1">
            <a:off x="10545128" y="5295901"/>
            <a:ext cx="217170" cy="0"/>
          </a:xfrm>
          <a:prstGeom xmlns:a="http://schemas.openxmlformats.org/drawingml/2006/main" prst="straightConnector1">
            <a:avLst/>
          </a:prstGeom>
          <a:ln xmlns:a="http://schemas.openxmlformats.org/drawingml/2006/main" w="16193">
            <a:solidFill>
              <a:srgbClr val="328FC1"/>
            </a:solidFill>
            <a:prstDash val="solid"/>
            <a:tailEnd type="triangle" w="sm" len="sm"/>
          </a:ln>
        </p:spPr>
      </p:cxnSp>
      <p:sp>
        <p:nvSpPr>
          <p:cNvPr id="56" name="element_42">
            <a:extLst xmlns:a="http://schemas.openxmlformats.org/drawingml/2006/main">
              <a:ext uri="{FF2B5EF4-FFF2-40B4-BE49-F238E27FC236}">
                <a16:creationId xmlns:a16="http://schemas.microsoft.com/office/drawing/2014/main" id="{022FCED2-0AD9-4C6C-AC0E-C2F21C3A5FC4}"/>
              </a:ext>
            </a:extLst>
          </p:cNvPr>
          <p:cNvSpPr>
            <a:spLocks xmlns:a="http://schemas.openxmlformats.org/drawingml/2006/main" noGrp="1"/>
          </p:cNvSpPr>
          <p:nvPr/>
        </p:nvSpPr>
        <p:spPr>
          <a:xfrm xmlns:a="http://schemas.openxmlformats.org/drawingml/2006/main">
            <a:off x="7715250" y="325755"/>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328FC1"/>
                </a:solidFill>
                <a:latin typeface="Times New Roman"/>
                <a:ea typeface="Times New Roman"/>
                <a:cs typeface="Times New Roman"/>
              </a:defRPr>
            </a:pPr>
            <a:r>
              <a:rPr sz="1725" b="0">
                <a:solidFill>
                  <a:srgbClr val="328FC1"/>
                </a:solidFill>
                <a:latin typeface="Times New Roman"/>
                <a:ea typeface="Times New Roman"/>
                <a:cs typeface="Times New Roman"/>
              </a:rPr>
              <a:t>B₀(C)</a:t>
            </a:r>
          </a:p>
        </p:txBody>
      </p:sp>
      <p:sp>
        <p:nvSpPr>
          <p:cNvPr id="57" name="element_43">
            <a:extLst xmlns:a="http://schemas.openxmlformats.org/drawingml/2006/main">
              <a:ext uri="{FF2B5EF4-FFF2-40B4-BE49-F238E27FC236}">
                <a16:creationId xmlns:a16="http://schemas.microsoft.com/office/drawing/2014/main" id="{A0AE1868-9289-47AD-B6D8-C2EA1884FEC7}"/>
              </a:ext>
            </a:extLst>
          </p:cNvPr>
          <p:cNvSpPr>
            <a:spLocks xmlns:a="http://schemas.openxmlformats.org/drawingml/2006/main" noGrp="1"/>
          </p:cNvSpPr>
          <p:nvPr/>
        </p:nvSpPr>
        <p:spPr>
          <a:xfrm xmlns:a="http://schemas.openxmlformats.org/drawingml/2006/main">
            <a:off x="2038350" y="2133600"/>
            <a:ext cx="5495925" cy="1743075"/>
          </a:xfrm>
          <a:prstGeom xmlns:a="http://schemas.openxmlformats.org/drawingml/2006/main" prst="roundRect">
            <a:avLst>
              <a:gd name="adj" fmla="val 10929"/>
            </a:avLst>
          </a:prstGeom>
          <a:solidFill xmlns:a="http://schemas.openxmlformats.org/drawingml/2006/main">
            <a:srgbClr val="FFF8DE"/>
          </a:solidFill>
          <a:ln xmlns:a="http://schemas.openxmlformats.org/drawingml/2006/main" w="10478">
            <a:solidFill>
              <a:srgbClr val="D8C996"/>
            </a:solidFill>
          </a:ln>
        </p:spPr>
      </p:sp>
      <p:sp>
        <p:nvSpPr>
          <p:cNvPr id="58" name="encoder_44">
            <a:extLst xmlns:a="http://schemas.openxmlformats.org/drawingml/2006/main">
              <a:ext uri="{FF2B5EF4-FFF2-40B4-BE49-F238E27FC236}">
                <a16:creationId xmlns:a16="http://schemas.microsoft.com/office/drawing/2014/main" id="{FD38DC20-1C52-4B5B-B317-10913D731F96}"/>
              </a:ext>
            </a:extLst>
          </p:cNvPr>
          <p:cNvSpPr>
            <a:spLocks xmlns:a="http://schemas.openxmlformats.org/drawingml/2006/main" noGrp="1"/>
          </p:cNvSpPr>
          <p:nvPr/>
        </p:nvSpPr>
        <p:spPr>
          <a:xfrm xmlns:a="http://schemas.openxmlformats.org/drawingml/2006/main">
            <a:off x="2247900" y="2524125"/>
            <a:ext cx="1066800" cy="857250"/>
          </a:xfrm>
          <a:custGeom xmlns:a="http://schemas.openxmlformats.org/drawingml/2006/main">
            <a:rect l="0" t="0" r="0" b="0"/>
            <a:pathLst>
              <a:path w="1066800" h="857250">
                <a:moveTo>
                  <a:pt x="0" y="0"/>
                </a:moveTo>
                <a:lnTo>
                  <a:pt x="1066800" y="137160"/>
                </a:lnTo>
                <a:lnTo>
                  <a:pt x="1066800" y="720090"/>
                </a:lnTo>
                <a:lnTo>
                  <a:pt x="0" y="857250"/>
                </a:lnTo>
                <a:close/>
              </a:path>
            </a:pathLst>
          </a:custGeom>
          <a:solidFill xmlns:a="http://schemas.openxmlformats.org/drawingml/2006/main">
            <a:srgbClr val="FFE6B7"/>
          </a:solidFill>
          <a:ln xmlns:a="http://schemas.openxmlformats.org/drawingml/2006/main" w="11430">
            <a:solidFill>
              <a:srgbClr val="D39243"/>
            </a:solidFill>
          </a:ln>
        </p:spPr>
      </p:sp>
      <p:sp>
        <p:nvSpPr>
          <p:cNvPr id="59" name="element_45">
            <a:extLst xmlns:a="http://schemas.openxmlformats.org/drawingml/2006/main">
              <a:ext uri="{FF2B5EF4-FFF2-40B4-BE49-F238E27FC236}">
                <a16:creationId xmlns:a16="http://schemas.microsoft.com/office/drawing/2014/main" id="{D49BA05E-7706-48F8-BC42-FCD5451F0D5F}"/>
              </a:ext>
            </a:extLst>
          </p:cNvPr>
          <p:cNvSpPr>
            <a:spLocks xmlns:a="http://schemas.openxmlformats.org/drawingml/2006/main" noGrp="1"/>
          </p:cNvSpPr>
          <p:nvPr/>
        </p:nvSpPr>
        <p:spPr>
          <a:xfrm xmlns:a="http://schemas.openxmlformats.org/drawingml/2006/main">
            <a:off x="2314575" y="2619375"/>
            <a:ext cx="9239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400" b="0">
                <a:solidFill>
                  <a:srgbClr val="142632"/>
                </a:solidFill>
                <a:latin typeface="Arial"/>
                <a:ea typeface="Arial"/>
                <a:cs typeface="Arial"/>
              </a:rPr>
              <a:t>Audio</a:t>
            </a:r>
          </a:p>
          <a:p xmlns:a="http://schemas.openxmlformats.org/drawingml/2006/main">
            <a:pPr algn="ctr">
              <a:buNone/>
              <a:defRPr sz="1650" b="0">
                <a:solidFill>
                  <a:srgbClr val="142632"/>
                </a:solidFill>
                <a:latin typeface="Arial"/>
                <a:ea typeface="Arial"/>
                <a:cs typeface="Arial"/>
              </a:defRPr>
            </a:pPr>
            <a:r>
              <a:rPr sz="1400" b="0">
                <a:solidFill>
                  <a:srgbClr val="142632"/>
                </a:solidFill>
                <a:latin typeface="Arial"/>
                <a:ea typeface="Arial"/>
                <a:cs typeface="Arial"/>
              </a:rPr>
              <a:t>Encoder</a:t>
            </a:r>
            <a:endParaRPr sz="1400" b="0">
              <a:solidFill>
                <a:srgbClr val="142632"/>
              </a:solidFill>
              <a:latin typeface="Arial"/>
              <a:ea typeface="Arial"/>
              <a:cs typeface="Arial"/>
            </a:endParaRPr>
          </a:p>
        </p:txBody>
      </p:sp>
      <p:sp>
        <p:nvSpPr>
          <p:cNvPr id="60" name="element_46">
            <a:extLst xmlns:a="http://schemas.openxmlformats.org/drawingml/2006/main">
              <a:ext uri="{FF2B5EF4-FFF2-40B4-BE49-F238E27FC236}">
                <a16:creationId xmlns:a16="http://schemas.microsoft.com/office/drawing/2014/main" id="{9AC683C1-4D93-420F-B832-26799FEF5CCF}"/>
              </a:ext>
            </a:extLst>
          </p:cNvPr>
          <p:cNvSpPr>
            <a:spLocks xmlns:a="http://schemas.openxmlformats.org/drawingml/2006/main" noGrp="1"/>
          </p:cNvSpPr>
          <p:nvPr/>
        </p:nvSpPr>
        <p:spPr>
          <a:xfrm xmlns:a="http://schemas.openxmlformats.org/drawingml/2006/main">
            <a:off x="3705225" y="2457450"/>
            <a:ext cx="1428750" cy="523875"/>
          </a:xfrm>
          <a:prstGeom xmlns:a="http://schemas.openxmlformats.org/drawingml/2006/main" prst="roundRect">
            <a:avLst>
              <a:gd name="adj" fmla="val 10909"/>
            </a:avLst>
          </a:prstGeom>
          <a:solidFill xmlns:a="http://schemas.openxmlformats.org/drawingml/2006/main">
            <a:srgbClr val="FFE6B7"/>
          </a:solidFill>
          <a:ln xmlns:a="http://schemas.openxmlformats.org/drawingml/2006/main" w="10478">
            <a:solidFill>
              <a:srgbClr val="D39243"/>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Arial"/>
                <a:ea typeface="Arial"/>
                <a:cs typeface="Arial"/>
              </a:defRPr>
            </a:pPr>
            <a:r>
              <a:rPr sz="1400">
                <a:solidFill>
                  <a:srgbClr val="142632"/>
                </a:solidFill>
                <a:latin typeface="Arial"/>
                <a:ea typeface="Arial"/>
                <a:cs typeface="Arial"/>
              </a:rPr>
              <a:t>Global Emotion</a:t>
            </a:r>
            <a:endParaRPr sz="1400">
              <a:solidFill>
                <a:srgbClr val="142632"/>
              </a:solidFill>
              <a:latin typeface="Arial"/>
              <a:ea typeface="Arial"/>
              <a:cs typeface="Arial"/>
            </a:endParaRPr>
          </a:p>
        </p:txBody>
      </p:sp>
      <p:sp>
        <p:nvSpPr>
          <p:cNvPr id="61" name="element_47">
            <a:extLst xmlns:a="http://schemas.openxmlformats.org/drawingml/2006/main">
              <a:ext uri="{FF2B5EF4-FFF2-40B4-BE49-F238E27FC236}">
                <a16:creationId xmlns:a16="http://schemas.microsoft.com/office/drawing/2014/main" id="{157DF02A-65E2-4EA3-B43D-7A1A2BB3692A}"/>
              </a:ext>
            </a:extLst>
          </p:cNvPr>
          <p:cNvSpPr>
            <a:spLocks xmlns:a="http://schemas.openxmlformats.org/drawingml/2006/main" noGrp="1"/>
          </p:cNvSpPr>
          <p:nvPr/>
        </p:nvSpPr>
        <p:spPr>
          <a:xfrm xmlns:a="http://schemas.openxmlformats.org/drawingml/2006/main">
            <a:off x="3705225" y="3209925"/>
            <a:ext cx="1428750" cy="457200"/>
          </a:xfrm>
          <a:prstGeom xmlns:a="http://schemas.openxmlformats.org/drawingml/2006/main" prst="roundRect">
            <a:avLst>
              <a:gd name="adj" fmla="val 12500"/>
            </a:avLst>
          </a:prstGeom>
          <a:solidFill xmlns:a="http://schemas.openxmlformats.org/drawingml/2006/main">
            <a:srgbClr val="D0EFED"/>
          </a:solidFill>
          <a:ln xmlns:a="http://schemas.openxmlformats.org/drawingml/2006/main" w="10478">
            <a:solidFill>
              <a:srgbClr val="4C9998"/>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00">
                <a:solidFill>
                  <a:srgbClr val="142632"/>
                </a:solidFill>
                <a:latin typeface="Arial"/>
                <a:ea typeface="Arial"/>
                <a:cs typeface="Arial"/>
              </a:defRPr>
            </a:pPr>
            <a:r>
              <a:rPr sz="1400">
                <a:solidFill>
                  <a:srgbClr val="142632"/>
                </a:solidFill>
                <a:latin typeface="Arial"/>
                <a:ea typeface="Arial"/>
                <a:cs typeface="Arial"/>
              </a:rPr>
              <a:t>Temporal Acoustic
Features</a:t>
            </a:r>
            <a:endParaRPr sz="1400">
              <a:solidFill>
                <a:srgbClr val="142632"/>
              </a:solidFill>
              <a:latin typeface="Arial"/>
              <a:ea typeface="Arial"/>
              <a:cs typeface="Arial"/>
            </a:endParaRPr>
          </a:p>
        </p:txBody>
      </p:sp>
      <p:sp>
        <p:nvSpPr>
          <p:cNvPr id="62" name="element_48">
            <a:extLst xmlns:a="http://schemas.openxmlformats.org/drawingml/2006/main">
              <a:ext uri="{FF2B5EF4-FFF2-40B4-BE49-F238E27FC236}">
                <a16:creationId xmlns:a16="http://schemas.microsoft.com/office/drawing/2014/main" id="{5BCEC056-72D1-4400-AE5B-1EF8AF1EA664}"/>
              </a:ext>
            </a:extLst>
          </p:cNvPr>
          <p:cNvSpPr>
            <a:spLocks xmlns:a="http://schemas.openxmlformats.org/drawingml/2006/main" noGrp="1"/>
          </p:cNvSpPr>
          <p:nvPr/>
        </p:nvSpPr>
        <p:spPr>
          <a:xfrm xmlns:a="http://schemas.openxmlformats.org/drawingml/2006/main">
            <a:off x="1808798" y="1284923"/>
            <a:ext cx="1905" cy="1905"/>
          </a:xfrm>
          <a:prstGeom xmlns:a="http://schemas.openxmlformats.org/drawingml/2006/main" prst="rect">
            <a:avLst/>
          </a:prstGeom>
          <a:noFill xmlns:a="http://schemas.openxmlformats.org/drawingml/2006/main"/>
          <a:ln xmlns:a="http://schemas.openxmlformats.org/drawingml/2006/main" w="0">
            <a:noFill/>
          </a:ln>
        </p:spPr>
      </p:sp>
      <p:sp>
        <p:nvSpPr>
          <p:cNvPr id="63" name="element_49">
            <a:extLst xmlns:a="http://schemas.openxmlformats.org/drawingml/2006/main">
              <a:ext uri="{FF2B5EF4-FFF2-40B4-BE49-F238E27FC236}">
                <a16:creationId xmlns:a16="http://schemas.microsoft.com/office/drawing/2014/main" id="{B4A8236A-D750-4BF7-89A7-5504B3EE83F0}"/>
              </a:ext>
            </a:extLst>
          </p:cNvPr>
          <p:cNvSpPr>
            <a:spLocks xmlns:a="http://schemas.openxmlformats.org/drawingml/2006/main" noGrp="1"/>
          </p:cNvSpPr>
          <p:nvPr/>
        </p:nvSpPr>
        <p:spPr>
          <a:xfrm xmlns:a="http://schemas.openxmlformats.org/drawingml/2006/main">
            <a:off x="1808798" y="2951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06" name="直接箭头连接符 758"/>
          <p:cNvCxnSpPr>
            <a:stCxn xmlns:a="http://schemas.openxmlformats.org/drawingml/2006/main" id="62" idx="2"/>
            <a:endCxn xmlns:a="http://schemas.openxmlformats.org/drawingml/2006/main" id="63" idx="0"/>
          </p:cNvCxnSpPr>
          <p:nvPr/>
        </p:nvCxnSpPr>
        <p:spPr>
          <a:xfrm xmlns:a="http://schemas.openxmlformats.org/drawingml/2006/main">
            <a:off x="1809751" y="1286828"/>
            <a:ext cx="0" cy="1664970"/>
          </a:xfrm>
          <a:prstGeom xmlns:a="http://schemas.openxmlformats.org/drawingml/2006/main" prst="straightConnector1">
            <a:avLst/>
          </a:prstGeom>
          <a:ln xmlns:a="http://schemas.openxmlformats.org/drawingml/2006/main" w="16193">
            <a:solidFill>
              <a:srgbClr val="29323A"/>
            </a:solidFill>
            <a:prstDash val="solid"/>
          </a:ln>
        </p:spPr>
      </p:cxnSp>
      <p:sp>
        <p:nvSpPr>
          <p:cNvPr id="65" name="element_50">
            <a:extLst xmlns:a="http://schemas.openxmlformats.org/drawingml/2006/main">
              <a:ext uri="{FF2B5EF4-FFF2-40B4-BE49-F238E27FC236}">
                <a16:creationId xmlns:a16="http://schemas.microsoft.com/office/drawing/2014/main" id="{6B95D69E-80A5-4787-A967-2882CA3E78E8}"/>
              </a:ext>
            </a:extLst>
          </p:cNvPr>
          <p:cNvSpPr>
            <a:spLocks xmlns:a="http://schemas.openxmlformats.org/drawingml/2006/main" noGrp="1"/>
          </p:cNvSpPr>
          <p:nvPr/>
        </p:nvSpPr>
        <p:spPr>
          <a:xfrm xmlns:a="http://schemas.openxmlformats.org/drawingml/2006/main">
            <a:off x="1808798" y="2951798"/>
            <a:ext cx="1905" cy="1905"/>
          </a:xfrm>
          <a:prstGeom xmlns:a="http://schemas.openxmlformats.org/drawingml/2006/main" prst="rect">
            <a:avLst/>
          </a:prstGeom>
          <a:noFill xmlns:a="http://schemas.openxmlformats.org/drawingml/2006/main"/>
          <a:ln xmlns:a="http://schemas.openxmlformats.org/drawingml/2006/main" w="0">
            <a:noFill/>
          </a:ln>
        </p:spPr>
      </p:sp>
      <p:sp>
        <p:nvSpPr>
          <p:cNvPr id="66" name="element_51">
            <a:extLst xmlns:a="http://schemas.openxmlformats.org/drawingml/2006/main">
              <a:ext uri="{FF2B5EF4-FFF2-40B4-BE49-F238E27FC236}">
                <a16:creationId xmlns:a16="http://schemas.microsoft.com/office/drawing/2014/main" id="{E7F8C86C-CA22-4046-93B8-FC7341991440}"/>
              </a:ext>
            </a:extLst>
          </p:cNvPr>
          <p:cNvSpPr>
            <a:spLocks xmlns:a="http://schemas.openxmlformats.org/drawingml/2006/main" noGrp="1"/>
          </p:cNvSpPr>
          <p:nvPr/>
        </p:nvSpPr>
        <p:spPr>
          <a:xfrm xmlns:a="http://schemas.openxmlformats.org/drawingml/2006/main">
            <a:off x="2246948" y="2951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09" name="直接箭头连接符 761"/>
          <p:cNvCxnSpPr>
            <a:stCxn xmlns:a="http://schemas.openxmlformats.org/drawingml/2006/main" id="65" idx="3"/>
            <a:endCxn xmlns:a="http://schemas.openxmlformats.org/drawingml/2006/main" id="66" idx="1"/>
          </p:cNvCxnSpPr>
          <p:nvPr/>
        </p:nvCxnSpPr>
        <p:spPr>
          <a:xfrm xmlns:a="http://schemas.openxmlformats.org/drawingml/2006/main">
            <a:off x="1810703" y="2952751"/>
            <a:ext cx="43624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68" name="element_52">
            <a:extLst xmlns:a="http://schemas.openxmlformats.org/drawingml/2006/main">
              <a:ext uri="{FF2B5EF4-FFF2-40B4-BE49-F238E27FC236}">
                <a16:creationId xmlns:a16="http://schemas.microsoft.com/office/drawing/2014/main" id="{C7948A60-DEF7-44D9-92E6-6A10803A04F3}"/>
              </a:ext>
            </a:extLst>
          </p:cNvPr>
          <p:cNvSpPr>
            <a:spLocks xmlns:a="http://schemas.openxmlformats.org/drawingml/2006/main" noGrp="1"/>
          </p:cNvSpPr>
          <p:nvPr/>
        </p:nvSpPr>
        <p:spPr>
          <a:xfrm xmlns:a="http://schemas.openxmlformats.org/drawingml/2006/main">
            <a:off x="3313748" y="2951798"/>
            <a:ext cx="1905" cy="1905"/>
          </a:xfrm>
          <a:prstGeom xmlns:a="http://schemas.openxmlformats.org/drawingml/2006/main" prst="rect">
            <a:avLst/>
          </a:prstGeom>
          <a:noFill xmlns:a="http://schemas.openxmlformats.org/drawingml/2006/main"/>
          <a:ln xmlns:a="http://schemas.openxmlformats.org/drawingml/2006/main" w="0">
            <a:noFill/>
          </a:ln>
        </p:spPr>
      </p:sp>
      <p:sp>
        <p:nvSpPr>
          <p:cNvPr id="69" name="element_53">
            <a:extLst xmlns:a="http://schemas.openxmlformats.org/drawingml/2006/main">
              <a:ext uri="{FF2B5EF4-FFF2-40B4-BE49-F238E27FC236}">
                <a16:creationId xmlns:a16="http://schemas.microsoft.com/office/drawing/2014/main" id="{F207311D-ED86-4C74-BCB1-D02963696DC9}"/>
              </a:ext>
            </a:extLst>
          </p:cNvPr>
          <p:cNvSpPr>
            <a:spLocks xmlns:a="http://schemas.openxmlformats.org/drawingml/2006/main" noGrp="1"/>
          </p:cNvSpPr>
          <p:nvPr/>
        </p:nvSpPr>
        <p:spPr>
          <a:xfrm xmlns:a="http://schemas.openxmlformats.org/drawingml/2006/main">
            <a:off x="3494723" y="2951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12" name="直接箭头连接符 764"/>
          <p:cNvCxnSpPr>
            <a:stCxn xmlns:a="http://schemas.openxmlformats.org/drawingml/2006/main" id="68" idx="3"/>
            <a:endCxn xmlns:a="http://schemas.openxmlformats.org/drawingml/2006/main" id="69" idx="1"/>
          </p:cNvCxnSpPr>
          <p:nvPr/>
        </p:nvCxnSpPr>
        <p:spPr>
          <a:xfrm xmlns:a="http://schemas.openxmlformats.org/drawingml/2006/main">
            <a:off x="3315653" y="2952751"/>
            <a:ext cx="179070" cy="0"/>
          </a:xfrm>
          <a:prstGeom xmlns:a="http://schemas.openxmlformats.org/drawingml/2006/main" prst="straightConnector1">
            <a:avLst/>
          </a:prstGeom>
          <a:ln xmlns:a="http://schemas.openxmlformats.org/drawingml/2006/main" w="16193">
            <a:solidFill>
              <a:srgbClr val="29323A"/>
            </a:solidFill>
            <a:prstDash val="solid"/>
          </a:ln>
        </p:spPr>
      </p:cxnSp>
      <p:sp>
        <p:nvSpPr>
          <p:cNvPr id="71" name="element_54">
            <a:extLst xmlns:a="http://schemas.openxmlformats.org/drawingml/2006/main">
              <a:ext uri="{FF2B5EF4-FFF2-40B4-BE49-F238E27FC236}">
                <a16:creationId xmlns:a16="http://schemas.microsoft.com/office/drawing/2014/main" id="{3109B7C3-FB28-4BEF-9DF2-37901EFEAE6D}"/>
              </a:ext>
            </a:extLst>
          </p:cNvPr>
          <p:cNvSpPr>
            <a:spLocks xmlns:a="http://schemas.openxmlformats.org/drawingml/2006/main" noGrp="1"/>
          </p:cNvSpPr>
          <p:nvPr/>
        </p:nvSpPr>
        <p:spPr>
          <a:xfrm xmlns:a="http://schemas.openxmlformats.org/drawingml/2006/main">
            <a:off x="3494723" y="2951798"/>
            <a:ext cx="1905" cy="1905"/>
          </a:xfrm>
          <a:prstGeom xmlns:a="http://schemas.openxmlformats.org/drawingml/2006/main" prst="rect">
            <a:avLst/>
          </a:prstGeom>
          <a:noFill xmlns:a="http://schemas.openxmlformats.org/drawingml/2006/main"/>
          <a:ln xmlns:a="http://schemas.openxmlformats.org/drawingml/2006/main" w="0">
            <a:noFill/>
          </a:ln>
        </p:spPr>
      </p:sp>
      <p:sp>
        <p:nvSpPr>
          <p:cNvPr id="72" name="element_55">
            <a:extLst xmlns:a="http://schemas.openxmlformats.org/drawingml/2006/main">
              <a:ext uri="{FF2B5EF4-FFF2-40B4-BE49-F238E27FC236}">
                <a16:creationId xmlns:a16="http://schemas.microsoft.com/office/drawing/2014/main" id="{8D2ADDCB-A020-417B-B3F8-2786042EA191}"/>
              </a:ext>
            </a:extLst>
          </p:cNvPr>
          <p:cNvSpPr>
            <a:spLocks xmlns:a="http://schemas.openxmlformats.org/drawingml/2006/main" noGrp="1"/>
          </p:cNvSpPr>
          <p:nvPr/>
        </p:nvSpPr>
        <p:spPr>
          <a:xfrm xmlns:a="http://schemas.openxmlformats.org/drawingml/2006/main">
            <a:off x="3494723" y="27136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15" name="直接箭头连接符 767"/>
          <p:cNvCxnSpPr>
            <a:stCxn xmlns:a="http://schemas.openxmlformats.org/drawingml/2006/main" id="71" idx="0"/>
            <a:endCxn xmlns:a="http://schemas.openxmlformats.org/drawingml/2006/main" id="72" idx="2"/>
          </p:cNvCxnSpPr>
          <p:nvPr/>
        </p:nvCxnSpPr>
        <p:spPr>
          <a:xfrm xmlns:a="http://schemas.openxmlformats.org/drawingml/2006/main" flipV="1">
            <a:off x="3495676" y="2715578"/>
            <a:ext cx="0" cy="236220"/>
          </a:xfrm>
          <a:prstGeom xmlns:a="http://schemas.openxmlformats.org/drawingml/2006/main" prst="straightConnector1">
            <a:avLst/>
          </a:prstGeom>
          <a:ln xmlns:a="http://schemas.openxmlformats.org/drawingml/2006/main" w="16193">
            <a:solidFill>
              <a:srgbClr val="29323A"/>
            </a:solidFill>
            <a:prstDash val="solid"/>
          </a:ln>
        </p:spPr>
      </p:cxnSp>
      <p:sp>
        <p:nvSpPr>
          <p:cNvPr id="74" name="element_56">
            <a:extLst xmlns:a="http://schemas.openxmlformats.org/drawingml/2006/main">
              <a:ext uri="{FF2B5EF4-FFF2-40B4-BE49-F238E27FC236}">
                <a16:creationId xmlns:a16="http://schemas.microsoft.com/office/drawing/2014/main" id="{50E5AE67-40F8-46CC-980F-B7DF905068CE}"/>
              </a:ext>
            </a:extLst>
          </p:cNvPr>
          <p:cNvSpPr>
            <a:spLocks xmlns:a="http://schemas.openxmlformats.org/drawingml/2006/main" noGrp="1"/>
          </p:cNvSpPr>
          <p:nvPr/>
        </p:nvSpPr>
        <p:spPr>
          <a:xfrm xmlns:a="http://schemas.openxmlformats.org/drawingml/2006/main">
            <a:off x="3494723" y="2713673"/>
            <a:ext cx="1905" cy="1905"/>
          </a:xfrm>
          <a:prstGeom xmlns:a="http://schemas.openxmlformats.org/drawingml/2006/main" prst="rect">
            <a:avLst/>
          </a:prstGeom>
          <a:noFill xmlns:a="http://schemas.openxmlformats.org/drawingml/2006/main"/>
          <a:ln xmlns:a="http://schemas.openxmlformats.org/drawingml/2006/main" w="0">
            <a:noFill/>
          </a:ln>
        </p:spPr>
      </p:sp>
      <p:sp>
        <p:nvSpPr>
          <p:cNvPr id="75" name="element_57">
            <a:extLst xmlns:a="http://schemas.openxmlformats.org/drawingml/2006/main">
              <a:ext uri="{FF2B5EF4-FFF2-40B4-BE49-F238E27FC236}">
                <a16:creationId xmlns:a16="http://schemas.microsoft.com/office/drawing/2014/main" id="{EBD1C0C2-494C-476D-BF9E-F03FBCE22F97}"/>
              </a:ext>
            </a:extLst>
          </p:cNvPr>
          <p:cNvSpPr>
            <a:spLocks xmlns:a="http://schemas.openxmlformats.org/drawingml/2006/main" noGrp="1"/>
          </p:cNvSpPr>
          <p:nvPr/>
        </p:nvSpPr>
        <p:spPr>
          <a:xfrm xmlns:a="http://schemas.openxmlformats.org/drawingml/2006/main">
            <a:off x="3704273" y="27136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18" name="直接箭头连接符 770"/>
          <p:cNvCxnSpPr>
            <a:stCxn xmlns:a="http://schemas.openxmlformats.org/drawingml/2006/main" id="74" idx="3"/>
            <a:endCxn xmlns:a="http://schemas.openxmlformats.org/drawingml/2006/main" id="75" idx="1"/>
          </p:cNvCxnSpPr>
          <p:nvPr/>
        </p:nvCxnSpPr>
        <p:spPr>
          <a:xfrm xmlns:a="http://schemas.openxmlformats.org/drawingml/2006/main">
            <a:off x="3496628" y="2714626"/>
            <a:ext cx="20764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77" name="element_58">
            <a:extLst xmlns:a="http://schemas.openxmlformats.org/drawingml/2006/main">
              <a:ext uri="{FF2B5EF4-FFF2-40B4-BE49-F238E27FC236}">
                <a16:creationId xmlns:a16="http://schemas.microsoft.com/office/drawing/2014/main" id="{B5D93B8B-D85A-405B-AB4A-12FC9E0461F5}"/>
              </a:ext>
            </a:extLst>
          </p:cNvPr>
          <p:cNvSpPr>
            <a:spLocks xmlns:a="http://schemas.openxmlformats.org/drawingml/2006/main" noGrp="1"/>
          </p:cNvSpPr>
          <p:nvPr/>
        </p:nvSpPr>
        <p:spPr>
          <a:xfrm xmlns:a="http://schemas.openxmlformats.org/drawingml/2006/main">
            <a:off x="3494723" y="2951798"/>
            <a:ext cx="1905" cy="1905"/>
          </a:xfrm>
          <a:prstGeom xmlns:a="http://schemas.openxmlformats.org/drawingml/2006/main" prst="rect">
            <a:avLst/>
          </a:prstGeom>
          <a:noFill xmlns:a="http://schemas.openxmlformats.org/drawingml/2006/main"/>
          <a:ln xmlns:a="http://schemas.openxmlformats.org/drawingml/2006/main" w="0">
            <a:noFill/>
          </a:ln>
        </p:spPr>
      </p:sp>
      <p:sp>
        <p:nvSpPr>
          <p:cNvPr id="78" name="element_59">
            <a:extLst xmlns:a="http://schemas.openxmlformats.org/drawingml/2006/main">
              <a:ext uri="{FF2B5EF4-FFF2-40B4-BE49-F238E27FC236}">
                <a16:creationId xmlns:a16="http://schemas.microsoft.com/office/drawing/2014/main" id="{7F523B05-B911-496F-B837-1F59464B0CAC}"/>
              </a:ext>
            </a:extLst>
          </p:cNvPr>
          <p:cNvSpPr>
            <a:spLocks xmlns:a="http://schemas.openxmlformats.org/drawingml/2006/main" noGrp="1"/>
          </p:cNvSpPr>
          <p:nvPr/>
        </p:nvSpPr>
        <p:spPr>
          <a:xfrm xmlns:a="http://schemas.openxmlformats.org/drawingml/2006/main">
            <a:off x="3494723" y="343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21" name="直接箭头连接符 773"/>
          <p:cNvCxnSpPr>
            <a:stCxn xmlns:a="http://schemas.openxmlformats.org/drawingml/2006/main" id="77" idx="2"/>
            <a:endCxn xmlns:a="http://schemas.openxmlformats.org/drawingml/2006/main" id="78" idx="0"/>
          </p:cNvCxnSpPr>
          <p:nvPr/>
        </p:nvCxnSpPr>
        <p:spPr>
          <a:xfrm xmlns:a="http://schemas.openxmlformats.org/drawingml/2006/main">
            <a:off x="3495676" y="2953703"/>
            <a:ext cx="0" cy="483870"/>
          </a:xfrm>
          <a:prstGeom xmlns:a="http://schemas.openxmlformats.org/drawingml/2006/main" prst="straightConnector1">
            <a:avLst/>
          </a:prstGeom>
          <a:ln xmlns:a="http://schemas.openxmlformats.org/drawingml/2006/main" w="16193">
            <a:solidFill>
              <a:srgbClr val="29323A"/>
            </a:solidFill>
            <a:prstDash val="solid"/>
          </a:ln>
        </p:spPr>
      </p:cxnSp>
      <p:sp>
        <p:nvSpPr>
          <p:cNvPr id="80" name="element_60">
            <a:extLst xmlns:a="http://schemas.openxmlformats.org/drawingml/2006/main">
              <a:ext uri="{FF2B5EF4-FFF2-40B4-BE49-F238E27FC236}">
                <a16:creationId xmlns:a16="http://schemas.microsoft.com/office/drawing/2014/main" id="{2A3C4D4C-ED59-4138-9EA8-4065D2104795}"/>
              </a:ext>
            </a:extLst>
          </p:cNvPr>
          <p:cNvSpPr>
            <a:spLocks xmlns:a="http://schemas.openxmlformats.org/drawingml/2006/main" noGrp="1"/>
          </p:cNvSpPr>
          <p:nvPr/>
        </p:nvSpPr>
        <p:spPr>
          <a:xfrm xmlns:a="http://schemas.openxmlformats.org/drawingml/2006/main">
            <a:off x="3494723" y="3437573"/>
            <a:ext cx="1905" cy="1905"/>
          </a:xfrm>
          <a:prstGeom xmlns:a="http://schemas.openxmlformats.org/drawingml/2006/main" prst="rect">
            <a:avLst/>
          </a:prstGeom>
          <a:noFill xmlns:a="http://schemas.openxmlformats.org/drawingml/2006/main"/>
          <a:ln xmlns:a="http://schemas.openxmlformats.org/drawingml/2006/main" w="0">
            <a:noFill/>
          </a:ln>
        </p:spPr>
      </p:sp>
      <p:sp>
        <p:nvSpPr>
          <p:cNvPr id="81" name="element_61">
            <a:extLst xmlns:a="http://schemas.openxmlformats.org/drawingml/2006/main">
              <a:ext uri="{FF2B5EF4-FFF2-40B4-BE49-F238E27FC236}">
                <a16:creationId xmlns:a16="http://schemas.microsoft.com/office/drawing/2014/main" id="{5C284C24-C9FF-4308-943B-46CC4E73893E}"/>
              </a:ext>
            </a:extLst>
          </p:cNvPr>
          <p:cNvSpPr>
            <a:spLocks xmlns:a="http://schemas.openxmlformats.org/drawingml/2006/main" noGrp="1"/>
          </p:cNvSpPr>
          <p:nvPr/>
        </p:nvSpPr>
        <p:spPr>
          <a:xfrm xmlns:a="http://schemas.openxmlformats.org/drawingml/2006/main">
            <a:off x="3704273" y="343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24" name="直接箭头连接符 776"/>
          <p:cNvCxnSpPr>
            <a:stCxn xmlns:a="http://schemas.openxmlformats.org/drawingml/2006/main" id="80" idx="3"/>
            <a:endCxn xmlns:a="http://schemas.openxmlformats.org/drawingml/2006/main" id="81" idx="1"/>
          </p:cNvCxnSpPr>
          <p:nvPr/>
        </p:nvCxnSpPr>
        <p:spPr>
          <a:xfrm xmlns:a="http://schemas.openxmlformats.org/drawingml/2006/main">
            <a:off x="3496628" y="3438526"/>
            <a:ext cx="20764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83" name="encoder_62">
            <a:extLst xmlns:a="http://schemas.openxmlformats.org/drawingml/2006/main">
              <a:ext uri="{FF2B5EF4-FFF2-40B4-BE49-F238E27FC236}">
                <a16:creationId xmlns:a16="http://schemas.microsoft.com/office/drawing/2014/main" id="{BE916932-C33F-41F0-A96B-054B4F3304B1}"/>
              </a:ext>
            </a:extLst>
          </p:cNvPr>
          <p:cNvSpPr>
            <a:spLocks xmlns:a="http://schemas.openxmlformats.org/drawingml/2006/main" noGrp="1"/>
          </p:cNvSpPr>
          <p:nvPr/>
        </p:nvSpPr>
        <p:spPr>
          <a:xfrm xmlns:a="http://schemas.openxmlformats.org/drawingml/2006/main">
            <a:off x="5610225" y="2419350"/>
            <a:ext cx="400050" cy="85725"/>
          </a:xfrm>
          <a:custGeom xmlns:a="http://schemas.openxmlformats.org/drawingml/2006/main">
            <a:rect l="0" t="0" r="0" b="0"/>
            <a:pathLst>
              <a:path w="400050" h="85725">
                <a:moveTo>
                  <a:pt x="0" y="85725"/>
                </a:moveTo>
                <a:lnTo>
                  <a:pt x="85725" y="0"/>
                </a:lnTo>
                <a:lnTo>
                  <a:pt x="400050" y="0"/>
                </a:lnTo>
                <a:lnTo>
                  <a:pt x="314325" y="85725"/>
                </a:lnTo>
                <a:close/>
              </a:path>
            </a:pathLst>
          </a:custGeom>
          <a:solidFill xmlns:a="http://schemas.openxmlformats.org/drawingml/2006/main">
            <a:srgbClr val="FFE6B7"/>
          </a:solidFill>
          <a:ln xmlns:a="http://schemas.openxmlformats.org/drawingml/2006/main" w="11430">
            <a:solidFill>
              <a:srgbClr val="D39243"/>
            </a:solidFill>
          </a:ln>
        </p:spPr>
      </p:sp>
      <p:sp>
        <p:nvSpPr>
          <p:cNvPr id="84" name="encoder_63">
            <a:extLst xmlns:a="http://schemas.openxmlformats.org/drawingml/2006/main">
              <a:ext uri="{FF2B5EF4-FFF2-40B4-BE49-F238E27FC236}">
                <a16:creationId xmlns:a16="http://schemas.microsoft.com/office/drawing/2014/main" id="{64B89DC8-DB8C-44CE-9E41-1EAB86CBCC54}"/>
              </a:ext>
            </a:extLst>
          </p:cNvPr>
          <p:cNvSpPr>
            <a:spLocks xmlns:a="http://schemas.openxmlformats.org/drawingml/2006/main" noGrp="1"/>
          </p:cNvSpPr>
          <p:nvPr/>
        </p:nvSpPr>
        <p:spPr>
          <a:xfrm xmlns:a="http://schemas.openxmlformats.org/drawingml/2006/main">
            <a:off x="5924550" y="2419350"/>
            <a:ext cx="85725" cy="400050"/>
          </a:xfrm>
          <a:custGeom xmlns:a="http://schemas.openxmlformats.org/drawingml/2006/main">
            <a:rect l="0" t="0" r="0" b="0"/>
            <a:pathLst>
              <a:path w="85725" h="400050">
                <a:moveTo>
                  <a:pt x="0" y="85725"/>
                </a:moveTo>
                <a:lnTo>
                  <a:pt x="85725" y="0"/>
                </a:lnTo>
                <a:lnTo>
                  <a:pt x="85725" y="314325"/>
                </a:lnTo>
                <a:lnTo>
                  <a:pt x="0" y="400050"/>
                </a:lnTo>
                <a:close/>
              </a:path>
            </a:pathLst>
          </a:custGeom>
          <a:solidFill xmlns:a="http://schemas.openxmlformats.org/drawingml/2006/main">
            <a:srgbClr val="FFE6B7"/>
          </a:solidFill>
          <a:ln xmlns:a="http://schemas.openxmlformats.org/drawingml/2006/main" w="11430">
            <a:solidFill>
              <a:srgbClr val="D39243"/>
            </a:solidFill>
          </a:ln>
        </p:spPr>
      </p:sp>
      <p:sp>
        <p:nvSpPr>
          <p:cNvPr id="85" name="element_64">
            <a:extLst xmlns:a="http://schemas.openxmlformats.org/drawingml/2006/main">
              <a:ext uri="{FF2B5EF4-FFF2-40B4-BE49-F238E27FC236}">
                <a16:creationId xmlns:a16="http://schemas.microsoft.com/office/drawing/2014/main" id="{21CFD367-B5AB-4A0B-903C-268CC132A37D}"/>
              </a:ext>
            </a:extLst>
          </p:cNvPr>
          <p:cNvSpPr>
            <a:spLocks xmlns:a="http://schemas.openxmlformats.org/drawingml/2006/main" noGrp="1"/>
          </p:cNvSpPr>
          <p:nvPr/>
        </p:nvSpPr>
        <p:spPr>
          <a:xfrm xmlns:a="http://schemas.openxmlformats.org/drawingml/2006/main">
            <a:off x="5610225" y="2505075"/>
            <a:ext cx="314325" cy="314325"/>
          </a:xfrm>
          <a:prstGeom xmlns:a="http://schemas.openxmlformats.org/drawingml/2006/main" prst="rect">
            <a:avLst/>
          </a:prstGeom>
          <a:solidFill xmlns:a="http://schemas.openxmlformats.org/drawingml/2006/main">
            <a:srgbClr val="FFE6B7"/>
          </a:solidFill>
          <a:ln xmlns:a="http://schemas.openxmlformats.org/drawingml/2006/main" w="10478">
            <a:solidFill>
              <a:srgbClr val="D39243"/>
            </a:solidFill>
          </a:ln>
        </p:spPr>
      </p:sp>
      <p:sp>
        <p:nvSpPr>
          <p:cNvPr id="86" name="element_65">
            <a:extLst xmlns:a="http://schemas.openxmlformats.org/drawingml/2006/main">
              <a:ext uri="{FF2B5EF4-FFF2-40B4-BE49-F238E27FC236}">
                <a16:creationId xmlns:a16="http://schemas.microsoft.com/office/drawing/2014/main" id="{7F4A3ED7-D079-47DA-A288-6689D7DE83F2}"/>
              </a:ext>
            </a:extLst>
          </p:cNvPr>
          <p:cNvSpPr>
            <a:spLocks xmlns:a="http://schemas.openxmlformats.org/drawingml/2006/main" noGrp="1"/>
          </p:cNvSpPr>
          <p:nvPr/>
        </p:nvSpPr>
        <p:spPr>
          <a:xfrm xmlns:a="http://schemas.openxmlformats.org/drawingml/2006/main">
            <a:off x="5714048" y="2504123"/>
            <a:ext cx="1905" cy="1905"/>
          </a:xfrm>
          <a:prstGeom xmlns:a="http://schemas.openxmlformats.org/drawingml/2006/main" prst="rect">
            <a:avLst/>
          </a:prstGeom>
          <a:noFill xmlns:a="http://schemas.openxmlformats.org/drawingml/2006/main"/>
          <a:ln xmlns:a="http://schemas.openxmlformats.org/drawingml/2006/main" w="0">
            <a:noFill/>
          </a:ln>
        </p:spPr>
      </p:sp>
      <p:sp>
        <p:nvSpPr>
          <p:cNvPr id="87" name="element_66">
            <a:extLst xmlns:a="http://schemas.openxmlformats.org/drawingml/2006/main">
              <a:ext uri="{FF2B5EF4-FFF2-40B4-BE49-F238E27FC236}">
                <a16:creationId xmlns:a16="http://schemas.microsoft.com/office/drawing/2014/main" id="{8897B157-ABF8-4261-80CE-B2DD51E0A3E1}"/>
              </a:ext>
            </a:extLst>
          </p:cNvPr>
          <p:cNvSpPr>
            <a:spLocks xmlns:a="http://schemas.openxmlformats.org/drawingml/2006/main" noGrp="1"/>
          </p:cNvSpPr>
          <p:nvPr/>
        </p:nvSpPr>
        <p:spPr>
          <a:xfrm xmlns:a="http://schemas.openxmlformats.org/drawingml/2006/main">
            <a:off x="5714048" y="28184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30" name="直接箭头连接符 782"/>
          <p:cNvCxnSpPr>
            <a:stCxn xmlns:a="http://schemas.openxmlformats.org/drawingml/2006/main" id="86" idx="2"/>
            <a:endCxn xmlns:a="http://schemas.openxmlformats.org/drawingml/2006/main" id="87" idx="0"/>
          </p:cNvCxnSpPr>
          <p:nvPr/>
        </p:nvCxnSpPr>
        <p:spPr>
          <a:xfrm xmlns:a="http://schemas.openxmlformats.org/drawingml/2006/main">
            <a:off x="5715001" y="2506028"/>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89" name="element_67">
            <a:extLst xmlns:a="http://schemas.openxmlformats.org/drawingml/2006/main">
              <a:ext uri="{FF2B5EF4-FFF2-40B4-BE49-F238E27FC236}">
                <a16:creationId xmlns:a16="http://schemas.microsoft.com/office/drawing/2014/main" id="{31B2883B-EA5D-47F2-A9E3-60B624CD1E2C}"/>
              </a:ext>
            </a:extLst>
          </p:cNvPr>
          <p:cNvSpPr>
            <a:spLocks xmlns:a="http://schemas.openxmlformats.org/drawingml/2006/main" noGrp="1"/>
          </p:cNvSpPr>
          <p:nvPr/>
        </p:nvSpPr>
        <p:spPr>
          <a:xfrm xmlns:a="http://schemas.openxmlformats.org/drawingml/2006/main">
            <a:off x="5818823" y="2504123"/>
            <a:ext cx="1905" cy="1905"/>
          </a:xfrm>
          <a:prstGeom xmlns:a="http://schemas.openxmlformats.org/drawingml/2006/main" prst="rect">
            <a:avLst/>
          </a:prstGeom>
          <a:noFill xmlns:a="http://schemas.openxmlformats.org/drawingml/2006/main"/>
          <a:ln xmlns:a="http://schemas.openxmlformats.org/drawingml/2006/main" w="0">
            <a:noFill/>
          </a:ln>
        </p:spPr>
      </p:sp>
      <p:sp>
        <p:nvSpPr>
          <p:cNvPr id="90" name="element_68">
            <a:extLst xmlns:a="http://schemas.openxmlformats.org/drawingml/2006/main">
              <a:ext uri="{FF2B5EF4-FFF2-40B4-BE49-F238E27FC236}">
                <a16:creationId xmlns:a16="http://schemas.microsoft.com/office/drawing/2014/main" id="{0A1315BC-EDF0-47FF-9DFA-04D5210164B6}"/>
              </a:ext>
            </a:extLst>
          </p:cNvPr>
          <p:cNvSpPr>
            <a:spLocks xmlns:a="http://schemas.openxmlformats.org/drawingml/2006/main" noGrp="1"/>
          </p:cNvSpPr>
          <p:nvPr/>
        </p:nvSpPr>
        <p:spPr>
          <a:xfrm xmlns:a="http://schemas.openxmlformats.org/drawingml/2006/main">
            <a:off x="5818823" y="28184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33" name="直接箭头连接符 785"/>
          <p:cNvCxnSpPr>
            <a:stCxn xmlns:a="http://schemas.openxmlformats.org/drawingml/2006/main" id="89" idx="2"/>
            <a:endCxn xmlns:a="http://schemas.openxmlformats.org/drawingml/2006/main" id="90" idx="0"/>
          </p:cNvCxnSpPr>
          <p:nvPr/>
        </p:nvCxnSpPr>
        <p:spPr>
          <a:xfrm xmlns:a="http://schemas.openxmlformats.org/drawingml/2006/main">
            <a:off x="5819776" y="2506028"/>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92" name="element_69">
            <a:extLst xmlns:a="http://schemas.openxmlformats.org/drawingml/2006/main">
              <a:ext uri="{FF2B5EF4-FFF2-40B4-BE49-F238E27FC236}">
                <a16:creationId xmlns:a16="http://schemas.microsoft.com/office/drawing/2014/main" id="{91A736EF-2D16-48D4-93A2-869EA2796AFB}"/>
              </a:ext>
            </a:extLst>
          </p:cNvPr>
          <p:cNvSpPr>
            <a:spLocks xmlns:a="http://schemas.openxmlformats.org/drawingml/2006/main" noGrp="1"/>
          </p:cNvSpPr>
          <p:nvPr/>
        </p:nvSpPr>
        <p:spPr>
          <a:xfrm xmlns:a="http://schemas.openxmlformats.org/drawingml/2006/main">
            <a:off x="5609273" y="2608898"/>
            <a:ext cx="1905" cy="1905"/>
          </a:xfrm>
          <a:prstGeom xmlns:a="http://schemas.openxmlformats.org/drawingml/2006/main" prst="rect">
            <a:avLst/>
          </a:prstGeom>
          <a:noFill xmlns:a="http://schemas.openxmlformats.org/drawingml/2006/main"/>
          <a:ln xmlns:a="http://schemas.openxmlformats.org/drawingml/2006/main" w="0">
            <a:noFill/>
          </a:ln>
        </p:spPr>
      </p:sp>
      <p:sp>
        <p:nvSpPr>
          <p:cNvPr id="93" name="element_70">
            <a:extLst xmlns:a="http://schemas.openxmlformats.org/drawingml/2006/main">
              <a:ext uri="{FF2B5EF4-FFF2-40B4-BE49-F238E27FC236}">
                <a16:creationId xmlns:a16="http://schemas.microsoft.com/office/drawing/2014/main" id="{B43BCA44-C836-4237-A340-C94B53096387}"/>
              </a:ext>
            </a:extLst>
          </p:cNvPr>
          <p:cNvSpPr>
            <a:spLocks xmlns:a="http://schemas.openxmlformats.org/drawingml/2006/main" noGrp="1"/>
          </p:cNvSpPr>
          <p:nvPr/>
        </p:nvSpPr>
        <p:spPr>
          <a:xfrm xmlns:a="http://schemas.openxmlformats.org/drawingml/2006/main">
            <a:off x="5923598" y="26088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36" name="直接箭头连接符 788"/>
          <p:cNvCxnSpPr>
            <a:stCxn xmlns:a="http://schemas.openxmlformats.org/drawingml/2006/main" id="92" idx="3"/>
            <a:endCxn xmlns:a="http://schemas.openxmlformats.org/drawingml/2006/main" id="93" idx="1"/>
          </p:cNvCxnSpPr>
          <p:nvPr/>
        </p:nvCxnSpPr>
        <p:spPr>
          <a:xfrm xmlns:a="http://schemas.openxmlformats.org/drawingml/2006/main">
            <a:off x="5611178" y="2609851"/>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95" name="element_71">
            <a:extLst xmlns:a="http://schemas.openxmlformats.org/drawingml/2006/main">
              <a:ext uri="{FF2B5EF4-FFF2-40B4-BE49-F238E27FC236}">
                <a16:creationId xmlns:a16="http://schemas.microsoft.com/office/drawing/2014/main" id="{769C8CC5-2F53-4D3E-89CA-B8ED97B670F1}"/>
              </a:ext>
            </a:extLst>
          </p:cNvPr>
          <p:cNvSpPr>
            <a:spLocks xmlns:a="http://schemas.openxmlformats.org/drawingml/2006/main" noGrp="1"/>
          </p:cNvSpPr>
          <p:nvPr/>
        </p:nvSpPr>
        <p:spPr>
          <a:xfrm xmlns:a="http://schemas.openxmlformats.org/drawingml/2006/main">
            <a:off x="5609273" y="2713673"/>
            <a:ext cx="1905" cy="1905"/>
          </a:xfrm>
          <a:prstGeom xmlns:a="http://schemas.openxmlformats.org/drawingml/2006/main" prst="rect">
            <a:avLst/>
          </a:prstGeom>
          <a:noFill xmlns:a="http://schemas.openxmlformats.org/drawingml/2006/main"/>
          <a:ln xmlns:a="http://schemas.openxmlformats.org/drawingml/2006/main" w="0">
            <a:noFill/>
          </a:ln>
        </p:spPr>
      </p:sp>
      <p:sp>
        <p:nvSpPr>
          <p:cNvPr id="96" name="element_72">
            <a:extLst xmlns:a="http://schemas.openxmlformats.org/drawingml/2006/main">
              <a:ext uri="{FF2B5EF4-FFF2-40B4-BE49-F238E27FC236}">
                <a16:creationId xmlns:a16="http://schemas.microsoft.com/office/drawing/2014/main" id="{9CB2A14F-0C6F-459F-809E-CBC37985F79A}"/>
              </a:ext>
            </a:extLst>
          </p:cNvPr>
          <p:cNvSpPr>
            <a:spLocks xmlns:a="http://schemas.openxmlformats.org/drawingml/2006/main" noGrp="1"/>
          </p:cNvSpPr>
          <p:nvPr/>
        </p:nvSpPr>
        <p:spPr>
          <a:xfrm xmlns:a="http://schemas.openxmlformats.org/drawingml/2006/main">
            <a:off x="5923598" y="27136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39" name="直接箭头连接符 791"/>
          <p:cNvCxnSpPr>
            <a:stCxn xmlns:a="http://schemas.openxmlformats.org/drawingml/2006/main" id="95" idx="3"/>
            <a:endCxn xmlns:a="http://schemas.openxmlformats.org/drawingml/2006/main" id="96" idx="1"/>
          </p:cNvCxnSpPr>
          <p:nvPr/>
        </p:nvCxnSpPr>
        <p:spPr>
          <a:xfrm xmlns:a="http://schemas.openxmlformats.org/drawingml/2006/main">
            <a:off x="5611178" y="2714626"/>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98" name="element_73">
            <a:extLst xmlns:a="http://schemas.openxmlformats.org/drawingml/2006/main">
              <a:ext uri="{FF2B5EF4-FFF2-40B4-BE49-F238E27FC236}">
                <a16:creationId xmlns:a16="http://schemas.microsoft.com/office/drawing/2014/main" id="{C2B72F88-D457-4FF0-8AE6-7E6E7AE86DF7}"/>
              </a:ext>
            </a:extLst>
          </p:cNvPr>
          <p:cNvSpPr>
            <a:spLocks xmlns:a="http://schemas.openxmlformats.org/drawingml/2006/main" noGrp="1"/>
          </p:cNvSpPr>
          <p:nvPr/>
        </p:nvSpPr>
        <p:spPr>
          <a:xfrm xmlns:a="http://schemas.openxmlformats.org/drawingml/2006/main">
            <a:off x="5133023" y="2713673"/>
            <a:ext cx="1905" cy="1905"/>
          </a:xfrm>
          <a:prstGeom xmlns:a="http://schemas.openxmlformats.org/drawingml/2006/main" prst="rect">
            <a:avLst/>
          </a:prstGeom>
          <a:noFill xmlns:a="http://schemas.openxmlformats.org/drawingml/2006/main"/>
          <a:ln xmlns:a="http://schemas.openxmlformats.org/drawingml/2006/main" w="0">
            <a:noFill/>
          </a:ln>
        </p:spPr>
      </p:sp>
      <p:sp>
        <p:nvSpPr>
          <p:cNvPr id="99" name="element_74">
            <a:extLst xmlns:a="http://schemas.openxmlformats.org/drawingml/2006/main">
              <a:ext uri="{FF2B5EF4-FFF2-40B4-BE49-F238E27FC236}">
                <a16:creationId xmlns:a16="http://schemas.microsoft.com/office/drawing/2014/main" id="{7B9E9F00-47AE-40C8-B18A-C880FED10DA4}"/>
              </a:ext>
            </a:extLst>
          </p:cNvPr>
          <p:cNvSpPr>
            <a:spLocks xmlns:a="http://schemas.openxmlformats.org/drawingml/2006/main" noGrp="1"/>
          </p:cNvSpPr>
          <p:nvPr/>
        </p:nvSpPr>
        <p:spPr>
          <a:xfrm xmlns:a="http://schemas.openxmlformats.org/drawingml/2006/main">
            <a:off x="5609273" y="27136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42" name="直接箭头连接符 794"/>
          <p:cNvCxnSpPr>
            <a:stCxn xmlns:a="http://schemas.openxmlformats.org/drawingml/2006/main" id="98" idx="3"/>
            <a:endCxn xmlns:a="http://schemas.openxmlformats.org/drawingml/2006/main" id="99" idx="1"/>
          </p:cNvCxnSpPr>
          <p:nvPr/>
        </p:nvCxnSpPr>
        <p:spPr>
          <a:xfrm xmlns:a="http://schemas.openxmlformats.org/drawingml/2006/main">
            <a:off x="5134928" y="2714626"/>
            <a:ext cx="47434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01" name="element_75">
            <a:extLst xmlns:a="http://schemas.openxmlformats.org/drawingml/2006/main">
              <a:ext uri="{FF2B5EF4-FFF2-40B4-BE49-F238E27FC236}">
                <a16:creationId xmlns:a16="http://schemas.microsoft.com/office/drawing/2014/main" id="{5FB622CB-2AB7-467A-A298-886ADB025690}"/>
              </a:ext>
            </a:extLst>
          </p:cNvPr>
          <p:cNvSpPr>
            <a:spLocks xmlns:a="http://schemas.openxmlformats.org/drawingml/2006/main" noGrp="1"/>
          </p:cNvSpPr>
          <p:nvPr/>
        </p:nvSpPr>
        <p:spPr>
          <a:xfrm xmlns:a="http://schemas.openxmlformats.org/drawingml/2006/main">
            <a:off x="6076950" y="2619375"/>
            <a:ext cx="1228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b="0">
                <a:solidFill>
                  <a:srgbClr val="142632"/>
                </a:solidFill>
                <a:latin typeface="Times New Roman"/>
                <a:ea typeface="Times New Roman"/>
                <a:cs typeface="Times New Roman"/>
              </a:defRPr>
            </a:pPr>
            <a:r>
              <a:rPr sz="1875" b="0">
                <a:solidFill>
                  <a:srgbClr val="142632"/>
                </a:solidFill>
                <a:latin typeface="Times New Roman"/>
                <a:ea typeface="Times New Roman"/>
                <a:cs typeface="Times New Roman"/>
              </a:rPr>
              <a:t>gₐ</a:t>
            </a:r>
          </a:p>
        </p:txBody>
      </p:sp>
      <p:sp>
        <p:nvSpPr>
          <p:cNvPr id="102" name="element_76">
            <a:extLst xmlns:a="http://schemas.openxmlformats.org/drawingml/2006/main">
              <a:ext uri="{FF2B5EF4-FFF2-40B4-BE49-F238E27FC236}">
                <a16:creationId xmlns:a16="http://schemas.microsoft.com/office/drawing/2014/main" id="{92F14549-EF71-43EB-893A-C35A08259889}"/>
              </a:ext>
            </a:extLst>
          </p:cNvPr>
          <p:cNvSpPr>
            <a:spLocks xmlns:a="http://schemas.openxmlformats.org/drawingml/2006/main" noGrp="1"/>
          </p:cNvSpPr>
          <p:nvPr/>
        </p:nvSpPr>
        <p:spPr>
          <a:xfrm xmlns:a="http://schemas.openxmlformats.org/drawingml/2006/main">
            <a:off x="5629275" y="3219450"/>
            <a:ext cx="152400" cy="371475"/>
          </a:xfrm>
          <a:prstGeom xmlns:a="http://schemas.openxmlformats.org/drawingml/2006/main" prst="rect">
            <a:avLst/>
          </a:prstGeom>
          <a:solidFill xmlns:a="http://schemas.openxmlformats.org/drawingml/2006/main">
            <a:srgbClr val="D0EFED"/>
          </a:solidFill>
          <a:ln xmlns:a="http://schemas.openxmlformats.org/drawingml/2006/main" w="10478">
            <a:solidFill>
              <a:srgbClr val="4C9998"/>
            </a:solidFill>
          </a:ln>
        </p:spPr>
      </p:sp>
      <p:sp>
        <p:nvSpPr>
          <p:cNvPr id="103" name="element_77">
            <a:extLst xmlns:a="http://schemas.openxmlformats.org/drawingml/2006/main">
              <a:ext uri="{FF2B5EF4-FFF2-40B4-BE49-F238E27FC236}">
                <a16:creationId xmlns:a16="http://schemas.microsoft.com/office/drawing/2014/main" id="{A4E47527-F8FC-4298-9CA5-B68470522B4E}"/>
              </a:ext>
            </a:extLst>
          </p:cNvPr>
          <p:cNvSpPr>
            <a:spLocks xmlns:a="http://schemas.openxmlformats.org/drawingml/2006/main" noGrp="1"/>
          </p:cNvSpPr>
          <p:nvPr/>
        </p:nvSpPr>
        <p:spPr>
          <a:xfrm xmlns:a="http://schemas.openxmlformats.org/drawingml/2006/main">
            <a:off x="5724525" y="3295650"/>
            <a:ext cx="152400" cy="371475"/>
          </a:xfrm>
          <a:prstGeom xmlns:a="http://schemas.openxmlformats.org/drawingml/2006/main" prst="rect">
            <a:avLst/>
          </a:prstGeom>
          <a:solidFill xmlns:a="http://schemas.openxmlformats.org/drawingml/2006/main">
            <a:srgbClr val="D0EFED"/>
          </a:solidFill>
          <a:ln xmlns:a="http://schemas.openxmlformats.org/drawingml/2006/main" w="10478">
            <a:solidFill>
              <a:srgbClr val="4C9998"/>
            </a:solidFill>
          </a:ln>
        </p:spPr>
      </p:sp>
      <p:sp>
        <p:nvSpPr>
          <p:cNvPr id="104" name="element_78">
            <a:extLst xmlns:a="http://schemas.openxmlformats.org/drawingml/2006/main">
              <a:ext uri="{FF2B5EF4-FFF2-40B4-BE49-F238E27FC236}">
                <a16:creationId xmlns:a16="http://schemas.microsoft.com/office/drawing/2014/main" id="{8D3752FD-7C6A-4523-93B8-34CF24BB3AE9}"/>
              </a:ext>
            </a:extLst>
          </p:cNvPr>
          <p:cNvSpPr>
            <a:spLocks xmlns:a="http://schemas.openxmlformats.org/drawingml/2006/main" noGrp="1"/>
          </p:cNvSpPr>
          <p:nvPr/>
        </p:nvSpPr>
        <p:spPr>
          <a:xfrm xmlns:a="http://schemas.openxmlformats.org/drawingml/2006/main">
            <a:off x="5819775" y="3371850"/>
            <a:ext cx="152400" cy="371475"/>
          </a:xfrm>
          <a:prstGeom xmlns:a="http://schemas.openxmlformats.org/drawingml/2006/main" prst="rect">
            <a:avLst/>
          </a:prstGeom>
          <a:solidFill xmlns:a="http://schemas.openxmlformats.org/drawingml/2006/main">
            <a:srgbClr val="D0EFED"/>
          </a:solidFill>
          <a:ln xmlns:a="http://schemas.openxmlformats.org/drawingml/2006/main" w="10478">
            <a:solidFill>
              <a:srgbClr val="4C9998"/>
            </a:solidFill>
          </a:ln>
        </p:spPr>
      </p:sp>
      <p:sp>
        <p:nvSpPr>
          <p:cNvPr id="105" name="element_79">
            <a:extLst xmlns:a="http://schemas.openxmlformats.org/drawingml/2006/main">
              <a:ext uri="{FF2B5EF4-FFF2-40B4-BE49-F238E27FC236}">
                <a16:creationId xmlns:a16="http://schemas.microsoft.com/office/drawing/2014/main" id="{0A936E8A-6659-4675-AD1E-6ACD1823E54C}"/>
              </a:ext>
            </a:extLst>
          </p:cNvPr>
          <p:cNvSpPr>
            <a:spLocks xmlns:a="http://schemas.openxmlformats.org/drawingml/2006/main" noGrp="1"/>
          </p:cNvSpPr>
          <p:nvPr/>
        </p:nvSpPr>
        <p:spPr>
          <a:xfrm xmlns:a="http://schemas.openxmlformats.org/drawingml/2006/main">
            <a:off x="5133023" y="3437573"/>
            <a:ext cx="1905" cy="1905"/>
          </a:xfrm>
          <a:prstGeom xmlns:a="http://schemas.openxmlformats.org/drawingml/2006/main" prst="rect">
            <a:avLst/>
          </a:prstGeom>
          <a:noFill xmlns:a="http://schemas.openxmlformats.org/drawingml/2006/main"/>
          <a:ln xmlns:a="http://schemas.openxmlformats.org/drawingml/2006/main" w="0">
            <a:noFill/>
          </a:ln>
        </p:spPr>
      </p:sp>
      <p:sp>
        <p:nvSpPr>
          <p:cNvPr id="106" name="element_80">
            <a:extLst xmlns:a="http://schemas.openxmlformats.org/drawingml/2006/main">
              <a:ext uri="{FF2B5EF4-FFF2-40B4-BE49-F238E27FC236}">
                <a16:creationId xmlns:a16="http://schemas.microsoft.com/office/drawing/2014/main" id="{C3A87F73-BA72-4F3C-8B28-46AD47625737}"/>
              </a:ext>
            </a:extLst>
          </p:cNvPr>
          <p:cNvSpPr>
            <a:spLocks xmlns:a="http://schemas.openxmlformats.org/drawingml/2006/main" noGrp="1"/>
          </p:cNvSpPr>
          <p:nvPr/>
        </p:nvSpPr>
        <p:spPr>
          <a:xfrm xmlns:a="http://schemas.openxmlformats.org/drawingml/2006/main">
            <a:off x="5628323" y="343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49" name="直接箭头连接符 801"/>
          <p:cNvCxnSpPr>
            <a:stCxn xmlns:a="http://schemas.openxmlformats.org/drawingml/2006/main" id="105" idx="3"/>
            <a:endCxn xmlns:a="http://schemas.openxmlformats.org/drawingml/2006/main" id="106" idx="1"/>
          </p:cNvCxnSpPr>
          <p:nvPr/>
        </p:nvCxnSpPr>
        <p:spPr>
          <a:xfrm xmlns:a="http://schemas.openxmlformats.org/drawingml/2006/main">
            <a:off x="5134928" y="3438526"/>
            <a:ext cx="49339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08" name="element_81">
            <a:extLst xmlns:a="http://schemas.openxmlformats.org/drawingml/2006/main">
              <a:ext uri="{FF2B5EF4-FFF2-40B4-BE49-F238E27FC236}">
                <a16:creationId xmlns:a16="http://schemas.microsoft.com/office/drawing/2014/main" id="{552ACD7A-4924-42B5-8AA7-2BE35CE274EC}"/>
              </a:ext>
            </a:extLst>
          </p:cNvPr>
          <p:cNvSpPr>
            <a:spLocks xmlns:a="http://schemas.openxmlformats.org/drawingml/2006/main" noGrp="1"/>
          </p:cNvSpPr>
          <p:nvPr/>
        </p:nvSpPr>
        <p:spPr>
          <a:xfrm xmlns:a="http://schemas.openxmlformats.org/drawingml/2006/main">
            <a:off x="6115050" y="3448050"/>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b="0">
                <a:solidFill>
                  <a:srgbClr val="142632"/>
                </a:solidFill>
                <a:latin typeface="Times New Roman"/>
                <a:ea typeface="Times New Roman"/>
                <a:cs typeface="Times New Roman"/>
              </a:defRPr>
            </a:pPr>
            <a:r>
              <a:rPr sz="1875" b="0">
                <a:solidFill>
                  <a:srgbClr val="142632"/>
                </a:solidFill>
                <a:latin typeface="Times New Roman"/>
                <a:ea typeface="Times New Roman"/>
                <a:cs typeface="Times New Roman"/>
              </a:rPr>
              <a:t>uₐ</a:t>
            </a:r>
          </a:p>
        </p:txBody>
      </p:sp>
      <p:sp>
        <p:nvSpPr>
          <p:cNvPr id="109" name="element_82">
            <a:extLst xmlns:a="http://schemas.openxmlformats.org/drawingml/2006/main">
              <a:ext uri="{FF2B5EF4-FFF2-40B4-BE49-F238E27FC236}">
                <a16:creationId xmlns:a16="http://schemas.microsoft.com/office/drawing/2014/main" id="{568DA952-D21C-406D-AC74-2A77F1873C2C}"/>
              </a:ext>
            </a:extLst>
          </p:cNvPr>
          <p:cNvSpPr>
            <a:spLocks xmlns:a="http://schemas.openxmlformats.org/drawingml/2006/main" noGrp="1"/>
          </p:cNvSpPr>
          <p:nvPr/>
        </p:nvSpPr>
        <p:spPr>
          <a:xfrm xmlns:a="http://schemas.openxmlformats.org/drawingml/2006/main">
            <a:off x="2371725" y="220027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1">
                <a:solidFill>
                  <a:srgbClr val="142632"/>
                </a:solidFill>
                <a:latin typeface="Arial"/>
                <a:ea typeface="Arial"/>
                <a:cs typeface="Arial"/>
              </a:defRPr>
            </a:pPr>
            <a:r>
              <a:rPr sz="1575" b="1">
                <a:solidFill>
                  <a:srgbClr val="142632"/>
                </a:solidFill>
                <a:latin typeface="Arial"/>
                <a:ea typeface="Arial"/>
                <a:cs typeface="Arial"/>
              </a:rPr>
              <a:t>Emotion</a:t>
            </a:r>
            <a:endParaRPr sz="1575" b="1">
              <a:solidFill>
                <a:srgbClr val="142632"/>
              </a:solidFill>
              <a:latin typeface="Arial"/>
              <a:ea typeface="Arial"/>
              <a:cs typeface="Arial"/>
            </a:endParaRPr>
          </a:p>
        </p:txBody>
      </p:sp>
      <p:sp>
        <p:nvSpPr>
          <p:cNvPr id="110" name="element_83">
            <a:extLst xmlns:a="http://schemas.openxmlformats.org/drawingml/2006/main">
              <a:ext uri="{FF2B5EF4-FFF2-40B4-BE49-F238E27FC236}">
                <a16:creationId xmlns:a16="http://schemas.microsoft.com/office/drawing/2014/main" id="{8719A28B-B619-45DA-89C5-C46DFCC4556C}"/>
              </a:ext>
            </a:extLst>
          </p:cNvPr>
          <p:cNvSpPr>
            <a:spLocks xmlns:a="http://schemas.openxmlformats.org/drawingml/2006/main" noGrp="1"/>
          </p:cNvSpPr>
          <p:nvPr/>
        </p:nvSpPr>
        <p:spPr>
          <a:xfrm xmlns:a="http://schemas.openxmlformats.org/drawingml/2006/main">
            <a:off x="2038350" y="4219575"/>
            <a:ext cx="5495925" cy="1752600"/>
          </a:xfrm>
          <a:prstGeom xmlns:a="http://schemas.openxmlformats.org/drawingml/2006/main" prst="roundRect">
            <a:avLst>
              <a:gd name="adj" fmla="val 10870"/>
            </a:avLst>
          </a:prstGeom>
          <a:solidFill xmlns:a="http://schemas.openxmlformats.org/drawingml/2006/main">
            <a:srgbClr val="EDF5E9"/>
          </a:solidFill>
          <a:ln xmlns:a="http://schemas.openxmlformats.org/drawingml/2006/main" w="10478">
            <a:solidFill>
              <a:srgbClr val="B7C9AA"/>
            </a:solidFill>
          </a:ln>
        </p:spPr>
      </p:sp>
      <p:sp>
        <p:nvSpPr>
          <p:cNvPr id="111" name="element_84">
            <a:extLst xmlns:a="http://schemas.openxmlformats.org/drawingml/2006/main">
              <a:ext uri="{FF2B5EF4-FFF2-40B4-BE49-F238E27FC236}">
                <a16:creationId xmlns:a16="http://schemas.microsoft.com/office/drawing/2014/main" id="{1554558A-938E-480D-84AE-98C02105FB63}"/>
              </a:ext>
            </a:extLst>
          </p:cNvPr>
          <p:cNvSpPr>
            <a:spLocks xmlns:a="http://schemas.openxmlformats.org/drawingml/2006/main" noGrp="1"/>
          </p:cNvSpPr>
          <p:nvPr/>
        </p:nvSpPr>
        <p:spPr>
          <a:xfrm xmlns:a="http://schemas.openxmlformats.org/drawingml/2006/main">
            <a:off x="285750" y="4295775"/>
            <a:ext cx="1352550" cy="1028700"/>
          </a:xfrm>
          <a:prstGeom xmlns:a="http://schemas.openxmlformats.org/drawingml/2006/main" prst="roundRect">
            <a:avLst>
              <a:gd name="adj" fmla="val 2778"/>
            </a:avLst>
          </a:prstGeom>
          <a:solidFill xmlns:a="http://schemas.openxmlformats.org/drawingml/2006/main">
            <a:srgbClr val="FCFCFC"/>
          </a:solidFill>
          <a:ln xmlns:a="http://schemas.openxmlformats.org/drawingml/2006/main" w="10478">
            <a:solidFill>
              <a:srgbClr val="A7ADB3"/>
            </a:solidFill>
            <a:prstDash val="dash"/>
          </a:ln>
        </p:spPr>
      </p:sp>
      <p:sp>
        <p:nvSpPr>
          <p:cNvPr id="112" name="element_85">
            <a:extLst xmlns:a="http://schemas.openxmlformats.org/drawingml/2006/main">
              <a:ext uri="{FF2B5EF4-FFF2-40B4-BE49-F238E27FC236}">
                <a16:creationId xmlns:a16="http://schemas.microsoft.com/office/drawing/2014/main" id="{3CEB28D2-BD0B-4E3E-9AF8-D7AFCCCAB51A}"/>
              </a:ext>
            </a:extLst>
          </p:cNvPr>
          <p:cNvSpPr>
            <a:spLocks xmlns:a="http://schemas.openxmlformats.org/drawingml/2006/main" noGrp="1"/>
          </p:cNvSpPr>
          <p:nvPr/>
        </p:nvSpPr>
        <p:spPr>
          <a:xfrm xmlns:a="http://schemas.openxmlformats.org/drawingml/2006/main">
            <a:off x="314325" y="4324350"/>
            <a:ext cx="1295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Neutral reference</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audio + motion</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{Aᵣ, Mᵣ}</a:t>
            </a:r>
          </a:p>
        </p:txBody>
      </p:sp>
      <p:sp>
        <p:nvSpPr>
          <p:cNvPr id="113" name="element_86">
            <a:extLst xmlns:a="http://schemas.openxmlformats.org/drawingml/2006/main">
              <a:ext uri="{FF2B5EF4-FFF2-40B4-BE49-F238E27FC236}">
                <a16:creationId xmlns:a16="http://schemas.microsoft.com/office/drawing/2014/main" id="{44C038EC-3143-4710-AA44-A7AE50008B48}"/>
              </a:ext>
            </a:extLst>
          </p:cNvPr>
          <p:cNvSpPr>
            <a:spLocks xmlns:a="http://schemas.openxmlformats.org/drawingml/2006/main" noGrp="1"/>
          </p:cNvSpPr>
          <p:nvPr/>
        </p:nvSpPr>
        <p:spPr>
          <a:xfrm xmlns:a="http://schemas.openxmlformats.org/drawingml/2006/main">
            <a:off x="2247900" y="4552950"/>
            <a:ext cx="1266825" cy="847725"/>
          </a:xfrm>
          <a:prstGeom xmlns:a="http://schemas.openxmlformats.org/drawingml/2006/main" prst="roundRect">
            <a:avLst>
              <a:gd name="adj" fmla="val 6742"/>
            </a:avLst>
          </a:prstGeom>
          <a:solidFill xmlns:a="http://schemas.openxmlformats.org/drawingml/2006/main">
            <a:srgbClr val="DDEECF"/>
          </a:solidFill>
          <a:ln xmlns:a="http://schemas.openxmlformats.org/drawingml/2006/main" w="10478">
            <a:solidFill>
              <a:srgbClr val="579849"/>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650">
                <a:solidFill>
                  <a:srgbClr val="142632"/>
                </a:solidFill>
                <a:latin typeface="Times New Roman"/>
                <a:ea typeface="Times New Roman"/>
                <a:cs typeface="Times New Roman"/>
              </a:defRPr>
            </a:pPr>
            <a:r>
              <a:rPr sz="1650">
                <a:solidFill>
                  <a:srgbClr val="142632"/>
                </a:solidFill>
                <a:latin typeface="Times New Roman"/>
                <a:ea typeface="Times New Roman"/>
                <a:cs typeface="Times New Roman"/>
              </a:rPr>
              <a:t>Reference
Motion</a:t>
            </a:r>
          </a:p>
        </p:txBody>
      </p:sp>
      <p:sp>
        <p:nvSpPr>
          <p:cNvPr id="114" name="encoder_87">
            <a:extLst xmlns:a="http://schemas.openxmlformats.org/drawingml/2006/main">
              <a:ext uri="{FF2B5EF4-FFF2-40B4-BE49-F238E27FC236}">
                <a16:creationId xmlns:a16="http://schemas.microsoft.com/office/drawing/2014/main" id="{9782C749-91E3-4620-9C8E-7D231824F46A}"/>
              </a:ext>
            </a:extLst>
          </p:cNvPr>
          <p:cNvSpPr>
            <a:spLocks xmlns:a="http://schemas.openxmlformats.org/drawingml/2006/main" noGrp="1"/>
          </p:cNvSpPr>
          <p:nvPr/>
        </p:nvSpPr>
        <p:spPr>
          <a:xfrm xmlns:a="http://schemas.openxmlformats.org/drawingml/2006/main">
            <a:off x="3819525" y="4552950"/>
            <a:ext cx="1095375" cy="847725"/>
          </a:xfrm>
          <a:custGeom xmlns:a="http://schemas.openxmlformats.org/drawingml/2006/main">
            <a:rect l="0" t="0" r="0" b="0"/>
            <a:pathLst>
              <a:path w="1095375" h="847725">
                <a:moveTo>
                  <a:pt x="0" y="0"/>
                </a:moveTo>
                <a:lnTo>
                  <a:pt x="1095375" y="135636"/>
                </a:lnTo>
                <a:lnTo>
                  <a:pt x="1095375" y="712089"/>
                </a:lnTo>
                <a:lnTo>
                  <a:pt x="0" y="847725"/>
                </a:lnTo>
                <a:close/>
              </a:path>
            </a:pathLst>
          </a:custGeom>
          <a:solidFill xmlns:a="http://schemas.openxmlformats.org/drawingml/2006/main">
            <a:srgbClr val="DDEECF"/>
          </a:solidFill>
          <a:ln xmlns:a="http://schemas.openxmlformats.org/drawingml/2006/main" w="11430">
            <a:solidFill>
              <a:srgbClr val="579849"/>
            </a:solidFill>
          </a:ln>
        </p:spPr>
      </p:sp>
      <p:sp>
        <p:nvSpPr>
          <p:cNvPr id="115" name="element_88">
            <a:extLst xmlns:a="http://schemas.openxmlformats.org/drawingml/2006/main">
              <a:ext uri="{FF2B5EF4-FFF2-40B4-BE49-F238E27FC236}">
                <a16:creationId xmlns:a16="http://schemas.microsoft.com/office/drawing/2014/main" id="{E3B09876-345A-4A38-9FDE-F27C192A1F56}"/>
              </a:ext>
            </a:extLst>
          </p:cNvPr>
          <p:cNvSpPr>
            <a:spLocks xmlns:a="http://schemas.openxmlformats.org/drawingml/2006/main" noGrp="1"/>
          </p:cNvSpPr>
          <p:nvPr/>
        </p:nvSpPr>
        <p:spPr>
          <a:xfrm xmlns:a="http://schemas.openxmlformats.org/drawingml/2006/main">
            <a:off x="3886200" y="4648200"/>
            <a:ext cx="95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Indentity</a:t>
            </a:r>
            <a:endParaRPr sz="1650" b="0">
              <a:solidFill>
                <a:srgbClr val="142632"/>
              </a:solidFill>
              <a:latin typeface="Arial"/>
              <a:ea typeface="Arial"/>
              <a:cs typeface="Arial"/>
            </a:endParaRPr>
          </a:p>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E</a:t>
            </a:r>
            <a:r>
              <a:rPr sz="1650" b="0">
                <a:solidFill>
                  <a:srgbClr val="142632"/>
                </a:solidFill>
                <a:latin typeface="Arial"/>
                <a:ea typeface="Arial"/>
                <a:cs typeface="Arial"/>
              </a:rPr>
              <a:t>ncoder</a:t>
            </a:r>
          </a:p>
        </p:txBody>
      </p:sp>
      <p:sp>
        <p:nvSpPr>
          <p:cNvPr id="116" name="element_89">
            <a:extLst xmlns:a="http://schemas.openxmlformats.org/drawingml/2006/main">
              <a:ext uri="{FF2B5EF4-FFF2-40B4-BE49-F238E27FC236}">
                <a16:creationId xmlns:a16="http://schemas.microsoft.com/office/drawing/2014/main" id="{D31088D6-30B6-46B7-9D36-3709F0EA8E08}"/>
              </a:ext>
            </a:extLst>
          </p:cNvPr>
          <p:cNvSpPr>
            <a:spLocks xmlns:a="http://schemas.openxmlformats.org/drawingml/2006/main" noGrp="1"/>
          </p:cNvSpPr>
          <p:nvPr/>
        </p:nvSpPr>
        <p:spPr>
          <a:xfrm xmlns:a="http://schemas.openxmlformats.org/drawingml/2006/main">
            <a:off x="5248275" y="4686300"/>
            <a:ext cx="790575" cy="581025"/>
          </a:xfrm>
          <a:prstGeom xmlns:a="http://schemas.openxmlformats.org/drawingml/2006/main" prst="roundRect">
            <a:avLst>
              <a:gd name="adj" fmla="val 9836"/>
            </a:avLst>
          </a:prstGeom>
          <a:solidFill xmlns:a="http://schemas.openxmlformats.org/drawingml/2006/main">
            <a:srgbClr val="DDEECF"/>
          </a:solidFill>
          <a:ln xmlns:a="http://schemas.openxmlformats.org/drawingml/2006/main" w="10478">
            <a:solidFill>
              <a:srgbClr val="579849"/>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Motion
Pooling</a:t>
            </a:r>
          </a:p>
        </p:txBody>
      </p:sp>
      <p:sp>
        <p:nvSpPr>
          <p:cNvPr id="117" name="encoder_90">
            <a:extLst xmlns:a="http://schemas.openxmlformats.org/drawingml/2006/main">
              <a:ext uri="{FF2B5EF4-FFF2-40B4-BE49-F238E27FC236}">
                <a16:creationId xmlns:a16="http://schemas.microsoft.com/office/drawing/2014/main" id="{AD2E6D7B-1944-4BFC-8F10-962538A79F15}"/>
              </a:ext>
            </a:extLst>
          </p:cNvPr>
          <p:cNvSpPr>
            <a:spLocks xmlns:a="http://schemas.openxmlformats.org/drawingml/2006/main" noGrp="1"/>
          </p:cNvSpPr>
          <p:nvPr/>
        </p:nvSpPr>
        <p:spPr>
          <a:xfrm xmlns:a="http://schemas.openxmlformats.org/drawingml/2006/main">
            <a:off x="6457950" y="4600575"/>
            <a:ext cx="371475" cy="85725"/>
          </a:xfrm>
          <a:custGeom xmlns:a="http://schemas.openxmlformats.org/drawingml/2006/main">
            <a:rect l="0" t="0" r="0" b="0"/>
            <a:pathLst>
              <a:path w="371475" h="85725">
                <a:moveTo>
                  <a:pt x="0" y="85725"/>
                </a:moveTo>
                <a:lnTo>
                  <a:pt x="85725" y="0"/>
                </a:lnTo>
                <a:lnTo>
                  <a:pt x="371475" y="0"/>
                </a:lnTo>
                <a:lnTo>
                  <a:pt x="285750" y="85725"/>
                </a:lnTo>
                <a:close/>
              </a:path>
            </a:pathLst>
          </a:custGeom>
          <a:solidFill xmlns:a="http://schemas.openxmlformats.org/drawingml/2006/main">
            <a:srgbClr val="DDEECF"/>
          </a:solidFill>
          <a:ln xmlns:a="http://schemas.openxmlformats.org/drawingml/2006/main" w="11430">
            <a:solidFill>
              <a:srgbClr val="579849"/>
            </a:solidFill>
          </a:ln>
        </p:spPr>
      </p:sp>
      <p:sp>
        <p:nvSpPr>
          <p:cNvPr id="118" name="encoder_91">
            <a:extLst xmlns:a="http://schemas.openxmlformats.org/drawingml/2006/main">
              <a:ext uri="{FF2B5EF4-FFF2-40B4-BE49-F238E27FC236}">
                <a16:creationId xmlns:a16="http://schemas.microsoft.com/office/drawing/2014/main" id="{3BFA0CAF-D61B-4104-AEE9-250CCAB7638B}"/>
              </a:ext>
            </a:extLst>
          </p:cNvPr>
          <p:cNvSpPr>
            <a:spLocks xmlns:a="http://schemas.openxmlformats.org/drawingml/2006/main" noGrp="1"/>
          </p:cNvSpPr>
          <p:nvPr/>
        </p:nvSpPr>
        <p:spPr>
          <a:xfrm xmlns:a="http://schemas.openxmlformats.org/drawingml/2006/main">
            <a:off x="6743700" y="4600575"/>
            <a:ext cx="85725" cy="561975"/>
          </a:xfrm>
          <a:custGeom xmlns:a="http://schemas.openxmlformats.org/drawingml/2006/main">
            <a:rect l="0" t="0" r="0" b="0"/>
            <a:pathLst>
              <a:path w="85725" h="561975">
                <a:moveTo>
                  <a:pt x="0" y="85725"/>
                </a:moveTo>
                <a:lnTo>
                  <a:pt x="85725" y="0"/>
                </a:lnTo>
                <a:lnTo>
                  <a:pt x="85725" y="476250"/>
                </a:lnTo>
                <a:lnTo>
                  <a:pt x="0" y="561975"/>
                </a:lnTo>
                <a:close/>
              </a:path>
            </a:pathLst>
          </a:custGeom>
          <a:solidFill xmlns:a="http://schemas.openxmlformats.org/drawingml/2006/main">
            <a:srgbClr val="DDEECF"/>
          </a:solidFill>
          <a:ln xmlns:a="http://schemas.openxmlformats.org/drawingml/2006/main" w="11430">
            <a:solidFill>
              <a:srgbClr val="579849"/>
            </a:solidFill>
          </a:ln>
        </p:spPr>
      </p:sp>
      <p:sp>
        <p:nvSpPr>
          <p:cNvPr id="119" name="element_92">
            <a:extLst xmlns:a="http://schemas.openxmlformats.org/drawingml/2006/main">
              <a:ext uri="{FF2B5EF4-FFF2-40B4-BE49-F238E27FC236}">
                <a16:creationId xmlns:a16="http://schemas.microsoft.com/office/drawing/2014/main" id="{0267AA8A-AA12-4B43-8819-82103CECB518}"/>
              </a:ext>
            </a:extLst>
          </p:cNvPr>
          <p:cNvSpPr>
            <a:spLocks xmlns:a="http://schemas.openxmlformats.org/drawingml/2006/main" noGrp="1"/>
          </p:cNvSpPr>
          <p:nvPr/>
        </p:nvSpPr>
        <p:spPr>
          <a:xfrm xmlns:a="http://schemas.openxmlformats.org/drawingml/2006/main">
            <a:off x="6457950" y="4686300"/>
            <a:ext cx="285750" cy="476250"/>
          </a:xfrm>
          <a:prstGeom xmlns:a="http://schemas.openxmlformats.org/drawingml/2006/main" prst="rect">
            <a:avLst/>
          </a:prstGeom>
          <a:solidFill xmlns:a="http://schemas.openxmlformats.org/drawingml/2006/main">
            <a:srgbClr val="DDEECF"/>
          </a:solidFill>
          <a:ln xmlns:a="http://schemas.openxmlformats.org/drawingml/2006/main" w="10478">
            <a:solidFill>
              <a:srgbClr val="579849"/>
            </a:solidFill>
          </a:ln>
        </p:spPr>
      </p:sp>
      <p:sp>
        <p:nvSpPr>
          <p:cNvPr id="120" name="element_93">
            <a:extLst xmlns:a="http://schemas.openxmlformats.org/drawingml/2006/main">
              <a:ext uri="{FF2B5EF4-FFF2-40B4-BE49-F238E27FC236}">
                <a16:creationId xmlns:a16="http://schemas.microsoft.com/office/drawing/2014/main" id="{D8B8071A-5CD1-4A7D-9EFA-20F8195CD547}"/>
              </a:ext>
            </a:extLst>
          </p:cNvPr>
          <p:cNvSpPr>
            <a:spLocks xmlns:a="http://schemas.openxmlformats.org/drawingml/2006/main" noGrp="1"/>
          </p:cNvSpPr>
          <p:nvPr/>
        </p:nvSpPr>
        <p:spPr>
          <a:xfrm xmlns:a="http://schemas.openxmlformats.org/drawingml/2006/main">
            <a:off x="6552248" y="4685348"/>
            <a:ext cx="1905" cy="1905"/>
          </a:xfrm>
          <a:prstGeom xmlns:a="http://schemas.openxmlformats.org/drawingml/2006/main" prst="rect">
            <a:avLst/>
          </a:prstGeom>
          <a:noFill xmlns:a="http://schemas.openxmlformats.org/drawingml/2006/main"/>
          <a:ln xmlns:a="http://schemas.openxmlformats.org/drawingml/2006/main" w="0">
            <a:noFill/>
          </a:ln>
        </p:spPr>
      </p:sp>
      <p:sp>
        <p:nvSpPr>
          <p:cNvPr id="121" name="element_94">
            <a:extLst xmlns:a="http://schemas.openxmlformats.org/drawingml/2006/main">
              <a:ext uri="{FF2B5EF4-FFF2-40B4-BE49-F238E27FC236}">
                <a16:creationId xmlns:a16="http://schemas.microsoft.com/office/drawing/2014/main" id="{5BBBF7AE-2179-40E1-B970-EDC526B4D869}"/>
              </a:ext>
            </a:extLst>
          </p:cNvPr>
          <p:cNvSpPr>
            <a:spLocks xmlns:a="http://schemas.openxmlformats.org/drawingml/2006/main" noGrp="1"/>
          </p:cNvSpPr>
          <p:nvPr/>
        </p:nvSpPr>
        <p:spPr>
          <a:xfrm xmlns:a="http://schemas.openxmlformats.org/drawingml/2006/main">
            <a:off x="6552248" y="5161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64" name="直接箭头连接符 816"/>
          <p:cNvCxnSpPr>
            <a:stCxn xmlns:a="http://schemas.openxmlformats.org/drawingml/2006/main" id="120" idx="2"/>
            <a:endCxn xmlns:a="http://schemas.openxmlformats.org/drawingml/2006/main" id="121" idx="0"/>
          </p:cNvCxnSpPr>
          <p:nvPr/>
        </p:nvCxnSpPr>
        <p:spPr>
          <a:xfrm xmlns:a="http://schemas.openxmlformats.org/drawingml/2006/main">
            <a:off x="6553201" y="4687253"/>
            <a:ext cx="0" cy="474345"/>
          </a:xfrm>
          <a:prstGeom xmlns:a="http://schemas.openxmlformats.org/drawingml/2006/main" prst="straightConnector1">
            <a:avLst/>
          </a:prstGeom>
          <a:ln xmlns:a="http://schemas.openxmlformats.org/drawingml/2006/main" w="16193">
            <a:solidFill>
              <a:srgbClr val="579849"/>
            </a:solidFill>
            <a:prstDash val="solid"/>
          </a:ln>
        </p:spPr>
      </p:cxnSp>
      <p:sp>
        <p:nvSpPr>
          <p:cNvPr id="123" name="element_95">
            <a:extLst xmlns:a="http://schemas.openxmlformats.org/drawingml/2006/main">
              <a:ext uri="{FF2B5EF4-FFF2-40B4-BE49-F238E27FC236}">
                <a16:creationId xmlns:a16="http://schemas.microsoft.com/office/drawing/2014/main" id="{C822A3FD-A4C6-4398-96FA-3CAF1B3373B5}"/>
              </a:ext>
            </a:extLst>
          </p:cNvPr>
          <p:cNvSpPr>
            <a:spLocks xmlns:a="http://schemas.openxmlformats.org/drawingml/2006/main" noGrp="1"/>
          </p:cNvSpPr>
          <p:nvPr/>
        </p:nvSpPr>
        <p:spPr>
          <a:xfrm xmlns:a="http://schemas.openxmlformats.org/drawingml/2006/main">
            <a:off x="6647498" y="4685348"/>
            <a:ext cx="1905" cy="1905"/>
          </a:xfrm>
          <a:prstGeom xmlns:a="http://schemas.openxmlformats.org/drawingml/2006/main" prst="rect">
            <a:avLst/>
          </a:prstGeom>
          <a:noFill xmlns:a="http://schemas.openxmlformats.org/drawingml/2006/main"/>
          <a:ln xmlns:a="http://schemas.openxmlformats.org/drawingml/2006/main" w="0">
            <a:noFill/>
          </a:ln>
        </p:spPr>
      </p:sp>
      <p:sp>
        <p:nvSpPr>
          <p:cNvPr id="124" name="element_96">
            <a:extLst xmlns:a="http://schemas.openxmlformats.org/drawingml/2006/main">
              <a:ext uri="{FF2B5EF4-FFF2-40B4-BE49-F238E27FC236}">
                <a16:creationId xmlns:a16="http://schemas.microsoft.com/office/drawing/2014/main" id="{83B8319C-6B2A-41B4-B30C-4F28BE2B7AF3}"/>
              </a:ext>
            </a:extLst>
          </p:cNvPr>
          <p:cNvSpPr>
            <a:spLocks xmlns:a="http://schemas.openxmlformats.org/drawingml/2006/main" noGrp="1"/>
          </p:cNvSpPr>
          <p:nvPr/>
        </p:nvSpPr>
        <p:spPr>
          <a:xfrm xmlns:a="http://schemas.openxmlformats.org/drawingml/2006/main">
            <a:off x="6647498" y="5161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67" name="直接箭头连接符 819"/>
          <p:cNvCxnSpPr>
            <a:stCxn xmlns:a="http://schemas.openxmlformats.org/drawingml/2006/main" id="123" idx="2"/>
            <a:endCxn xmlns:a="http://schemas.openxmlformats.org/drawingml/2006/main" id="124" idx="0"/>
          </p:cNvCxnSpPr>
          <p:nvPr/>
        </p:nvCxnSpPr>
        <p:spPr>
          <a:xfrm xmlns:a="http://schemas.openxmlformats.org/drawingml/2006/main">
            <a:off x="6648451" y="4687253"/>
            <a:ext cx="0" cy="474345"/>
          </a:xfrm>
          <a:prstGeom xmlns:a="http://schemas.openxmlformats.org/drawingml/2006/main" prst="straightConnector1">
            <a:avLst/>
          </a:prstGeom>
          <a:ln xmlns:a="http://schemas.openxmlformats.org/drawingml/2006/main" w="16193">
            <a:solidFill>
              <a:srgbClr val="579849"/>
            </a:solidFill>
            <a:prstDash val="solid"/>
          </a:ln>
        </p:spPr>
      </p:cxnSp>
      <p:sp>
        <p:nvSpPr>
          <p:cNvPr id="126" name="element_97">
            <a:extLst xmlns:a="http://schemas.openxmlformats.org/drawingml/2006/main">
              <a:ext uri="{FF2B5EF4-FFF2-40B4-BE49-F238E27FC236}">
                <a16:creationId xmlns:a16="http://schemas.microsoft.com/office/drawing/2014/main" id="{5AAB287D-31ED-428D-AA1A-52C99B0D104F}"/>
              </a:ext>
            </a:extLst>
          </p:cNvPr>
          <p:cNvSpPr>
            <a:spLocks xmlns:a="http://schemas.openxmlformats.org/drawingml/2006/main" noGrp="1"/>
          </p:cNvSpPr>
          <p:nvPr/>
        </p:nvSpPr>
        <p:spPr>
          <a:xfrm xmlns:a="http://schemas.openxmlformats.org/drawingml/2006/main">
            <a:off x="6456998" y="4780598"/>
            <a:ext cx="1905" cy="1905"/>
          </a:xfrm>
          <a:prstGeom xmlns:a="http://schemas.openxmlformats.org/drawingml/2006/main" prst="rect">
            <a:avLst/>
          </a:prstGeom>
          <a:noFill xmlns:a="http://schemas.openxmlformats.org/drawingml/2006/main"/>
          <a:ln xmlns:a="http://schemas.openxmlformats.org/drawingml/2006/main" w="0">
            <a:noFill/>
          </a:ln>
        </p:spPr>
      </p:sp>
      <p:sp>
        <p:nvSpPr>
          <p:cNvPr id="127" name="element_98">
            <a:extLst xmlns:a="http://schemas.openxmlformats.org/drawingml/2006/main">
              <a:ext uri="{FF2B5EF4-FFF2-40B4-BE49-F238E27FC236}">
                <a16:creationId xmlns:a16="http://schemas.microsoft.com/office/drawing/2014/main" id="{EFDEC5EB-F917-48DB-ABE4-A3820519B580}"/>
              </a:ext>
            </a:extLst>
          </p:cNvPr>
          <p:cNvSpPr>
            <a:spLocks xmlns:a="http://schemas.openxmlformats.org/drawingml/2006/main" noGrp="1"/>
          </p:cNvSpPr>
          <p:nvPr/>
        </p:nvSpPr>
        <p:spPr>
          <a:xfrm xmlns:a="http://schemas.openxmlformats.org/drawingml/2006/main">
            <a:off x="6742748" y="4780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70" name="直接箭头连接符 822"/>
          <p:cNvCxnSpPr>
            <a:stCxn xmlns:a="http://schemas.openxmlformats.org/drawingml/2006/main" id="126" idx="3"/>
            <a:endCxn xmlns:a="http://schemas.openxmlformats.org/drawingml/2006/main" id="127" idx="1"/>
          </p:cNvCxnSpPr>
          <p:nvPr/>
        </p:nvCxnSpPr>
        <p:spPr>
          <a:xfrm xmlns:a="http://schemas.openxmlformats.org/drawingml/2006/main">
            <a:off x="6458903" y="4781551"/>
            <a:ext cx="283845" cy="0"/>
          </a:xfrm>
          <a:prstGeom xmlns:a="http://schemas.openxmlformats.org/drawingml/2006/main" prst="straightConnector1">
            <a:avLst/>
          </a:prstGeom>
          <a:ln xmlns:a="http://schemas.openxmlformats.org/drawingml/2006/main" w="16193">
            <a:solidFill>
              <a:srgbClr val="579849"/>
            </a:solidFill>
            <a:prstDash val="solid"/>
          </a:ln>
        </p:spPr>
      </p:cxnSp>
      <p:sp>
        <p:nvSpPr>
          <p:cNvPr id="129" name="element_99">
            <a:extLst xmlns:a="http://schemas.openxmlformats.org/drawingml/2006/main">
              <a:ext uri="{FF2B5EF4-FFF2-40B4-BE49-F238E27FC236}">
                <a16:creationId xmlns:a16="http://schemas.microsoft.com/office/drawing/2014/main" id="{BFA40201-ADBC-4A99-B4DB-83E21E452712}"/>
              </a:ext>
            </a:extLst>
          </p:cNvPr>
          <p:cNvSpPr>
            <a:spLocks xmlns:a="http://schemas.openxmlformats.org/drawingml/2006/main" noGrp="1"/>
          </p:cNvSpPr>
          <p:nvPr/>
        </p:nvSpPr>
        <p:spPr>
          <a:xfrm xmlns:a="http://schemas.openxmlformats.org/drawingml/2006/main">
            <a:off x="6456998" y="4875848"/>
            <a:ext cx="1905" cy="1905"/>
          </a:xfrm>
          <a:prstGeom xmlns:a="http://schemas.openxmlformats.org/drawingml/2006/main" prst="rect">
            <a:avLst/>
          </a:prstGeom>
          <a:noFill xmlns:a="http://schemas.openxmlformats.org/drawingml/2006/main"/>
          <a:ln xmlns:a="http://schemas.openxmlformats.org/drawingml/2006/main" w="0">
            <a:noFill/>
          </a:ln>
        </p:spPr>
      </p:sp>
      <p:sp>
        <p:nvSpPr>
          <p:cNvPr id="130" name="element_100">
            <a:extLst xmlns:a="http://schemas.openxmlformats.org/drawingml/2006/main">
              <a:ext uri="{FF2B5EF4-FFF2-40B4-BE49-F238E27FC236}">
                <a16:creationId xmlns:a16="http://schemas.microsoft.com/office/drawing/2014/main" id="{D66E2E92-29C7-4A12-9A38-7DCBBB7BAA2A}"/>
              </a:ext>
            </a:extLst>
          </p:cNvPr>
          <p:cNvSpPr>
            <a:spLocks xmlns:a="http://schemas.openxmlformats.org/drawingml/2006/main" noGrp="1"/>
          </p:cNvSpPr>
          <p:nvPr/>
        </p:nvSpPr>
        <p:spPr>
          <a:xfrm xmlns:a="http://schemas.openxmlformats.org/drawingml/2006/main">
            <a:off x="6742748" y="48758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73" name="直接箭头连接符 825"/>
          <p:cNvCxnSpPr>
            <a:stCxn xmlns:a="http://schemas.openxmlformats.org/drawingml/2006/main" id="129" idx="3"/>
            <a:endCxn xmlns:a="http://schemas.openxmlformats.org/drawingml/2006/main" id="130" idx="1"/>
          </p:cNvCxnSpPr>
          <p:nvPr/>
        </p:nvCxnSpPr>
        <p:spPr>
          <a:xfrm xmlns:a="http://schemas.openxmlformats.org/drawingml/2006/main">
            <a:off x="6458903" y="4876801"/>
            <a:ext cx="283845" cy="0"/>
          </a:xfrm>
          <a:prstGeom xmlns:a="http://schemas.openxmlformats.org/drawingml/2006/main" prst="straightConnector1">
            <a:avLst/>
          </a:prstGeom>
          <a:ln xmlns:a="http://schemas.openxmlformats.org/drawingml/2006/main" w="16193">
            <a:solidFill>
              <a:srgbClr val="579849"/>
            </a:solidFill>
            <a:prstDash val="solid"/>
          </a:ln>
        </p:spPr>
      </p:cxnSp>
      <p:sp>
        <p:nvSpPr>
          <p:cNvPr id="132" name="element_101">
            <a:extLst xmlns:a="http://schemas.openxmlformats.org/drawingml/2006/main">
              <a:ext uri="{FF2B5EF4-FFF2-40B4-BE49-F238E27FC236}">
                <a16:creationId xmlns:a16="http://schemas.microsoft.com/office/drawing/2014/main" id="{4611D622-F553-434F-B815-B7C46E7D10DE}"/>
              </a:ext>
            </a:extLst>
          </p:cNvPr>
          <p:cNvSpPr>
            <a:spLocks xmlns:a="http://schemas.openxmlformats.org/drawingml/2006/main" noGrp="1"/>
          </p:cNvSpPr>
          <p:nvPr/>
        </p:nvSpPr>
        <p:spPr>
          <a:xfrm xmlns:a="http://schemas.openxmlformats.org/drawingml/2006/main">
            <a:off x="6456998" y="4971098"/>
            <a:ext cx="1905" cy="1905"/>
          </a:xfrm>
          <a:prstGeom xmlns:a="http://schemas.openxmlformats.org/drawingml/2006/main" prst="rect">
            <a:avLst/>
          </a:prstGeom>
          <a:noFill xmlns:a="http://schemas.openxmlformats.org/drawingml/2006/main"/>
          <a:ln xmlns:a="http://schemas.openxmlformats.org/drawingml/2006/main" w="0">
            <a:noFill/>
          </a:ln>
        </p:spPr>
      </p:sp>
      <p:sp>
        <p:nvSpPr>
          <p:cNvPr id="133" name="element_102">
            <a:extLst xmlns:a="http://schemas.openxmlformats.org/drawingml/2006/main">
              <a:ext uri="{FF2B5EF4-FFF2-40B4-BE49-F238E27FC236}">
                <a16:creationId xmlns:a16="http://schemas.microsoft.com/office/drawing/2014/main" id="{69181BC2-8BD1-421C-8D92-144C0618DE53}"/>
              </a:ext>
            </a:extLst>
          </p:cNvPr>
          <p:cNvSpPr>
            <a:spLocks xmlns:a="http://schemas.openxmlformats.org/drawingml/2006/main" noGrp="1"/>
          </p:cNvSpPr>
          <p:nvPr/>
        </p:nvSpPr>
        <p:spPr>
          <a:xfrm xmlns:a="http://schemas.openxmlformats.org/drawingml/2006/main">
            <a:off x="6742748" y="4971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76" name="直接箭头连接符 828"/>
          <p:cNvCxnSpPr>
            <a:stCxn xmlns:a="http://schemas.openxmlformats.org/drawingml/2006/main" id="132" idx="3"/>
            <a:endCxn xmlns:a="http://schemas.openxmlformats.org/drawingml/2006/main" id="133" idx="1"/>
          </p:cNvCxnSpPr>
          <p:nvPr/>
        </p:nvCxnSpPr>
        <p:spPr>
          <a:xfrm xmlns:a="http://schemas.openxmlformats.org/drawingml/2006/main">
            <a:off x="6458903" y="4972051"/>
            <a:ext cx="283845" cy="0"/>
          </a:xfrm>
          <a:prstGeom xmlns:a="http://schemas.openxmlformats.org/drawingml/2006/main" prst="straightConnector1">
            <a:avLst/>
          </a:prstGeom>
          <a:ln xmlns:a="http://schemas.openxmlformats.org/drawingml/2006/main" w="16193">
            <a:solidFill>
              <a:srgbClr val="579849"/>
            </a:solidFill>
            <a:prstDash val="solid"/>
          </a:ln>
        </p:spPr>
      </p:cxnSp>
      <p:sp>
        <p:nvSpPr>
          <p:cNvPr id="135" name="element_103">
            <a:extLst xmlns:a="http://schemas.openxmlformats.org/drawingml/2006/main">
              <a:ext uri="{FF2B5EF4-FFF2-40B4-BE49-F238E27FC236}">
                <a16:creationId xmlns:a16="http://schemas.microsoft.com/office/drawing/2014/main" id="{A6704586-0CCB-4B8E-AA86-3621F7F50FD4}"/>
              </a:ext>
            </a:extLst>
          </p:cNvPr>
          <p:cNvSpPr>
            <a:spLocks xmlns:a="http://schemas.openxmlformats.org/drawingml/2006/main" noGrp="1"/>
          </p:cNvSpPr>
          <p:nvPr/>
        </p:nvSpPr>
        <p:spPr>
          <a:xfrm xmlns:a="http://schemas.openxmlformats.org/drawingml/2006/main">
            <a:off x="6456998" y="5066348"/>
            <a:ext cx="1905" cy="1905"/>
          </a:xfrm>
          <a:prstGeom xmlns:a="http://schemas.openxmlformats.org/drawingml/2006/main" prst="rect">
            <a:avLst/>
          </a:prstGeom>
          <a:noFill xmlns:a="http://schemas.openxmlformats.org/drawingml/2006/main"/>
          <a:ln xmlns:a="http://schemas.openxmlformats.org/drawingml/2006/main" w="0">
            <a:noFill/>
          </a:ln>
        </p:spPr>
      </p:sp>
      <p:sp>
        <p:nvSpPr>
          <p:cNvPr id="136" name="element_104">
            <a:extLst xmlns:a="http://schemas.openxmlformats.org/drawingml/2006/main">
              <a:ext uri="{FF2B5EF4-FFF2-40B4-BE49-F238E27FC236}">
                <a16:creationId xmlns:a16="http://schemas.microsoft.com/office/drawing/2014/main" id="{F85A5C69-D43D-48BE-8357-EEA140DDFD88}"/>
              </a:ext>
            </a:extLst>
          </p:cNvPr>
          <p:cNvSpPr>
            <a:spLocks xmlns:a="http://schemas.openxmlformats.org/drawingml/2006/main" noGrp="1"/>
          </p:cNvSpPr>
          <p:nvPr/>
        </p:nvSpPr>
        <p:spPr>
          <a:xfrm xmlns:a="http://schemas.openxmlformats.org/drawingml/2006/main">
            <a:off x="6742748" y="50663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79" name="直接箭头连接符 831"/>
          <p:cNvCxnSpPr>
            <a:stCxn xmlns:a="http://schemas.openxmlformats.org/drawingml/2006/main" id="135" idx="3"/>
            <a:endCxn xmlns:a="http://schemas.openxmlformats.org/drawingml/2006/main" id="136" idx="1"/>
          </p:cNvCxnSpPr>
          <p:nvPr/>
        </p:nvCxnSpPr>
        <p:spPr>
          <a:xfrm xmlns:a="http://schemas.openxmlformats.org/drawingml/2006/main">
            <a:off x="6458903" y="5067301"/>
            <a:ext cx="283845" cy="0"/>
          </a:xfrm>
          <a:prstGeom xmlns:a="http://schemas.openxmlformats.org/drawingml/2006/main" prst="straightConnector1">
            <a:avLst/>
          </a:prstGeom>
          <a:ln xmlns:a="http://schemas.openxmlformats.org/drawingml/2006/main" w="16193">
            <a:solidFill>
              <a:srgbClr val="579849"/>
            </a:solidFill>
            <a:prstDash val="solid"/>
          </a:ln>
        </p:spPr>
      </p:cxnSp>
      <p:sp>
        <p:nvSpPr>
          <p:cNvPr id="138" name="element_105">
            <a:extLst xmlns:a="http://schemas.openxmlformats.org/drawingml/2006/main">
              <a:ext uri="{FF2B5EF4-FFF2-40B4-BE49-F238E27FC236}">
                <a16:creationId xmlns:a16="http://schemas.microsoft.com/office/drawing/2014/main" id="{E4D92DE0-E0A0-4588-9133-1DA004C5952D}"/>
              </a:ext>
            </a:extLst>
          </p:cNvPr>
          <p:cNvSpPr>
            <a:spLocks xmlns:a="http://schemas.openxmlformats.org/drawingml/2006/main" noGrp="1"/>
          </p:cNvSpPr>
          <p:nvPr/>
        </p:nvSpPr>
        <p:spPr>
          <a:xfrm xmlns:a="http://schemas.openxmlformats.org/drawingml/2006/main">
            <a:off x="6191250" y="5267325"/>
            <a:ext cx="1019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b="0">
                <a:solidFill>
                  <a:srgbClr val="142632"/>
                </a:solidFill>
                <a:latin typeface="Times New Roman"/>
                <a:ea typeface="Times New Roman"/>
                <a:cs typeface="Times New Roman"/>
              </a:defRPr>
            </a:pPr>
            <a:r>
              <a:rPr sz="1950" b="0">
                <a:solidFill>
                  <a:srgbClr val="142632"/>
                </a:solidFill>
                <a:latin typeface="Times New Roman"/>
                <a:ea typeface="Times New Roman"/>
                <a:cs typeface="Times New Roman"/>
              </a:rPr>
              <a:t>z_id</a:t>
            </a:r>
          </a:p>
        </p:txBody>
      </p:sp>
      <p:sp>
        <p:nvSpPr>
          <p:cNvPr id="139" name="element_106">
            <a:extLst xmlns:a="http://schemas.openxmlformats.org/drawingml/2006/main">
              <a:ext uri="{FF2B5EF4-FFF2-40B4-BE49-F238E27FC236}">
                <a16:creationId xmlns:a16="http://schemas.microsoft.com/office/drawing/2014/main" id="{900E9BFF-D25B-41F8-BB82-D945DCDECA4E}"/>
              </a:ext>
            </a:extLst>
          </p:cNvPr>
          <p:cNvSpPr>
            <a:spLocks xmlns:a="http://schemas.openxmlformats.org/drawingml/2006/main" noGrp="1"/>
          </p:cNvSpPr>
          <p:nvPr/>
        </p:nvSpPr>
        <p:spPr>
          <a:xfrm xmlns:a="http://schemas.openxmlformats.org/drawingml/2006/main">
            <a:off x="1637348" y="4856798"/>
            <a:ext cx="1905" cy="1905"/>
          </a:xfrm>
          <a:prstGeom xmlns:a="http://schemas.openxmlformats.org/drawingml/2006/main" prst="rect">
            <a:avLst/>
          </a:prstGeom>
          <a:noFill xmlns:a="http://schemas.openxmlformats.org/drawingml/2006/main"/>
          <a:ln xmlns:a="http://schemas.openxmlformats.org/drawingml/2006/main" w="0">
            <a:noFill/>
          </a:ln>
        </p:spPr>
      </p:sp>
      <p:sp>
        <p:nvSpPr>
          <p:cNvPr id="140" name="element_107">
            <a:extLst xmlns:a="http://schemas.openxmlformats.org/drawingml/2006/main">
              <a:ext uri="{FF2B5EF4-FFF2-40B4-BE49-F238E27FC236}">
                <a16:creationId xmlns:a16="http://schemas.microsoft.com/office/drawing/2014/main" id="{AEEF5976-A552-467D-8228-AD60879B1390}"/>
              </a:ext>
            </a:extLst>
          </p:cNvPr>
          <p:cNvSpPr>
            <a:spLocks xmlns:a="http://schemas.openxmlformats.org/drawingml/2006/main" noGrp="1"/>
          </p:cNvSpPr>
          <p:nvPr/>
        </p:nvSpPr>
        <p:spPr>
          <a:xfrm xmlns:a="http://schemas.openxmlformats.org/drawingml/2006/main">
            <a:off x="2246948" y="4856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83" name="直接箭头连接符 835"/>
          <p:cNvCxnSpPr>
            <a:stCxn xmlns:a="http://schemas.openxmlformats.org/drawingml/2006/main" id="139" idx="3"/>
            <a:endCxn xmlns:a="http://schemas.openxmlformats.org/drawingml/2006/main" id="140" idx="1"/>
          </p:cNvCxnSpPr>
          <p:nvPr/>
        </p:nvCxnSpPr>
        <p:spPr>
          <a:xfrm xmlns:a="http://schemas.openxmlformats.org/drawingml/2006/main">
            <a:off x="1639253" y="4857751"/>
            <a:ext cx="60769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42" name="element_108">
            <a:extLst xmlns:a="http://schemas.openxmlformats.org/drawingml/2006/main">
              <a:ext uri="{FF2B5EF4-FFF2-40B4-BE49-F238E27FC236}">
                <a16:creationId xmlns:a16="http://schemas.microsoft.com/office/drawing/2014/main" id="{51ABE8DD-F718-4FF6-90AB-672B3BA77746}"/>
              </a:ext>
            </a:extLst>
          </p:cNvPr>
          <p:cNvSpPr>
            <a:spLocks xmlns:a="http://schemas.openxmlformats.org/drawingml/2006/main" noGrp="1"/>
          </p:cNvSpPr>
          <p:nvPr/>
        </p:nvSpPr>
        <p:spPr>
          <a:xfrm xmlns:a="http://schemas.openxmlformats.org/drawingml/2006/main">
            <a:off x="3513773" y="4971098"/>
            <a:ext cx="1905" cy="1905"/>
          </a:xfrm>
          <a:prstGeom xmlns:a="http://schemas.openxmlformats.org/drawingml/2006/main" prst="rect">
            <a:avLst/>
          </a:prstGeom>
          <a:noFill xmlns:a="http://schemas.openxmlformats.org/drawingml/2006/main"/>
          <a:ln xmlns:a="http://schemas.openxmlformats.org/drawingml/2006/main" w="0">
            <a:noFill/>
          </a:ln>
        </p:spPr>
      </p:sp>
      <p:sp>
        <p:nvSpPr>
          <p:cNvPr id="143" name="element_109">
            <a:extLst xmlns:a="http://schemas.openxmlformats.org/drawingml/2006/main">
              <a:ext uri="{FF2B5EF4-FFF2-40B4-BE49-F238E27FC236}">
                <a16:creationId xmlns:a16="http://schemas.microsoft.com/office/drawing/2014/main" id="{9B84925F-A97E-4DA1-8645-BE42E404016F}"/>
              </a:ext>
            </a:extLst>
          </p:cNvPr>
          <p:cNvSpPr>
            <a:spLocks xmlns:a="http://schemas.openxmlformats.org/drawingml/2006/main" noGrp="1"/>
          </p:cNvSpPr>
          <p:nvPr/>
        </p:nvSpPr>
        <p:spPr>
          <a:xfrm xmlns:a="http://schemas.openxmlformats.org/drawingml/2006/main">
            <a:off x="3818573" y="4971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86" name="直接箭头连接符 838"/>
          <p:cNvCxnSpPr>
            <a:stCxn xmlns:a="http://schemas.openxmlformats.org/drawingml/2006/main" id="142" idx="3"/>
            <a:endCxn xmlns:a="http://schemas.openxmlformats.org/drawingml/2006/main" id="143" idx="1"/>
          </p:cNvCxnSpPr>
          <p:nvPr/>
        </p:nvCxnSpPr>
        <p:spPr>
          <a:xfrm xmlns:a="http://schemas.openxmlformats.org/drawingml/2006/main">
            <a:off x="3515678" y="4972051"/>
            <a:ext cx="30289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45" name="element_110">
            <a:extLst xmlns:a="http://schemas.openxmlformats.org/drawingml/2006/main">
              <a:ext uri="{FF2B5EF4-FFF2-40B4-BE49-F238E27FC236}">
                <a16:creationId xmlns:a16="http://schemas.microsoft.com/office/drawing/2014/main" id="{CFE94131-D4BE-4ACF-BDA3-24646EE71D0B}"/>
              </a:ext>
            </a:extLst>
          </p:cNvPr>
          <p:cNvSpPr>
            <a:spLocks xmlns:a="http://schemas.openxmlformats.org/drawingml/2006/main" noGrp="1"/>
          </p:cNvSpPr>
          <p:nvPr/>
        </p:nvSpPr>
        <p:spPr>
          <a:xfrm xmlns:a="http://schemas.openxmlformats.org/drawingml/2006/main">
            <a:off x="4913948" y="4971098"/>
            <a:ext cx="1905" cy="1905"/>
          </a:xfrm>
          <a:prstGeom xmlns:a="http://schemas.openxmlformats.org/drawingml/2006/main" prst="rect">
            <a:avLst/>
          </a:prstGeom>
          <a:noFill xmlns:a="http://schemas.openxmlformats.org/drawingml/2006/main"/>
          <a:ln xmlns:a="http://schemas.openxmlformats.org/drawingml/2006/main" w="0">
            <a:noFill/>
          </a:ln>
        </p:spPr>
      </p:sp>
      <p:sp>
        <p:nvSpPr>
          <p:cNvPr id="146" name="element_111">
            <a:extLst xmlns:a="http://schemas.openxmlformats.org/drawingml/2006/main">
              <a:ext uri="{FF2B5EF4-FFF2-40B4-BE49-F238E27FC236}">
                <a16:creationId xmlns:a16="http://schemas.microsoft.com/office/drawing/2014/main" id="{D971F476-7A38-4C48-B306-AA1871D2B5F8}"/>
              </a:ext>
            </a:extLst>
          </p:cNvPr>
          <p:cNvSpPr>
            <a:spLocks xmlns:a="http://schemas.openxmlformats.org/drawingml/2006/main" noGrp="1"/>
          </p:cNvSpPr>
          <p:nvPr/>
        </p:nvSpPr>
        <p:spPr>
          <a:xfrm xmlns:a="http://schemas.openxmlformats.org/drawingml/2006/main">
            <a:off x="5247323" y="4971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89" name="直接箭头连接符 841"/>
          <p:cNvCxnSpPr>
            <a:stCxn xmlns:a="http://schemas.openxmlformats.org/drawingml/2006/main" id="145" idx="3"/>
            <a:endCxn xmlns:a="http://schemas.openxmlformats.org/drawingml/2006/main" id="146" idx="1"/>
          </p:cNvCxnSpPr>
          <p:nvPr/>
        </p:nvCxnSpPr>
        <p:spPr>
          <a:xfrm xmlns:a="http://schemas.openxmlformats.org/drawingml/2006/main">
            <a:off x="4915853" y="4972051"/>
            <a:ext cx="33147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48" name="element_112">
            <a:extLst xmlns:a="http://schemas.openxmlformats.org/drawingml/2006/main">
              <a:ext uri="{FF2B5EF4-FFF2-40B4-BE49-F238E27FC236}">
                <a16:creationId xmlns:a16="http://schemas.microsoft.com/office/drawing/2014/main" id="{6AA0A546-6AE9-4083-BA48-7AFB1C15D076}"/>
              </a:ext>
            </a:extLst>
          </p:cNvPr>
          <p:cNvSpPr>
            <a:spLocks xmlns:a="http://schemas.openxmlformats.org/drawingml/2006/main" noGrp="1"/>
          </p:cNvSpPr>
          <p:nvPr/>
        </p:nvSpPr>
        <p:spPr>
          <a:xfrm xmlns:a="http://schemas.openxmlformats.org/drawingml/2006/main">
            <a:off x="6037898" y="4971098"/>
            <a:ext cx="1905" cy="1905"/>
          </a:xfrm>
          <a:prstGeom xmlns:a="http://schemas.openxmlformats.org/drawingml/2006/main" prst="rect">
            <a:avLst/>
          </a:prstGeom>
          <a:noFill xmlns:a="http://schemas.openxmlformats.org/drawingml/2006/main"/>
          <a:ln xmlns:a="http://schemas.openxmlformats.org/drawingml/2006/main" w="0">
            <a:noFill/>
          </a:ln>
        </p:spPr>
      </p:sp>
      <p:sp>
        <p:nvSpPr>
          <p:cNvPr id="149" name="element_113">
            <a:extLst xmlns:a="http://schemas.openxmlformats.org/drawingml/2006/main">
              <a:ext uri="{FF2B5EF4-FFF2-40B4-BE49-F238E27FC236}">
                <a16:creationId xmlns:a16="http://schemas.microsoft.com/office/drawing/2014/main" id="{278AA69F-843F-43CA-8F64-56181343AFD3}"/>
              </a:ext>
            </a:extLst>
          </p:cNvPr>
          <p:cNvSpPr>
            <a:spLocks xmlns:a="http://schemas.openxmlformats.org/drawingml/2006/main" noGrp="1"/>
          </p:cNvSpPr>
          <p:nvPr/>
        </p:nvSpPr>
        <p:spPr>
          <a:xfrm xmlns:a="http://schemas.openxmlformats.org/drawingml/2006/main">
            <a:off x="6456998" y="4971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92" name="直接箭头连接符 844"/>
          <p:cNvCxnSpPr>
            <a:stCxn xmlns:a="http://schemas.openxmlformats.org/drawingml/2006/main" id="148" idx="3"/>
            <a:endCxn xmlns:a="http://schemas.openxmlformats.org/drawingml/2006/main" id="149" idx="1"/>
          </p:cNvCxnSpPr>
          <p:nvPr/>
        </p:nvCxnSpPr>
        <p:spPr>
          <a:xfrm xmlns:a="http://schemas.openxmlformats.org/drawingml/2006/main">
            <a:off x="6039803" y="4972051"/>
            <a:ext cx="41719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51" name="element_114">
            <a:extLst xmlns:a="http://schemas.openxmlformats.org/drawingml/2006/main">
              <a:ext uri="{FF2B5EF4-FFF2-40B4-BE49-F238E27FC236}">
                <a16:creationId xmlns:a16="http://schemas.microsoft.com/office/drawing/2014/main" id="{937EDEFE-5BC9-49F5-992E-1E4D93FE7A16}"/>
              </a:ext>
            </a:extLst>
          </p:cNvPr>
          <p:cNvSpPr>
            <a:spLocks xmlns:a="http://schemas.openxmlformats.org/drawingml/2006/main" noGrp="1"/>
          </p:cNvSpPr>
          <p:nvPr/>
        </p:nvSpPr>
        <p:spPr>
          <a:xfrm xmlns:a="http://schemas.openxmlformats.org/drawingml/2006/main">
            <a:off x="2200275" y="5667375"/>
            <a:ext cx="5181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1">
                <a:solidFill>
                  <a:srgbClr val="142632"/>
                </a:solidFill>
                <a:latin typeface="Arial"/>
                <a:ea typeface="Arial"/>
                <a:cs typeface="Arial"/>
              </a:defRPr>
            </a:pPr>
            <a:r>
              <a:rPr sz="1575" b="1">
                <a:solidFill>
                  <a:srgbClr val="142632"/>
                </a:solidFill>
                <a:latin typeface="Arial"/>
                <a:ea typeface="Arial"/>
                <a:cs typeface="Arial"/>
              </a:rPr>
              <a:t>Personalized Motion</a:t>
            </a:r>
          </a:p>
        </p:txBody>
      </p:sp>
      <p:sp>
        <p:nvSpPr>
          <p:cNvPr id="152" name="encoder_115">
            <a:extLst xmlns:a="http://schemas.openxmlformats.org/drawingml/2006/main">
              <a:ext uri="{FF2B5EF4-FFF2-40B4-BE49-F238E27FC236}">
                <a16:creationId xmlns:a16="http://schemas.microsoft.com/office/drawing/2014/main" id="{A92E5B07-137E-40C2-8099-7485A25CC40F}"/>
              </a:ext>
            </a:extLst>
          </p:cNvPr>
          <p:cNvSpPr>
            <a:spLocks xmlns:a="http://schemas.openxmlformats.org/drawingml/2006/main" noGrp="1"/>
          </p:cNvSpPr>
          <p:nvPr/>
        </p:nvSpPr>
        <p:spPr>
          <a:xfrm xmlns:a="http://schemas.openxmlformats.org/drawingml/2006/main">
            <a:off x="8782050" y="2143125"/>
            <a:ext cx="1466850" cy="1724025"/>
          </a:xfrm>
          <a:custGeom xmlns:a="http://schemas.openxmlformats.org/drawingml/2006/main">
            <a:rect l="0" t="0" r="0" b="0"/>
            <a:pathLst>
              <a:path w="1466850" h="1724025">
                <a:moveTo>
                  <a:pt x="0" y="0"/>
                </a:moveTo>
                <a:lnTo>
                  <a:pt x="1466850" y="275844"/>
                </a:lnTo>
                <a:lnTo>
                  <a:pt x="1466850" y="1448181"/>
                </a:lnTo>
                <a:lnTo>
                  <a:pt x="0" y="1724025"/>
                </a:lnTo>
                <a:close/>
              </a:path>
            </a:pathLst>
          </a:custGeom>
          <a:solidFill xmlns:a="http://schemas.openxmlformats.org/drawingml/2006/main">
            <a:srgbClr val="E6DEEE"/>
          </a:solidFill>
          <a:ln xmlns:a="http://schemas.openxmlformats.org/drawingml/2006/main" w="11430">
            <a:solidFill>
              <a:srgbClr val="8F7DAB"/>
            </a:solidFill>
          </a:ln>
        </p:spPr>
      </p:sp>
      <p:sp>
        <p:nvSpPr>
          <p:cNvPr id="153" name="element_116">
            <a:extLst xmlns:a="http://schemas.openxmlformats.org/drawingml/2006/main">
              <a:ext uri="{FF2B5EF4-FFF2-40B4-BE49-F238E27FC236}">
                <a16:creationId xmlns:a16="http://schemas.microsoft.com/office/drawing/2014/main" id="{4FD90CB6-A3D9-4151-81F2-FE6AA2BFEB58}"/>
              </a:ext>
            </a:extLst>
          </p:cNvPr>
          <p:cNvSpPr>
            <a:spLocks xmlns:a="http://schemas.openxmlformats.org/drawingml/2006/main" noGrp="1"/>
          </p:cNvSpPr>
          <p:nvPr/>
        </p:nvSpPr>
        <p:spPr>
          <a:xfrm xmlns:a="http://schemas.openxmlformats.org/drawingml/2006/main">
            <a:off x="8848725" y="2238375"/>
            <a:ext cx="132397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Residual flow</a:t>
            </a:r>
          </a:p>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decoder Fθ</a:t>
            </a:r>
          </a:p>
        </p:txBody>
      </p:sp>
      <p:sp>
        <p:nvSpPr>
          <p:cNvPr id="154" name="element_117">
            <a:extLst xmlns:a="http://schemas.openxmlformats.org/drawingml/2006/main">
              <a:ext uri="{FF2B5EF4-FFF2-40B4-BE49-F238E27FC236}">
                <a16:creationId xmlns:a16="http://schemas.microsoft.com/office/drawing/2014/main" id="{F847CAF7-1FCF-4694-BE20-3EB9A4CFE2EB}"/>
              </a:ext>
            </a:extLst>
          </p:cNvPr>
          <p:cNvSpPr>
            <a:spLocks xmlns:a="http://schemas.openxmlformats.org/drawingml/2006/main" noGrp="1"/>
          </p:cNvSpPr>
          <p:nvPr/>
        </p:nvSpPr>
        <p:spPr>
          <a:xfrm xmlns:a="http://schemas.openxmlformats.org/drawingml/2006/main">
            <a:off x="6171248" y="1122998"/>
            <a:ext cx="1905" cy="1905"/>
          </a:xfrm>
          <a:prstGeom xmlns:a="http://schemas.openxmlformats.org/drawingml/2006/main" prst="rect">
            <a:avLst/>
          </a:prstGeom>
          <a:noFill xmlns:a="http://schemas.openxmlformats.org/drawingml/2006/main"/>
          <a:ln xmlns:a="http://schemas.openxmlformats.org/drawingml/2006/main" w="0">
            <a:noFill/>
          </a:ln>
        </p:spPr>
      </p:sp>
      <p:sp>
        <p:nvSpPr>
          <p:cNvPr id="155" name="element_118">
            <a:extLst xmlns:a="http://schemas.openxmlformats.org/drawingml/2006/main">
              <a:ext uri="{FF2B5EF4-FFF2-40B4-BE49-F238E27FC236}">
                <a16:creationId xmlns:a16="http://schemas.microsoft.com/office/drawing/2014/main" id="{17846204-9FB3-4D94-A260-D0008D984177}"/>
              </a:ext>
            </a:extLst>
          </p:cNvPr>
          <p:cNvSpPr>
            <a:spLocks xmlns:a="http://schemas.openxmlformats.org/drawingml/2006/main" noGrp="1"/>
          </p:cNvSpPr>
          <p:nvPr/>
        </p:nvSpPr>
        <p:spPr>
          <a:xfrm xmlns:a="http://schemas.openxmlformats.org/drawingml/2006/main">
            <a:off x="7971473" y="11229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98" name="直接箭头连接符 850"/>
          <p:cNvCxnSpPr>
            <a:stCxn xmlns:a="http://schemas.openxmlformats.org/drawingml/2006/main" id="154" idx="3"/>
            <a:endCxn xmlns:a="http://schemas.openxmlformats.org/drawingml/2006/main" id="155" idx="1"/>
          </p:cNvCxnSpPr>
          <p:nvPr/>
        </p:nvCxnSpPr>
        <p:spPr>
          <a:xfrm xmlns:a="http://schemas.openxmlformats.org/drawingml/2006/main">
            <a:off x="6173153" y="1123951"/>
            <a:ext cx="1798320" cy="0"/>
          </a:xfrm>
          <a:prstGeom xmlns:a="http://schemas.openxmlformats.org/drawingml/2006/main" prst="straightConnector1">
            <a:avLst/>
          </a:prstGeom>
          <a:ln xmlns:a="http://schemas.openxmlformats.org/drawingml/2006/main" w="16193">
            <a:solidFill>
              <a:srgbClr val="328FC1"/>
            </a:solidFill>
            <a:prstDash val="solid"/>
          </a:ln>
        </p:spPr>
      </p:cxnSp>
      <p:sp>
        <p:nvSpPr>
          <p:cNvPr id="157" name="element_119">
            <a:extLst xmlns:a="http://schemas.openxmlformats.org/drawingml/2006/main">
              <a:ext uri="{FF2B5EF4-FFF2-40B4-BE49-F238E27FC236}">
                <a16:creationId xmlns:a16="http://schemas.microsoft.com/office/drawing/2014/main" id="{C814ABE0-4CA4-4738-B662-7EC333D4A09F}"/>
              </a:ext>
            </a:extLst>
          </p:cNvPr>
          <p:cNvSpPr>
            <a:spLocks xmlns:a="http://schemas.openxmlformats.org/drawingml/2006/main" noGrp="1"/>
          </p:cNvSpPr>
          <p:nvPr/>
        </p:nvSpPr>
        <p:spPr>
          <a:xfrm xmlns:a="http://schemas.openxmlformats.org/drawingml/2006/main">
            <a:off x="7971473" y="1122998"/>
            <a:ext cx="1905" cy="1905"/>
          </a:xfrm>
          <a:prstGeom xmlns:a="http://schemas.openxmlformats.org/drawingml/2006/main" prst="rect">
            <a:avLst/>
          </a:prstGeom>
          <a:noFill xmlns:a="http://schemas.openxmlformats.org/drawingml/2006/main"/>
          <a:ln xmlns:a="http://schemas.openxmlformats.org/drawingml/2006/main" w="0">
            <a:noFill/>
          </a:ln>
        </p:spPr>
      </p:sp>
      <p:sp>
        <p:nvSpPr>
          <p:cNvPr id="158" name="element_120">
            <a:extLst xmlns:a="http://schemas.openxmlformats.org/drawingml/2006/main">
              <a:ext uri="{FF2B5EF4-FFF2-40B4-BE49-F238E27FC236}">
                <a16:creationId xmlns:a16="http://schemas.microsoft.com/office/drawing/2014/main" id="{DA19029D-7FEB-4D89-A6BF-856BE7563B82}"/>
              </a:ext>
            </a:extLst>
          </p:cNvPr>
          <p:cNvSpPr>
            <a:spLocks xmlns:a="http://schemas.openxmlformats.org/drawingml/2006/main" noGrp="1"/>
          </p:cNvSpPr>
          <p:nvPr/>
        </p:nvSpPr>
        <p:spPr>
          <a:xfrm xmlns:a="http://schemas.openxmlformats.org/drawingml/2006/main">
            <a:off x="7971473" y="23231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01" name="直接箭头连接符 853"/>
          <p:cNvCxnSpPr>
            <a:stCxn xmlns:a="http://schemas.openxmlformats.org/drawingml/2006/main" id="157" idx="2"/>
            <a:endCxn xmlns:a="http://schemas.openxmlformats.org/drawingml/2006/main" id="158" idx="0"/>
          </p:cNvCxnSpPr>
          <p:nvPr/>
        </p:nvCxnSpPr>
        <p:spPr>
          <a:xfrm xmlns:a="http://schemas.openxmlformats.org/drawingml/2006/main">
            <a:off x="7972426" y="1124903"/>
            <a:ext cx="0" cy="1198245"/>
          </a:xfrm>
          <a:prstGeom xmlns:a="http://schemas.openxmlformats.org/drawingml/2006/main" prst="straightConnector1">
            <a:avLst/>
          </a:prstGeom>
          <a:ln xmlns:a="http://schemas.openxmlformats.org/drawingml/2006/main" w="16193">
            <a:solidFill>
              <a:srgbClr val="328FC1"/>
            </a:solidFill>
            <a:prstDash val="solid"/>
          </a:ln>
        </p:spPr>
      </p:cxnSp>
      <p:sp>
        <p:nvSpPr>
          <p:cNvPr id="160" name="element_121">
            <a:extLst xmlns:a="http://schemas.openxmlformats.org/drawingml/2006/main">
              <a:ext uri="{FF2B5EF4-FFF2-40B4-BE49-F238E27FC236}">
                <a16:creationId xmlns:a16="http://schemas.microsoft.com/office/drawing/2014/main" id="{9A6880FE-42C6-46C6-8B82-38F7C0923DA3}"/>
              </a:ext>
            </a:extLst>
          </p:cNvPr>
          <p:cNvSpPr>
            <a:spLocks xmlns:a="http://schemas.openxmlformats.org/drawingml/2006/main" noGrp="1"/>
          </p:cNvSpPr>
          <p:nvPr/>
        </p:nvSpPr>
        <p:spPr>
          <a:xfrm xmlns:a="http://schemas.openxmlformats.org/drawingml/2006/main">
            <a:off x="7971473" y="2323148"/>
            <a:ext cx="1905" cy="1905"/>
          </a:xfrm>
          <a:prstGeom xmlns:a="http://schemas.openxmlformats.org/drawingml/2006/main" prst="rect">
            <a:avLst/>
          </a:prstGeom>
          <a:noFill xmlns:a="http://schemas.openxmlformats.org/drawingml/2006/main"/>
          <a:ln xmlns:a="http://schemas.openxmlformats.org/drawingml/2006/main" w="0">
            <a:noFill/>
          </a:ln>
        </p:spPr>
      </p:sp>
      <p:sp>
        <p:nvSpPr>
          <p:cNvPr id="161" name="element_122">
            <a:extLst xmlns:a="http://schemas.openxmlformats.org/drawingml/2006/main">
              <a:ext uri="{FF2B5EF4-FFF2-40B4-BE49-F238E27FC236}">
                <a16:creationId xmlns:a16="http://schemas.microsoft.com/office/drawing/2014/main" id="{9BE39D46-F9C1-401A-80C3-A14D96B428DF}"/>
              </a:ext>
            </a:extLst>
          </p:cNvPr>
          <p:cNvSpPr>
            <a:spLocks xmlns:a="http://schemas.openxmlformats.org/drawingml/2006/main" noGrp="1"/>
          </p:cNvSpPr>
          <p:nvPr/>
        </p:nvSpPr>
        <p:spPr>
          <a:xfrm xmlns:a="http://schemas.openxmlformats.org/drawingml/2006/main">
            <a:off x="8781098" y="23231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04" name="直接箭头连接符 856"/>
          <p:cNvCxnSpPr>
            <a:stCxn xmlns:a="http://schemas.openxmlformats.org/drawingml/2006/main" id="160" idx="3"/>
            <a:endCxn xmlns:a="http://schemas.openxmlformats.org/drawingml/2006/main" id="161" idx="1"/>
          </p:cNvCxnSpPr>
          <p:nvPr/>
        </p:nvCxnSpPr>
        <p:spPr>
          <a:xfrm xmlns:a="http://schemas.openxmlformats.org/drawingml/2006/main">
            <a:off x="7973378" y="2324101"/>
            <a:ext cx="807720" cy="0"/>
          </a:xfrm>
          <a:prstGeom xmlns:a="http://schemas.openxmlformats.org/drawingml/2006/main" prst="straightConnector1">
            <a:avLst/>
          </a:prstGeom>
          <a:ln xmlns:a="http://schemas.openxmlformats.org/drawingml/2006/main" w="16193">
            <a:solidFill>
              <a:srgbClr val="328FC1"/>
            </a:solidFill>
            <a:prstDash val="solid"/>
            <a:tailEnd type="triangle" w="sm" len="sm"/>
          </a:ln>
        </p:spPr>
      </p:cxnSp>
      <p:sp>
        <p:nvSpPr>
          <p:cNvPr id="163" name="element_123">
            <a:extLst xmlns:a="http://schemas.openxmlformats.org/drawingml/2006/main">
              <a:ext uri="{FF2B5EF4-FFF2-40B4-BE49-F238E27FC236}">
                <a16:creationId xmlns:a16="http://schemas.microsoft.com/office/drawing/2014/main" id="{494D3924-1AC9-42D8-805E-21C25FBE63C6}"/>
              </a:ext>
            </a:extLst>
          </p:cNvPr>
          <p:cNvSpPr>
            <a:spLocks xmlns:a="http://schemas.openxmlformats.org/drawingml/2006/main" noGrp="1"/>
          </p:cNvSpPr>
          <p:nvPr/>
        </p:nvSpPr>
        <p:spPr>
          <a:xfrm xmlns:a="http://schemas.openxmlformats.org/drawingml/2006/main">
            <a:off x="5980748" y="2656523"/>
            <a:ext cx="1905" cy="1905"/>
          </a:xfrm>
          <a:prstGeom xmlns:a="http://schemas.openxmlformats.org/drawingml/2006/main" prst="rect">
            <a:avLst/>
          </a:prstGeom>
          <a:noFill xmlns:a="http://schemas.openxmlformats.org/drawingml/2006/main"/>
          <a:ln xmlns:a="http://schemas.openxmlformats.org/drawingml/2006/main" w="0">
            <a:noFill/>
          </a:ln>
        </p:spPr>
      </p:sp>
      <p:sp>
        <p:nvSpPr>
          <p:cNvPr id="164" name="element_124">
            <a:extLst xmlns:a="http://schemas.openxmlformats.org/drawingml/2006/main">
              <a:ext uri="{FF2B5EF4-FFF2-40B4-BE49-F238E27FC236}">
                <a16:creationId xmlns:a16="http://schemas.microsoft.com/office/drawing/2014/main" id="{23E9636E-1807-4DDA-85D8-56EE2D543A69}"/>
              </a:ext>
            </a:extLst>
          </p:cNvPr>
          <p:cNvSpPr>
            <a:spLocks xmlns:a="http://schemas.openxmlformats.org/drawingml/2006/main" noGrp="1"/>
          </p:cNvSpPr>
          <p:nvPr/>
        </p:nvSpPr>
        <p:spPr>
          <a:xfrm xmlns:a="http://schemas.openxmlformats.org/drawingml/2006/main">
            <a:off x="8200073" y="26565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07" name="直接箭头连接符 859"/>
          <p:cNvCxnSpPr>
            <a:endCxn xmlns:a="http://schemas.openxmlformats.org/drawingml/2006/main" id="164" idx="1"/>
          </p:cNvCxnSpPr>
          <p:nvPr/>
        </p:nvCxnSpPr>
        <p:spPr>
          <a:xfrm xmlns:a="http://schemas.openxmlformats.org/drawingml/2006/main">
            <a:off x="6141403" y="2657476"/>
            <a:ext cx="2058670" cy="0"/>
          </a:xfrm>
          <a:prstGeom xmlns:a="http://schemas.openxmlformats.org/drawingml/2006/main" prst="straightConnector1">
            <a:avLst/>
          </a:prstGeom>
          <a:ln xmlns:a="http://schemas.openxmlformats.org/drawingml/2006/main" w="16193">
            <a:solidFill>
              <a:srgbClr val="D39243"/>
            </a:solidFill>
            <a:prstDash val="solid"/>
          </a:ln>
        </p:spPr>
      </p:cxnSp>
      <p:sp>
        <p:nvSpPr>
          <p:cNvPr id="166" name="element_125">
            <a:extLst xmlns:a="http://schemas.openxmlformats.org/drawingml/2006/main">
              <a:ext uri="{FF2B5EF4-FFF2-40B4-BE49-F238E27FC236}">
                <a16:creationId xmlns:a16="http://schemas.microsoft.com/office/drawing/2014/main" id="{272388A7-2D4D-40E4-84F8-525256D19625}"/>
              </a:ext>
            </a:extLst>
          </p:cNvPr>
          <p:cNvSpPr>
            <a:spLocks xmlns:a="http://schemas.openxmlformats.org/drawingml/2006/main" noGrp="1"/>
          </p:cNvSpPr>
          <p:nvPr/>
        </p:nvSpPr>
        <p:spPr>
          <a:xfrm xmlns:a="http://schemas.openxmlformats.org/drawingml/2006/main">
            <a:off x="8200073" y="2656523"/>
            <a:ext cx="1905" cy="1905"/>
          </a:xfrm>
          <a:prstGeom xmlns:a="http://schemas.openxmlformats.org/drawingml/2006/main" prst="rect">
            <a:avLst/>
          </a:prstGeom>
          <a:noFill xmlns:a="http://schemas.openxmlformats.org/drawingml/2006/main"/>
          <a:ln xmlns:a="http://schemas.openxmlformats.org/drawingml/2006/main" w="0">
            <a:noFill/>
          </a:ln>
        </p:spPr>
      </p:sp>
      <p:sp>
        <p:nvSpPr>
          <p:cNvPr id="167" name="element_126">
            <a:extLst xmlns:a="http://schemas.openxmlformats.org/drawingml/2006/main">
              <a:ext uri="{FF2B5EF4-FFF2-40B4-BE49-F238E27FC236}">
                <a16:creationId xmlns:a16="http://schemas.microsoft.com/office/drawing/2014/main" id="{B7AED91A-9636-4241-B963-3A3C0BAB3AED}"/>
              </a:ext>
            </a:extLst>
          </p:cNvPr>
          <p:cNvSpPr>
            <a:spLocks xmlns:a="http://schemas.openxmlformats.org/drawingml/2006/main" noGrp="1"/>
          </p:cNvSpPr>
          <p:nvPr/>
        </p:nvSpPr>
        <p:spPr>
          <a:xfrm xmlns:a="http://schemas.openxmlformats.org/drawingml/2006/main">
            <a:off x="8200073" y="2789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10" name="直接箭头连接符 862"/>
          <p:cNvCxnSpPr>
            <a:stCxn xmlns:a="http://schemas.openxmlformats.org/drawingml/2006/main" id="166" idx="2"/>
            <a:endCxn xmlns:a="http://schemas.openxmlformats.org/drawingml/2006/main" id="167" idx="0"/>
          </p:cNvCxnSpPr>
          <p:nvPr/>
        </p:nvCxnSpPr>
        <p:spPr>
          <a:xfrm xmlns:a="http://schemas.openxmlformats.org/drawingml/2006/main">
            <a:off x="8201026" y="2658428"/>
            <a:ext cx="0" cy="131445"/>
          </a:xfrm>
          <a:prstGeom xmlns:a="http://schemas.openxmlformats.org/drawingml/2006/main" prst="straightConnector1">
            <a:avLst/>
          </a:prstGeom>
          <a:ln xmlns:a="http://schemas.openxmlformats.org/drawingml/2006/main" w="16193">
            <a:solidFill>
              <a:srgbClr val="D39243"/>
            </a:solidFill>
            <a:prstDash val="solid"/>
          </a:ln>
        </p:spPr>
      </p:cxnSp>
      <p:sp>
        <p:nvSpPr>
          <p:cNvPr id="169" name="element_127">
            <a:extLst xmlns:a="http://schemas.openxmlformats.org/drawingml/2006/main">
              <a:ext uri="{FF2B5EF4-FFF2-40B4-BE49-F238E27FC236}">
                <a16:creationId xmlns:a16="http://schemas.microsoft.com/office/drawing/2014/main" id="{D082CFB7-0AFA-400F-A8B8-7D4C3006514C}"/>
              </a:ext>
            </a:extLst>
          </p:cNvPr>
          <p:cNvSpPr>
            <a:spLocks xmlns:a="http://schemas.openxmlformats.org/drawingml/2006/main" noGrp="1"/>
          </p:cNvSpPr>
          <p:nvPr/>
        </p:nvSpPr>
        <p:spPr>
          <a:xfrm xmlns:a="http://schemas.openxmlformats.org/drawingml/2006/main">
            <a:off x="8200073" y="2789873"/>
            <a:ext cx="1905" cy="1905"/>
          </a:xfrm>
          <a:prstGeom xmlns:a="http://schemas.openxmlformats.org/drawingml/2006/main" prst="rect">
            <a:avLst/>
          </a:prstGeom>
          <a:noFill xmlns:a="http://schemas.openxmlformats.org/drawingml/2006/main"/>
          <a:ln xmlns:a="http://schemas.openxmlformats.org/drawingml/2006/main" w="0">
            <a:noFill/>
          </a:ln>
        </p:spPr>
      </p:sp>
      <p:sp>
        <p:nvSpPr>
          <p:cNvPr id="170" name="element_128">
            <a:extLst xmlns:a="http://schemas.openxmlformats.org/drawingml/2006/main">
              <a:ext uri="{FF2B5EF4-FFF2-40B4-BE49-F238E27FC236}">
                <a16:creationId xmlns:a16="http://schemas.microsoft.com/office/drawing/2014/main" id="{2BBD8A2E-9764-4845-A182-F45F1FE0D590}"/>
              </a:ext>
            </a:extLst>
          </p:cNvPr>
          <p:cNvSpPr>
            <a:spLocks xmlns:a="http://schemas.openxmlformats.org/drawingml/2006/main" noGrp="1"/>
          </p:cNvSpPr>
          <p:nvPr/>
        </p:nvSpPr>
        <p:spPr>
          <a:xfrm xmlns:a="http://schemas.openxmlformats.org/drawingml/2006/main">
            <a:off x="8781098" y="2789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13" name="直接箭头连接符 865"/>
          <p:cNvCxnSpPr>
            <a:stCxn xmlns:a="http://schemas.openxmlformats.org/drawingml/2006/main" id="169" idx="3"/>
            <a:endCxn xmlns:a="http://schemas.openxmlformats.org/drawingml/2006/main" id="170" idx="1"/>
          </p:cNvCxnSpPr>
          <p:nvPr/>
        </p:nvCxnSpPr>
        <p:spPr>
          <a:xfrm xmlns:a="http://schemas.openxmlformats.org/drawingml/2006/main">
            <a:off x="8201978" y="2790826"/>
            <a:ext cx="579120" cy="0"/>
          </a:xfrm>
          <a:prstGeom xmlns:a="http://schemas.openxmlformats.org/drawingml/2006/main" prst="straightConnector1">
            <a:avLst/>
          </a:prstGeom>
          <a:ln xmlns:a="http://schemas.openxmlformats.org/drawingml/2006/main" w="16193">
            <a:solidFill>
              <a:srgbClr val="D39243"/>
            </a:solidFill>
            <a:prstDash val="solid"/>
            <a:tailEnd type="triangle" w="sm" len="sm"/>
          </a:ln>
        </p:spPr>
      </p:cxnSp>
      <p:sp>
        <p:nvSpPr>
          <p:cNvPr id="172" name="element_129">
            <a:extLst xmlns:a="http://schemas.openxmlformats.org/drawingml/2006/main">
              <a:ext uri="{FF2B5EF4-FFF2-40B4-BE49-F238E27FC236}">
                <a16:creationId xmlns:a16="http://schemas.microsoft.com/office/drawing/2014/main" id="{8D04FA02-4E77-47D4-83D9-4E1C72ADADA3}"/>
              </a:ext>
            </a:extLst>
          </p:cNvPr>
          <p:cNvSpPr>
            <a:spLocks xmlns:a="http://schemas.openxmlformats.org/drawingml/2006/main" noGrp="1"/>
          </p:cNvSpPr>
          <p:nvPr/>
        </p:nvSpPr>
        <p:spPr>
          <a:xfrm xmlns:a="http://schemas.openxmlformats.org/drawingml/2006/main">
            <a:off x="6056948" y="3428048"/>
            <a:ext cx="1905" cy="1905"/>
          </a:xfrm>
          <a:prstGeom xmlns:a="http://schemas.openxmlformats.org/drawingml/2006/main" prst="rect">
            <a:avLst/>
          </a:prstGeom>
          <a:noFill xmlns:a="http://schemas.openxmlformats.org/drawingml/2006/main"/>
          <a:ln xmlns:a="http://schemas.openxmlformats.org/drawingml/2006/main" w="0">
            <a:noFill/>
          </a:ln>
        </p:spPr>
      </p:sp>
      <p:sp>
        <p:nvSpPr>
          <p:cNvPr id="173" name="element_130">
            <a:extLst xmlns:a="http://schemas.openxmlformats.org/drawingml/2006/main">
              <a:ext uri="{FF2B5EF4-FFF2-40B4-BE49-F238E27FC236}">
                <a16:creationId xmlns:a16="http://schemas.microsoft.com/office/drawing/2014/main" id="{6E9DD9E5-3879-44FE-9C09-5DAF8E7C4163}"/>
              </a:ext>
            </a:extLst>
          </p:cNvPr>
          <p:cNvSpPr>
            <a:spLocks xmlns:a="http://schemas.openxmlformats.org/drawingml/2006/main" noGrp="1"/>
          </p:cNvSpPr>
          <p:nvPr/>
        </p:nvSpPr>
        <p:spPr>
          <a:xfrm xmlns:a="http://schemas.openxmlformats.org/drawingml/2006/main">
            <a:off x="8466773" y="34280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16" name="直接箭头连接符 868"/>
          <p:cNvCxnSpPr/>
          <p:nvPr/>
        </p:nvCxnSpPr>
        <p:spPr>
          <a:xfrm xmlns:a="http://schemas.openxmlformats.org/drawingml/2006/main">
            <a:off x="6058853" y="3429001"/>
            <a:ext cx="2407920" cy="0"/>
          </a:xfrm>
          <a:prstGeom xmlns:a="http://schemas.openxmlformats.org/drawingml/2006/main" prst="straightConnector1">
            <a:avLst/>
          </a:prstGeom>
          <a:ln xmlns:a="http://schemas.openxmlformats.org/drawingml/2006/main" w="16193">
            <a:solidFill>
              <a:srgbClr val="4C9998"/>
            </a:solidFill>
            <a:prstDash val="solid"/>
          </a:ln>
        </p:spPr>
      </p:cxnSp>
      <p:sp>
        <p:nvSpPr>
          <p:cNvPr id="175" name="element_131">
            <a:extLst xmlns:a="http://schemas.openxmlformats.org/drawingml/2006/main">
              <a:ext uri="{FF2B5EF4-FFF2-40B4-BE49-F238E27FC236}">
                <a16:creationId xmlns:a16="http://schemas.microsoft.com/office/drawing/2014/main" id="{2B19CB10-CA57-4B7E-929A-F41285E86DA2}"/>
              </a:ext>
            </a:extLst>
          </p:cNvPr>
          <p:cNvSpPr>
            <a:spLocks xmlns:a="http://schemas.openxmlformats.org/drawingml/2006/main" noGrp="1"/>
          </p:cNvSpPr>
          <p:nvPr/>
        </p:nvSpPr>
        <p:spPr>
          <a:xfrm xmlns:a="http://schemas.openxmlformats.org/drawingml/2006/main">
            <a:off x="8466773" y="3428048"/>
            <a:ext cx="1905" cy="1905"/>
          </a:xfrm>
          <a:prstGeom xmlns:a="http://schemas.openxmlformats.org/drawingml/2006/main" prst="rect">
            <a:avLst/>
          </a:prstGeom>
          <a:noFill xmlns:a="http://schemas.openxmlformats.org/drawingml/2006/main"/>
          <a:ln xmlns:a="http://schemas.openxmlformats.org/drawingml/2006/main" w="0">
            <a:noFill/>
          </a:ln>
        </p:spPr>
      </p:sp>
      <p:sp>
        <p:nvSpPr>
          <p:cNvPr id="176" name="element_132">
            <a:extLst xmlns:a="http://schemas.openxmlformats.org/drawingml/2006/main">
              <a:ext uri="{FF2B5EF4-FFF2-40B4-BE49-F238E27FC236}">
                <a16:creationId xmlns:a16="http://schemas.microsoft.com/office/drawing/2014/main" id="{42387619-3DCA-425B-811F-AE10652617BC}"/>
              </a:ext>
            </a:extLst>
          </p:cNvPr>
          <p:cNvSpPr>
            <a:spLocks xmlns:a="http://schemas.openxmlformats.org/drawingml/2006/main" noGrp="1"/>
          </p:cNvSpPr>
          <p:nvPr/>
        </p:nvSpPr>
        <p:spPr>
          <a:xfrm xmlns:a="http://schemas.openxmlformats.org/drawingml/2006/main">
            <a:off x="8466773" y="32375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19" name="直接箭头连接符 871"/>
          <p:cNvCxnSpPr>
            <a:stCxn xmlns:a="http://schemas.openxmlformats.org/drawingml/2006/main" id="175" idx="0"/>
            <a:endCxn xmlns:a="http://schemas.openxmlformats.org/drawingml/2006/main" id="176" idx="2"/>
          </p:cNvCxnSpPr>
          <p:nvPr/>
        </p:nvCxnSpPr>
        <p:spPr>
          <a:xfrm xmlns:a="http://schemas.openxmlformats.org/drawingml/2006/main" flipV="1">
            <a:off x="8467726" y="3239453"/>
            <a:ext cx="0" cy="188595"/>
          </a:xfrm>
          <a:prstGeom xmlns:a="http://schemas.openxmlformats.org/drawingml/2006/main" prst="straightConnector1">
            <a:avLst/>
          </a:prstGeom>
          <a:ln xmlns:a="http://schemas.openxmlformats.org/drawingml/2006/main" w="16193">
            <a:solidFill>
              <a:srgbClr val="4C9998"/>
            </a:solidFill>
            <a:prstDash val="solid"/>
          </a:ln>
        </p:spPr>
      </p:cxnSp>
      <p:sp>
        <p:nvSpPr>
          <p:cNvPr id="178" name="element_133">
            <a:extLst xmlns:a="http://schemas.openxmlformats.org/drawingml/2006/main">
              <a:ext uri="{FF2B5EF4-FFF2-40B4-BE49-F238E27FC236}">
                <a16:creationId xmlns:a16="http://schemas.microsoft.com/office/drawing/2014/main" id="{051322DF-9D79-4467-BDC5-29AE1CF69A10}"/>
              </a:ext>
            </a:extLst>
          </p:cNvPr>
          <p:cNvSpPr>
            <a:spLocks xmlns:a="http://schemas.openxmlformats.org/drawingml/2006/main" noGrp="1"/>
          </p:cNvSpPr>
          <p:nvPr/>
        </p:nvSpPr>
        <p:spPr>
          <a:xfrm xmlns:a="http://schemas.openxmlformats.org/drawingml/2006/main">
            <a:off x="8466773" y="3237548"/>
            <a:ext cx="1905" cy="1905"/>
          </a:xfrm>
          <a:prstGeom xmlns:a="http://schemas.openxmlformats.org/drawingml/2006/main" prst="rect">
            <a:avLst/>
          </a:prstGeom>
          <a:noFill xmlns:a="http://schemas.openxmlformats.org/drawingml/2006/main"/>
          <a:ln xmlns:a="http://schemas.openxmlformats.org/drawingml/2006/main" w="0">
            <a:noFill/>
          </a:ln>
        </p:spPr>
      </p:sp>
      <p:sp>
        <p:nvSpPr>
          <p:cNvPr id="179" name="element_134">
            <a:extLst xmlns:a="http://schemas.openxmlformats.org/drawingml/2006/main">
              <a:ext uri="{FF2B5EF4-FFF2-40B4-BE49-F238E27FC236}">
                <a16:creationId xmlns:a16="http://schemas.microsoft.com/office/drawing/2014/main" id="{7C3149E9-98DA-4110-AF6D-BA7DCFE15D9E}"/>
              </a:ext>
            </a:extLst>
          </p:cNvPr>
          <p:cNvSpPr>
            <a:spLocks xmlns:a="http://schemas.openxmlformats.org/drawingml/2006/main" noGrp="1"/>
          </p:cNvSpPr>
          <p:nvPr/>
        </p:nvSpPr>
        <p:spPr>
          <a:xfrm xmlns:a="http://schemas.openxmlformats.org/drawingml/2006/main">
            <a:off x="8781098" y="32375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22" name="直接箭头连接符 874"/>
          <p:cNvCxnSpPr>
            <a:stCxn xmlns:a="http://schemas.openxmlformats.org/drawingml/2006/main" id="178" idx="3"/>
            <a:endCxn xmlns:a="http://schemas.openxmlformats.org/drawingml/2006/main" id="179" idx="1"/>
          </p:cNvCxnSpPr>
          <p:nvPr/>
        </p:nvCxnSpPr>
        <p:spPr>
          <a:xfrm xmlns:a="http://schemas.openxmlformats.org/drawingml/2006/main">
            <a:off x="8468678" y="3238501"/>
            <a:ext cx="312420" cy="0"/>
          </a:xfrm>
          <a:prstGeom xmlns:a="http://schemas.openxmlformats.org/drawingml/2006/main" prst="straightConnector1">
            <a:avLst/>
          </a:prstGeom>
          <a:ln xmlns:a="http://schemas.openxmlformats.org/drawingml/2006/main" w="16193">
            <a:solidFill>
              <a:srgbClr val="4C9998"/>
            </a:solidFill>
            <a:prstDash val="solid"/>
            <a:tailEnd type="triangle" w="sm" len="sm"/>
          </a:ln>
        </p:spPr>
      </p:cxnSp>
      <p:sp>
        <p:nvSpPr>
          <p:cNvPr id="181" name="element_135">
            <a:extLst xmlns:a="http://schemas.openxmlformats.org/drawingml/2006/main">
              <a:ext uri="{FF2B5EF4-FFF2-40B4-BE49-F238E27FC236}">
                <a16:creationId xmlns:a16="http://schemas.microsoft.com/office/drawing/2014/main" id="{91F5C6B3-FA9B-431B-9234-4CF754476998}"/>
              </a:ext>
            </a:extLst>
          </p:cNvPr>
          <p:cNvSpPr>
            <a:spLocks xmlns:a="http://schemas.openxmlformats.org/drawingml/2006/main" noGrp="1"/>
          </p:cNvSpPr>
          <p:nvPr/>
        </p:nvSpPr>
        <p:spPr>
          <a:xfrm xmlns:a="http://schemas.openxmlformats.org/drawingml/2006/main">
            <a:off x="6828473" y="4904423"/>
            <a:ext cx="1905" cy="1905"/>
          </a:xfrm>
          <a:prstGeom xmlns:a="http://schemas.openxmlformats.org/drawingml/2006/main" prst="rect">
            <a:avLst/>
          </a:prstGeom>
          <a:noFill xmlns:a="http://schemas.openxmlformats.org/drawingml/2006/main"/>
          <a:ln xmlns:a="http://schemas.openxmlformats.org/drawingml/2006/main" w="0">
            <a:noFill/>
          </a:ln>
        </p:spPr>
      </p:sp>
      <p:sp>
        <p:nvSpPr>
          <p:cNvPr id="182" name="element_136">
            <a:extLst xmlns:a="http://schemas.openxmlformats.org/drawingml/2006/main">
              <a:ext uri="{FF2B5EF4-FFF2-40B4-BE49-F238E27FC236}">
                <a16:creationId xmlns:a16="http://schemas.microsoft.com/office/drawing/2014/main" id="{5585BBF4-0374-4BED-9A82-93C22EDE5782}"/>
              </a:ext>
            </a:extLst>
          </p:cNvPr>
          <p:cNvSpPr>
            <a:spLocks xmlns:a="http://schemas.openxmlformats.org/drawingml/2006/main" noGrp="1"/>
          </p:cNvSpPr>
          <p:nvPr/>
        </p:nvSpPr>
        <p:spPr>
          <a:xfrm xmlns:a="http://schemas.openxmlformats.org/drawingml/2006/main">
            <a:off x="7971473" y="49044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25" name="直接箭头连接符 877"/>
          <p:cNvCxnSpPr>
            <a:stCxn xmlns:a="http://schemas.openxmlformats.org/drawingml/2006/main" id="181" idx="3"/>
            <a:endCxn xmlns:a="http://schemas.openxmlformats.org/drawingml/2006/main" id="182" idx="1"/>
          </p:cNvCxnSpPr>
          <p:nvPr/>
        </p:nvCxnSpPr>
        <p:spPr>
          <a:xfrm xmlns:a="http://schemas.openxmlformats.org/drawingml/2006/main">
            <a:off x="6830378" y="4905376"/>
            <a:ext cx="1141095" cy="0"/>
          </a:xfrm>
          <a:prstGeom xmlns:a="http://schemas.openxmlformats.org/drawingml/2006/main" prst="straightConnector1">
            <a:avLst/>
          </a:prstGeom>
          <a:ln xmlns:a="http://schemas.openxmlformats.org/drawingml/2006/main" w="16193">
            <a:solidFill>
              <a:srgbClr val="579849"/>
            </a:solidFill>
            <a:prstDash val="solid"/>
          </a:ln>
        </p:spPr>
      </p:cxnSp>
      <p:sp>
        <p:nvSpPr>
          <p:cNvPr id="184" name="element_137">
            <a:extLst xmlns:a="http://schemas.openxmlformats.org/drawingml/2006/main">
              <a:ext uri="{FF2B5EF4-FFF2-40B4-BE49-F238E27FC236}">
                <a16:creationId xmlns:a16="http://schemas.microsoft.com/office/drawing/2014/main" id="{4F5AD940-617D-43F2-AE3A-F7B18CC7AB55}"/>
              </a:ext>
            </a:extLst>
          </p:cNvPr>
          <p:cNvSpPr>
            <a:spLocks xmlns:a="http://schemas.openxmlformats.org/drawingml/2006/main" noGrp="1"/>
          </p:cNvSpPr>
          <p:nvPr/>
        </p:nvSpPr>
        <p:spPr>
          <a:xfrm xmlns:a="http://schemas.openxmlformats.org/drawingml/2006/main">
            <a:off x="7971473" y="4904423"/>
            <a:ext cx="1905" cy="1905"/>
          </a:xfrm>
          <a:prstGeom xmlns:a="http://schemas.openxmlformats.org/drawingml/2006/main" prst="rect">
            <a:avLst/>
          </a:prstGeom>
          <a:noFill xmlns:a="http://schemas.openxmlformats.org/drawingml/2006/main"/>
          <a:ln xmlns:a="http://schemas.openxmlformats.org/drawingml/2006/main" w="0">
            <a:noFill/>
          </a:ln>
        </p:spPr>
      </p:sp>
      <p:sp>
        <p:nvSpPr>
          <p:cNvPr id="185" name="element_138">
            <a:extLst xmlns:a="http://schemas.openxmlformats.org/drawingml/2006/main">
              <a:ext uri="{FF2B5EF4-FFF2-40B4-BE49-F238E27FC236}">
                <a16:creationId xmlns:a16="http://schemas.microsoft.com/office/drawing/2014/main" id="{BBD8B1F0-C943-409E-B1CF-5799459CA829}"/>
              </a:ext>
            </a:extLst>
          </p:cNvPr>
          <p:cNvSpPr>
            <a:spLocks xmlns:a="http://schemas.openxmlformats.org/drawingml/2006/main" noGrp="1"/>
          </p:cNvSpPr>
          <p:nvPr/>
        </p:nvSpPr>
        <p:spPr>
          <a:xfrm xmlns:a="http://schemas.openxmlformats.org/drawingml/2006/main">
            <a:off x="7971473" y="36947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28" name="直接箭头连接符 880"/>
          <p:cNvCxnSpPr>
            <a:stCxn xmlns:a="http://schemas.openxmlformats.org/drawingml/2006/main" id="184" idx="0"/>
            <a:endCxn xmlns:a="http://schemas.openxmlformats.org/drawingml/2006/main" id="185" idx="2"/>
          </p:cNvCxnSpPr>
          <p:nvPr/>
        </p:nvCxnSpPr>
        <p:spPr>
          <a:xfrm xmlns:a="http://schemas.openxmlformats.org/drawingml/2006/main" flipV="1">
            <a:off x="7972426" y="3696653"/>
            <a:ext cx="0" cy="1207770"/>
          </a:xfrm>
          <a:prstGeom xmlns:a="http://schemas.openxmlformats.org/drawingml/2006/main" prst="straightConnector1">
            <a:avLst/>
          </a:prstGeom>
          <a:ln xmlns:a="http://schemas.openxmlformats.org/drawingml/2006/main" w="16193">
            <a:solidFill>
              <a:srgbClr val="579849"/>
            </a:solidFill>
            <a:prstDash val="solid"/>
          </a:ln>
        </p:spPr>
      </p:cxnSp>
      <p:sp>
        <p:nvSpPr>
          <p:cNvPr id="187" name="element_139">
            <a:extLst xmlns:a="http://schemas.openxmlformats.org/drawingml/2006/main">
              <a:ext uri="{FF2B5EF4-FFF2-40B4-BE49-F238E27FC236}">
                <a16:creationId xmlns:a16="http://schemas.microsoft.com/office/drawing/2014/main" id="{F20BF114-0215-4E20-9730-E9D12D8450F7}"/>
              </a:ext>
            </a:extLst>
          </p:cNvPr>
          <p:cNvSpPr>
            <a:spLocks xmlns:a="http://schemas.openxmlformats.org/drawingml/2006/main" noGrp="1"/>
          </p:cNvSpPr>
          <p:nvPr/>
        </p:nvSpPr>
        <p:spPr>
          <a:xfrm xmlns:a="http://schemas.openxmlformats.org/drawingml/2006/main">
            <a:off x="7971473" y="3694748"/>
            <a:ext cx="1905" cy="1905"/>
          </a:xfrm>
          <a:prstGeom xmlns:a="http://schemas.openxmlformats.org/drawingml/2006/main" prst="rect">
            <a:avLst/>
          </a:prstGeom>
          <a:noFill xmlns:a="http://schemas.openxmlformats.org/drawingml/2006/main"/>
          <a:ln xmlns:a="http://schemas.openxmlformats.org/drawingml/2006/main" w="0">
            <a:noFill/>
          </a:ln>
        </p:spPr>
      </p:sp>
      <p:sp>
        <p:nvSpPr>
          <p:cNvPr id="188" name="element_140">
            <a:extLst xmlns:a="http://schemas.openxmlformats.org/drawingml/2006/main">
              <a:ext uri="{FF2B5EF4-FFF2-40B4-BE49-F238E27FC236}">
                <a16:creationId xmlns:a16="http://schemas.microsoft.com/office/drawing/2014/main" id="{80F144AF-8378-4E51-813C-FD2B7C4B5333}"/>
              </a:ext>
            </a:extLst>
          </p:cNvPr>
          <p:cNvSpPr>
            <a:spLocks xmlns:a="http://schemas.openxmlformats.org/drawingml/2006/main" noGrp="1"/>
          </p:cNvSpPr>
          <p:nvPr/>
        </p:nvSpPr>
        <p:spPr>
          <a:xfrm xmlns:a="http://schemas.openxmlformats.org/drawingml/2006/main">
            <a:off x="8781098" y="36947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31" name="直接箭头连接符 883"/>
          <p:cNvCxnSpPr>
            <a:stCxn xmlns:a="http://schemas.openxmlformats.org/drawingml/2006/main" id="187" idx="3"/>
            <a:endCxn xmlns:a="http://schemas.openxmlformats.org/drawingml/2006/main" id="188" idx="1"/>
          </p:cNvCxnSpPr>
          <p:nvPr/>
        </p:nvCxnSpPr>
        <p:spPr>
          <a:xfrm xmlns:a="http://schemas.openxmlformats.org/drawingml/2006/main">
            <a:off x="7973378" y="3695701"/>
            <a:ext cx="807720" cy="0"/>
          </a:xfrm>
          <a:prstGeom xmlns:a="http://schemas.openxmlformats.org/drawingml/2006/main" prst="straightConnector1">
            <a:avLst/>
          </a:prstGeom>
          <a:ln xmlns:a="http://schemas.openxmlformats.org/drawingml/2006/main" w="16193">
            <a:solidFill>
              <a:srgbClr val="579849"/>
            </a:solidFill>
            <a:prstDash val="solid"/>
            <a:tailEnd type="triangle" w="sm" len="sm"/>
          </a:ln>
        </p:spPr>
      </p:cxnSp>
      <p:sp>
        <p:nvSpPr>
          <p:cNvPr id="190" name="element_141">
            <a:extLst xmlns:a="http://schemas.openxmlformats.org/drawingml/2006/main">
              <a:ext uri="{FF2B5EF4-FFF2-40B4-BE49-F238E27FC236}">
                <a16:creationId xmlns:a16="http://schemas.microsoft.com/office/drawing/2014/main" id="{52586268-D082-40CC-8873-77E411510538}"/>
              </a:ext>
            </a:extLst>
          </p:cNvPr>
          <p:cNvSpPr>
            <a:spLocks xmlns:a="http://schemas.openxmlformats.org/drawingml/2006/main" noGrp="1"/>
          </p:cNvSpPr>
          <p:nvPr/>
        </p:nvSpPr>
        <p:spPr>
          <a:xfrm xmlns:a="http://schemas.openxmlformats.org/drawingml/2006/main">
            <a:off x="8467725" y="1524000"/>
            <a:ext cx="2105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0">
                <a:solidFill>
                  <a:srgbClr val="142632"/>
                </a:solidFill>
                <a:latin typeface="Times New Roman"/>
                <a:ea typeface="Times New Roman"/>
                <a:cs typeface="Times New Roman"/>
              </a:defRPr>
            </a:pPr>
            <a:r>
              <a:rPr sz="1800" b="0">
                <a:solidFill>
                  <a:srgbClr val="142632"/>
                </a:solidFill>
                <a:latin typeface="Times New Roman"/>
                <a:ea typeface="Times New Roman"/>
                <a:cs typeface="Times New Roman"/>
              </a:rPr>
              <a:t>ε</a:t>
            </a:r>
          </a:p>
        </p:txBody>
      </p:sp>
      <p:sp>
        <p:nvSpPr>
          <p:cNvPr id="191" name="element_142">
            <a:extLst xmlns:a="http://schemas.openxmlformats.org/drawingml/2006/main">
              <a:ext uri="{FF2B5EF4-FFF2-40B4-BE49-F238E27FC236}">
                <a16:creationId xmlns:a16="http://schemas.microsoft.com/office/drawing/2014/main" id="{3B90AC25-08EE-4BA4-AECD-B57A0748BA6F}"/>
              </a:ext>
            </a:extLst>
          </p:cNvPr>
          <p:cNvSpPr>
            <a:spLocks xmlns:a="http://schemas.openxmlformats.org/drawingml/2006/main" noGrp="1"/>
          </p:cNvSpPr>
          <p:nvPr/>
        </p:nvSpPr>
        <p:spPr>
          <a:xfrm xmlns:a="http://schemas.openxmlformats.org/drawingml/2006/main">
            <a:off x="9514523" y="1856423"/>
            <a:ext cx="1905" cy="1905"/>
          </a:xfrm>
          <a:prstGeom xmlns:a="http://schemas.openxmlformats.org/drawingml/2006/main" prst="rect">
            <a:avLst/>
          </a:prstGeom>
          <a:noFill xmlns:a="http://schemas.openxmlformats.org/drawingml/2006/main"/>
          <a:ln xmlns:a="http://schemas.openxmlformats.org/drawingml/2006/main" w="0">
            <a:noFill/>
          </a:ln>
        </p:spPr>
      </p:sp>
      <p:sp>
        <p:nvSpPr>
          <p:cNvPr id="192" name="element_143">
            <a:extLst xmlns:a="http://schemas.openxmlformats.org/drawingml/2006/main">
              <a:ext uri="{FF2B5EF4-FFF2-40B4-BE49-F238E27FC236}">
                <a16:creationId xmlns:a16="http://schemas.microsoft.com/office/drawing/2014/main" id="{20D36A41-3E77-4749-88F1-546280B2C2F4}"/>
              </a:ext>
            </a:extLst>
          </p:cNvPr>
          <p:cNvSpPr>
            <a:spLocks xmlns:a="http://schemas.openxmlformats.org/drawingml/2006/main" noGrp="1"/>
          </p:cNvSpPr>
          <p:nvPr/>
        </p:nvSpPr>
        <p:spPr>
          <a:xfrm xmlns:a="http://schemas.openxmlformats.org/drawingml/2006/main">
            <a:off x="9514523" y="21421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35" name="直接箭头连接符 887"/>
          <p:cNvCxnSpPr>
            <a:stCxn xmlns:a="http://schemas.openxmlformats.org/drawingml/2006/main" id="191" idx="2"/>
            <a:endCxn xmlns:a="http://schemas.openxmlformats.org/drawingml/2006/main" id="192" idx="0"/>
          </p:cNvCxnSpPr>
          <p:nvPr/>
        </p:nvCxnSpPr>
        <p:spPr>
          <a:xfrm xmlns:a="http://schemas.openxmlformats.org/drawingml/2006/main">
            <a:off x="9515476" y="1858328"/>
            <a:ext cx="0" cy="2838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94" name="encoder_144">
            <a:extLst xmlns:a="http://schemas.openxmlformats.org/drawingml/2006/main">
              <a:ext uri="{FF2B5EF4-FFF2-40B4-BE49-F238E27FC236}">
                <a16:creationId xmlns:a16="http://schemas.microsoft.com/office/drawing/2014/main" id="{5567082E-1275-40AF-B930-2287A0E050A9}"/>
              </a:ext>
            </a:extLst>
          </p:cNvPr>
          <p:cNvSpPr>
            <a:spLocks xmlns:a="http://schemas.openxmlformats.org/drawingml/2006/main" noGrp="1"/>
          </p:cNvSpPr>
          <p:nvPr/>
        </p:nvSpPr>
        <p:spPr>
          <a:xfrm xmlns:a="http://schemas.openxmlformats.org/drawingml/2006/main">
            <a:off x="9334500" y="4210050"/>
            <a:ext cx="371475" cy="85725"/>
          </a:xfrm>
          <a:custGeom xmlns:a="http://schemas.openxmlformats.org/drawingml/2006/main">
            <a:rect l="0" t="0" r="0" b="0"/>
            <a:pathLst>
              <a:path w="371475" h="85725">
                <a:moveTo>
                  <a:pt x="0" y="85725"/>
                </a:moveTo>
                <a:lnTo>
                  <a:pt x="85725" y="0"/>
                </a:lnTo>
                <a:lnTo>
                  <a:pt x="371475" y="0"/>
                </a:lnTo>
                <a:lnTo>
                  <a:pt x="285750" y="85725"/>
                </a:lnTo>
                <a:close/>
              </a:path>
            </a:pathLst>
          </a:custGeom>
          <a:solidFill xmlns:a="http://schemas.openxmlformats.org/drawingml/2006/main">
            <a:srgbClr val="E6DEEE"/>
          </a:solidFill>
          <a:ln xmlns:a="http://schemas.openxmlformats.org/drawingml/2006/main" w="11430">
            <a:solidFill>
              <a:srgbClr val="8F7DAB"/>
            </a:solidFill>
          </a:ln>
        </p:spPr>
      </p:sp>
      <p:sp>
        <p:nvSpPr>
          <p:cNvPr id="195" name="encoder_145">
            <a:extLst xmlns:a="http://schemas.openxmlformats.org/drawingml/2006/main">
              <a:ext uri="{FF2B5EF4-FFF2-40B4-BE49-F238E27FC236}">
                <a16:creationId xmlns:a16="http://schemas.microsoft.com/office/drawing/2014/main" id="{732D41A3-DE3A-4D73-867E-8081D0811503}"/>
              </a:ext>
            </a:extLst>
          </p:cNvPr>
          <p:cNvSpPr>
            <a:spLocks xmlns:a="http://schemas.openxmlformats.org/drawingml/2006/main" noGrp="1"/>
          </p:cNvSpPr>
          <p:nvPr/>
        </p:nvSpPr>
        <p:spPr>
          <a:xfrm xmlns:a="http://schemas.openxmlformats.org/drawingml/2006/main">
            <a:off x="9620250" y="4210050"/>
            <a:ext cx="85725" cy="561975"/>
          </a:xfrm>
          <a:custGeom xmlns:a="http://schemas.openxmlformats.org/drawingml/2006/main">
            <a:rect l="0" t="0" r="0" b="0"/>
            <a:pathLst>
              <a:path w="85725" h="561975">
                <a:moveTo>
                  <a:pt x="0" y="85725"/>
                </a:moveTo>
                <a:lnTo>
                  <a:pt x="85725" y="0"/>
                </a:lnTo>
                <a:lnTo>
                  <a:pt x="85725" y="476250"/>
                </a:lnTo>
                <a:lnTo>
                  <a:pt x="0" y="561975"/>
                </a:lnTo>
                <a:close/>
              </a:path>
            </a:pathLst>
          </a:custGeom>
          <a:solidFill xmlns:a="http://schemas.openxmlformats.org/drawingml/2006/main">
            <a:srgbClr val="E6DEEE"/>
          </a:solidFill>
          <a:ln xmlns:a="http://schemas.openxmlformats.org/drawingml/2006/main" w="11430">
            <a:solidFill>
              <a:srgbClr val="8F7DAB"/>
            </a:solidFill>
          </a:ln>
        </p:spPr>
      </p:sp>
      <p:sp>
        <p:nvSpPr>
          <p:cNvPr id="196" name="element_146">
            <a:extLst xmlns:a="http://schemas.openxmlformats.org/drawingml/2006/main">
              <a:ext uri="{FF2B5EF4-FFF2-40B4-BE49-F238E27FC236}">
                <a16:creationId xmlns:a16="http://schemas.microsoft.com/office/drawing/2014/main" id="{E3492B8E-C24F-4B9D-8986-412CB963DB6E}"/>
              </a:ext>
            </a:extLst>
          </p:cNvPr>
          <p:cNvSpPr>
            <a:spLocks xmlns:a="http://schemas.openxmlformats.org/drawingml/2006/main" noGrp="1"/>
          </p:cNvSpPr>
          <p:nvPr/>
        </p:nvSpPr>
        <p:spPr>
          <a:xfrm xmlns:a="http://schemas.openxmlformats.org/drawingml/2006/main">
            <a:off x="9334500" y="4295775"/>
            <a:ext cx="285750" cy="476250"/>
          </a:xfrm>
          <a:prstGeom xmlns:a="http://schemas.openxmlformats.org/drawingml/2006/main" prst="rect">
            <a:avLst/>
          </a:prstGeom>
          <a:solidFill xmlns:a="http://schemas.openxmlformats.org/drawingml/2006/main">
            <a:srgbClr val="E6DEEE"/>
          </a:solidFill>
          <a:ln xmlns:a="http://schemas.openxmlformats.org/drawingml/2006/main" w="10478">
            <a:solidFill>
              <a:srgbClr val="8F7DAB"/>
            </a:solidFill>
          </a:ln>
        </p:spPr>
      </p:sp>
      <p:sp>
        <p:nvSpPr>
          <p:cNvPr id="197" name="element_147">
            <a:extLst xmlns:a="http://schemas.openxmlformats.org/drawingml/2006/main">
              <a:ext uri="{FF2B5EF4-FFF2-40B4-BE49-F238E27FC236}">
                <a16:creationId xmlns:a16="http://schemas.microsoft.com/office/drawing/2014/main" id="{08292152-6326-45F7-96C3-022231A5CB6E}"/>
              </a:ext>
            </a:extLst>
          </p:cNvPr>
          <p:cNvSpPr>
            <a:spLocks xmlns:a="http://schemas.openxmlformats.org/drawingml/2006/main" noGrp="1"/>
          </p:cNvSpPr>
          <p:nvPr/>
        </p:nvSpPr>
        <p:spPr>
          <a:xfrm xmlns:a="http://schemas.openxmlformats.org/drawingml/2006/main">
            <a:off x="9428798" y="4294823"/>
            <a:ext cx="1905" cy="1905"/>
          </a:xfrm>
          <a:prstGeom xmlns:a="http://schemas.openxmlformats.org/drawingml/2006/main" prst="rect">
            <a:avLst/>
          </a:prstGeom>
          <a:noFill xmlns:a="http://schemas.openxmlformats.org/drawingml/2006/main"/>
          <a:ln xmlns:a="http://schemas.openxmlformats.org/drawingml/2006/main" w="0">
            <a:noFill/>
          </a:ln>
        </p:spPr>
      </p:sp>
      <p:sp>
        <p:nvSpPr>
          <p:cNvPr id="198" name="element_148">
            <a:extLst xmlns:a="http://schemas.openxmlformats.org/drawingml/2006/main">
              <a:ext uri="{FF2B5EF4-FFF2-40B4-BE49-F238E27FC236}">
                <a16:creationId xmlns:a16="http://schemas.microsoft.com/office/drawing/2014/main" id="{16D91AEC-16E8-4A93-A11D-373E4EAE1C6A}"/>
              </a:ext>
            </a:extLst>
          </p:cNvPr>
          <p:cNvSpPr>
            <a:spLocks xmlns:a="http://schemas.openxmlformats.org/drawingml/2006/main" noGrp="1"/>
          </p:cNvSpPr>
          <p:nvPr/>
        </p:nvSpPr>
        <p:spPr>
          <a:xfrm xmlns:a="http://schemas.openxmlformats.org/drawingml/2006/main">
            <a:off x="9428798" y="47710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41" name="直接箭头连接符 893"/>
          <p:cNvCxnSpPr>
            <a:stCxn xmlns:a="http://schemas.openxmlformats.org/drawingml/2006/main" id="197" idx="2"/>
            <a:endCxn xmlns:a="http://schemas.openxmlformats.org/drawingml/2006/main" id="198" idx="0"/>
          </p:cNvCxnSpPr>
          <p:nvPr/>
        </p:nvCxnSpPr>
        <p:spPr>
          <a:xfrm xmlns:a="http://schemas.openxmlformats.org/drawingml/2006/main">
            <a:off x="9429751" y="4296728"/>
            <a:ext cx="0" cy="474345"/>
          </a:xfrm>
          <a:prstGeom xmlns:a="http://schemas.openxmlformats.org/drawingml/2006/main" prst="straightConnector1">
            <a:avLst/>
          </a:prstGeom>
          <a:ln xmlns:a="http://schemas.openxmlformats.org/drawingml/2006/main" w="16193">
            <a:solidFill>
              <a:srgbClr val="8F7DAB"/>
            </a:solidFill>
            <a:prstDash val="solid"/>
          </a:ln>
        </p:spPr>
      </p:cxnSp>
      <p:sp>
        <p:nvSpPr>
          <p:cNvPr id="200" name="element_149">
            <a:extLst xmlns:a="http://schemas.openxmlformats.org/drawingml/2006/main">
              <a:ext uri="{FF2B5EF4-FFF2-40B4-BE49-F238E27FC236}">
                <a16:creationId xmlns:a16="http://schemas.microsoft.com/office/drawing/2014/main" id="{9341F708-5281-4338-B526-DBEB9177154B}"/>
              </a:ext>
            </a:extLst>
          </p:cNvPr>
          <p:cNvSpPr>
            <a:spLocks xmlns:a="http://schemas.openxmlformats.org/drawingml/2006/main" noGrp="1"/>
          </p:cNvSpPr>
          <p:nvPr/>
        </p:nvSpPr>
        <p:spPr>
          <a:xfrm xmlns:a="http://schemas.openxmlformats.org/drawingml/2006/main">
            <a:off x="9524048" y="4294823"/>
            <a:ext cx="1905" cy="1905"/>
          </a:xfrm>
          <a:prstGeom xmlns:a="http://schemas.openxmlformats.org/drawingml/2006/main" prst="rect">
            <a:avLst/>
          </a:prstGeom>
          <a:noFill xmlns:a="http://schemas.openxmlformats.org/drawingml/2006/main"/>
          <a:ln xmlns:a="http://schemas.openxmlformats.org/drawingml/2006/main" w="0">
            <a:noFill/>
          </a:ln>
        </p:spPr>
      </p:sp>
      <p:sp>
        <p:nvSpPr>
          <p:cNvPr id="201" name="element_150">
            <a:extLst xmlns:a="http://schemas.openxmlformats.org/drawingml/2006/main">
              <a:ext uri="{FF2B5EF4-FFF2-40B4-BE49-F238E27FC236}">
                <a16:creationId xmlns:a16="http://schemas.microsoft.com/office/drawing/2014/main" id="{3907B6CD-3A2F-4822-A562-A6BB1965D886}"/>
              </a:ext>
            </a:extLst>
          </p:cNvPr>
          <p:cNvSpPr>
            <a:spLocks xmlns:a="http://schemas.openxmlformats.org/drawingml/2006/main" noGrp="1"/>
          </p:cNvSpPr>
          <p:nvPr/>
        </p:nvSpPr>
        <p:spPr>
          <a:xfrm xmlns:a="http://schemas.openxmlformats.org/drawingml/2006/main">
            <a:off x="9524048" y="47710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44" name="直接箭头连接符 896"/>
          <p:cNvCxnSpPr>
            <a:stCxn xmlns:a="http://schemas.openxmlformats.org/drawingml/2006/main" id="200" idx="2"/>
            <a:endCxn xmlns:a="http://schemas.openxmlformats.org/drawingml/2006/main" id="201" idx="0"/>
          </p:cNvCxnSpPr>
          <p:nvPr/>
        </p:nvCxnSpPr>
        <p:spPr>
          <a:xfrm xmlns:a="http://schemas.openxmlformats.org/drawingml/2006/main">
            <a:off x="9525001" y="4296728"/>
            <a:ext cx="0" cy="474345"/>
          </a:xfrm>
          <a:prstGeom xmlns:a="http://schemas.openxmlformats.org/drawingml/2006/main" prst="straightConnector1">
            <a:avLst/>
          </a:prstGeom>
          <a:ln xmlns:a="http://schemas.openxmlformats.org/drawingml/2006/main" w="16193">
            <a:solidFill>
              <a:srgbClr val="8F7DAB"/>
            </a:solidFill>
            <a:prstDash val="solid"/>
          </a:ln>
        </p:spPr>
      </p:cxnSp>
      <p:sp>
        <p:nvSpPr>
          <p:cNvPr id="203" name="element_151">
            <a:extLst xmlns:a="http://schemas.openxmlformats.org/drawingml/2006/main">
              <a:ext uri="{FF2B5EF4-FFF2-40B4-BE49-F238E27FC236}">
                <a16:creationId xmlns:a16="http://schemas.microsoft.com/office/drawing/2014/main" id="{B3BA498B-0158-445D-82FD-CFD3ABB59721}"/>
              </a:ext>
            </a:extLst>
          </p:cNvPr>
          <p:cNvSpPr>
            <a:spLocks xmlns:a="http://schemas.openxmlformats.org/drawingml/2006/main" noGrp="1"/>
          </p:cNvSpPr>
          <p:nvPr/>
        </p:nvSpPr>
        <p:spPr>
          <a:xfrm xmlns:a="http://schemas.openxmlformats.org/drawingml/2006/main">
            <a:off x="9333548" y="4390073"/>
            <a:ext cx="1905" cy="1905"/>
          </a:xfrm>
          <a:prstGeom xmlns:a="http://schemas.openxmlformats.org/drawingml/2006/main" prst="rect">
            <a:avLst/>
          </a:prstGeom>
          <a:noFill xmlns:a="http://schemas.openxmlformats.org/drawingml/2006/main"/>
          <a:ln xmlns:a="http://schemas.openxmlformats.org/drawingml/2006/main" w="0">
            <a:noFill/>
          </a:ln>
        </p:spPr>
      </p:sp>
      <p:sp>
        <p:nvSpPr>
          <p:cNvPr id="204" name="element_152">
            <a:extLst xmlns:a="http://schemas.openxmlformats.org/drawingml/2006/main">
              <a:ext uri="{FF2B5EF4-FFF2-40B4-BE49-F238E27FC236}">
                <a16:creationId xmlns:a16="http://schemas.microsoft.com/office/drawing/2014/main" id="{94268DF7-ED68-4854-A8DF-618CA38CB9A7}"/>
              </a:ext>
            </a:extLst>
          </p:cNvPr>
          <p:cNvSpPr>
            <a:spLocks xmlns:a="http://schemas.openxmlformats.org/drawingml/2006/main" noGrp="1"/>
          </p:cNvSpPr>
          <p:nvPr/>
        </p:nvSpPr>
        <p:spPr>
          <a:xfrm xmlns:a="http://schemas.openxmlformats.org/drawingml/2006/main">
            <a:off x="9619298" y="43900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47" name="直接箭头连接符 899"/>
          <p:cNvCxnSpPr>
            <a:stCxn xmlns:a="http://schemas.openxmlformats.org/drawingml/2006/main" id="203" idx="3"/>
            <a:endCxn xmlns:a="http://schemas.openxmlformats.org/drawingml/2006/main" id="204" idx="1"/>
          </p:cNvCxnSpPr>
          <p:nvPr/>
        </p:nvCxnSpPr>
        <p:spPr>
          <a:xfrm xmlns:a="http://schemas.openxmlformats.org/drawingml/2006/main">
            <a:off x="9335453" y="4391026"/>
            <a:ext cx="283845" cy="0"/>
          </a:xfrm>
          <a:prstGeom xmlns:a="http://schemas.openxmlformats.org/drawingml/2006/main" prst="straightConnector1">
            <a:avLst/>
          </a:prstGeom>
          <a:ln xmlns:a="http://schemas.openxmlformats.org/drawingml/2006/main" w="16193">
            <a:solidFill>
              <a:srgbClr val="8F7DAB"/>
            </a:solidFill>
            <a:prstDash val="solid"/>
          </a:ln>
        </p:spPr>
      </p:cxnSp>
      <p:sp>
        <p:nvSpPr>
          <p:cNvPr id="206" name="element_153">
            <a:extLst xmlns:a="http://schemas.openxmlformats.org/drawingml/2006/main">
              <a:ext uri="{FF2B5EF4-FFF2-40B4-BE49-F238E27FC236}">
                <a16:creationId xmlns:a16="http://schemas.microsoft.com/office/drawing/2014/main" id="{F89CA29D-4272-4950-8297-358BF4770115}"/>
              </a:ext>
            </a:extLst>
          </p:cNvPr>
          <p:cNvSpPr>
            <a:spLocks xmlns:a="http://schemas.openxmlformats.org/drawingml/2006/main" noGrp="1"/>
          </p:cNvSpPr>
          <p:nvPr/>
        </p:nvSpPr>
        <p:spPr>
          <a:xfrm xmlns:a="http://schemas.openxmlformats.org/drawingml/2006/main">
            <a:off x="9333548" y="4485323"/>
            <a:ext cx="1905" cy="1905"/>
          </a:xfrm>
          <a:prstGeom xmlns:a="http://schemas.openxmlformats.org/drawingml/2006/main" prst="rect">
            <a:avLst/>
          </a:prstGeom>
          <a:noFill xmlns:a="http://schemas.openxmlformats.org/drawingml/2006/main"/>
          <a:ln xmlns:a="http://schemas.openxmlformats.org/drawingml/2006/main" w="0">
            <a:noFill/>
          </a:ln>
        </p:spPr>
      </p:sp>
      <p:sp>
        <p:nvSpPr>
          <p:cNvPr id="207" name="element_154">
            <a:extLst xmlns:a="http://schemas.openxmlformats.org/drawingml/2006/main">
              <a:ext uri="{FF2B5EF4-FFF2-40B4-BE49-F238E27FC236}">
                <a16:creationId xmlns:a16="http://schemas.microsoft.com/office/drawing/2014/main" id="{DD1C26AB-86EA-4BAC-B060-7DFDEB4EE5E7}"/>
              </a:ext>
            </a:extLst>
          </p:cNvPr>
          <p:cNvSpPr>
            <a:spLocks xmlns:a="http://schemas.openxmlformats.org/drawingml/2006/main" noGrp="1"/>
          </p:cNvSpPr>
          <p:nvPr/>
        </p:nvSpPr>
        <p:spPr>
          <a:xfrm xmlns:a="http://schemas.openxmlformats.org/drawingml/2006/main">
            <a:off x="9619298" y="4485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50" name="直接箭头连接符 902"/>
          <p:cNvCxnSpPr>
            <a:stCxn xmlns:a="http://schemas.openxmlformats.org/drawingml/2006/main" id="206" idx="3"/>
            <a:endCxn xmlns:a="http://schemas.openxmlformats.org/drawingml/2006/main" id="207" idx="1"/>
          </p:cNvCxnSpPr>
          <p:nvPr/>
        </p:nvCxnSpPr>
        <p:spPr>
          <a:xfrm xmlns:a="http://schemas.openxmlformats.org/drawingml/2006/main">
            <a:off x="9335453" y="4486276"/>
            <a:ext cx="283845" cy="0"/>
          </a:xfrm>
          <a:prstGeom xmlns:a="http://schemas.openxmlformats.org/drawingml/2006/main" prst="straightConnector1">
            <a:avLst/>
          </a:prstGeom>
          <a:ln xmlns:a="http://schemas.openxmlformats.org/drawingml/2006/main" w="16193">
            <a:solidFill>
              <a:srgbClr val="8F7DAB"/>
            </a:solidFill>
            <a:prstDash val="solid"/>
          </a:ln>
        </p:spPr>
      </p:cxnSp>
      <p:sp>
        <p:nvSpPr>
          <p:cNvPr id="209" name="element_155">
            <a:extLst xmlns:a="http://schemas.openxmlformats.org/drawingml/2006/main">
              <a:ext uri="{FF2B5EF4-FFF2-40B4-BE49-F238E27FC236}">
                <a16:creationId xmlns:a16="http://schemas.microsoft.com/office/drawing/2014/main" id="{A1558503-970C-4C67-A044-105876C61250}"/>
              </a:ext>
            </a:extLst>
          </p:cNvPr>
          <p:cNvSpPr>
            <a:spLocks xmlns:a="http://schemas.openxmlformats.org/drawingml/2006/main" noGrp="1"/>
          </p:cNvSpPr>
          <p:nvPr/>
        </p:nvSpPr>
        <p:spPr>
          <a:xfrm xmlns:a="http://schemas.openxmlformats.org/drawingml/2006/main">
            <a:off x="9333548" y="4580573"/>
            <a:ext cx="1905" cy="1905"/>
          </a:xfrm>
          <a:prstGeom xmlns:a="http://schemas.openxmlformats.org/drawingml/2006/main" prst="rect">
            <a:avLst/>
          </a:prstGeom>
          <a:noFill xmlns:a="http://schemas.openxmlformats.org/drawingml/2006/main"/>
          <a:ln xmlns:a="http://schemas.openxmlformats.org/drawingml/2006/main" w="0">
            <a:noFill/>
          </a:ln>
        </p:spPr>
      </p:sp>
      <p:sp>
        <p:nvSpPr>
          <p:cNvPr id="210" name="element_156">
            <a:extLst xmlns:a="http://schemas.openxmlformats.org/drawingml/2006/main">
              <a:ext uri="{FF2B5EF4-FFF2-40B4-BE49-F238E27FC236}">
                <a16:creationId xmlns:a16="http://schemas.microsoft.com/office/drawing/2014/main" id="{7F36BD0D-457C-439F-81A4-652BBA2CCC7D}"/>
              </a:ext>
            </a:extLst>
          </p:cNvPr>
          <p:cNvSpPr>
            <a:spLocks xmlns:a="http://schemas.openxmlformats.org/drawingml/2006/main" noGrp="1"/>
          </p:cNvSpPr>
          <p:nvPr/>
        </p:nvSpPr>
        <p:spPr>
          <a:xfrm xmlns:a="http://schemas.openxmlformats.org/drawingml/2006/main">
            <a:off x="9619298" y="4580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53" name="直接箭头连接符 905"/>
          <p:cNvCxnSpPr>
            <a:stCxn xmlns:a="http://schemas.openxmlformats.org/drawingml/2006/main" id="209" idx="3"/>
            <a:endCxn xmlns:a="http://schemas.openxmlformats.org/drawingml/2006/main" id="210" idx="1"/>
          </p:cNvCxnSpPr>
          <p:nvPr/>
        </p:nvCxnSpPr>
        <p:spPr>
          <a:xfrm xmlns:a="http://schemas.openxmlformats.org/drawingml/2006/main">
            <a:off x="9335453" y="4581526"/>
            <a:ext cx="283845" cy="0"/>
          </a:xfrm>
          <a:prstGeom xmlns:a="http://schemas.openxmlformats.org/drawingml/2006/main" prst="straightConnector1">
            <a:avLst/>
          </a:prstGeom>
          <a:ln xmlns:a="http://schemas.openxmlformats.org/drawingml/2006/main" w="16193">
            <a:solidFill>
              <a:srgbClr val="8F7DAB"/>
            </a:solidFill>
            <a:prstDash val="solid"/>
          </a:ln>
        </p:spPr>
      </p:cxnSp>
      <p:sp>
        <p:nvSpPr>
          <p:cNvPr id="212" name="element_157">
            <a:extLst xmlns:a="http://schemas.openxmlformats.org/drawingml/2006/main">
              <a:ext uri="{FF2B5EF4-FFF2-40B4-BE49-F238E27FC236}">
                <a16:creationId xmlns:a16="http://schemas.microsoft.com/office/drawing/2014/main" id="{BCB829BA-F002-49B4-ADBF-7B4A2EA46856}"/>
              </a:ext>
            </a:extLst>
          </p:cNvPr>
          <p:cNvSpPr>
            <a:spLocks xmlns:a="http://schemas.openxmlformats.org/drawingml/2006/main" noGrp="1"/>
          </p:cNvSpPr>
          <p:nvPr/>
        </p:nvSpPr>
        <p:spPr>
          <a:xfrm xmlns:a="http://schemas.openxmlformats.org/drawingml/2006/main">
            <a:off x="9333548" y="4675823"/>
            <a:ext cx="1905" cy="1905"/>
          </a:xfrm>
          <a:prstGeom xmlns:a="http://schemas.openxmlformats.org/drawingml/2006/main" prst="rect">
            <a:avLst/>
          </a:prstGeom>
          <a:noFill xmlns:a="http://schemas.openxmlformats.org/drawingml/2006/main"/>
          <a:ln xmlns:a="http://schemas.openxmlformats.org/drawingml/2006/main" w="0">
            <a:noFill/>
          </a:ln>
        </p:spPr>
      </p:sp>
      <p:sp>
        <p:nvSpPr>
          <p:cNvPr id="213" name="element_158">
            <a:extLst xmlns:a="http://schemas.openxmlformats.org/drawingml/2006/main">
              <a:ext uri="{FF2B5EF4-FFF2-40B4-BE49-F238E27FC236}">
                <a16:creationId xmlns:a16="http://schemas.microsoft.com/office/drawing/2014/main" id="{78D81F8C-8ACA-4095-918E-F1C1F3260315}"/>
              </a:ext>
            </a:extLst>
          </p:cNvPr>
          <p:cNvSpPr>
            <a:spLocks xmlns:a="http://schemas.openxmlformats.org/drawingml/2006/main" noGrp="1"/>
          </p:cNvSpPr>
          <p:nvPr/>
        </p:nvSpPr>
        <p:spPr>
          <a:xfrm xmlns:a="http://schemas.openxmlformats.org/drawingml/2006/main">
            <a:off x="9619298" y="46758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56" name="直接箭头连接符 908"/>
          <p:cNvCxnSpPr>
            <a:stCxn xmlns:a="http://schemas.openxmlformats.org/drawingml/2006/main" id="212" idx="3"/>
            <a:endCxn xmlns:a="http://schemas.openxmlformats.org/drawingml/2006/main" id="213" idx="1"/>
          </p:cNvCxnSpPr>
          <p:nvPr/>
        </p:nvCxnSpPr>
        <p:spPr>
          <a:xfrm xmlns:a="http://schemas.openxmlformats.org/drawingml/2006/main">
            <a:off x="9335453" y="4676776"/>
            <a:ext cx="283845" cy="0"/>
          </a:xfrm>
          <a:prstGeom xmlns:a="http://schemas.openxmlformats.org/drawingml/2006/main" prst="straightConnector1">
            <a:avLst/>
          </a:prstGeom>
          <a:ln xmlns:a="http://schemas.openxmlformats.org/drawingml/2006/main" w="16193">
            <a:solidFill>
              <a:srgbClr val="8F7DAB"/>
            </a:solidFill>
            <a:prstDash val="solid"/>
          </a:ln>
        </p:spPr>
      </p:cxnSp>
      <p:sp>
        <p:nvSpPr>
          <p:cNvPr id="215" name="element_159">
            <a:extLst xmlns:a="http://schemas.openxmlformats.org/drawingml/2006/main">
              <a:ext uri="{FF2B5EF4-FFF2-40B4-BE49-F238E27FC236}">
                <a16:creationId xmlns:a16="http://schemas.microsoft.com/office/drawing/2014/main" id="{8DF0514B-7CA1-42CA-A1EB-ED4476FBCA5A}"/>
              </a:ext>
            </a:extLst>
          </p:cNvPr>
          <p:cNvSpPr>
            <a:spLocks xmlns:a="http://schemas.openxmlformats.org/drawingml/2006/main" noGrp="1"/>
          </p:cNvSpPr>
          <p:nvPr/>
        </p:nvSpPr>
        <p:spPr>
          <a:xfrm xmlns:a="http://schemas.openxmlformats.org/drawingml/2006/main">
            <a:off x="9514523" y="3866198"/>
            <a:ext cx="1905" cy="1905"/>
          </a:xfrm>
          <a:prstGeom xmlns:a="http://schemas.openxmlformats.org/drawingml/2006/main" prst="rect">
            <a:avLst/>
          </a:prstGeom>
          <a:noFill xmlns:a="http://schemas.openxmlformats.org/drawingml/2006/main"/>
          <a:ln xmlns:a="http://schemas.openxmlformats.org/drawingml/2006/main" w="0">
            <a:noFill/>
          </a:ln>
        </p:spPr>
      </p:sp>
      <p:sp>
        <p:nvSpPr>
          <p:cNvPr id="216" name="element_160">
            <a:extLst xmlns:a="http://schemas.openxmlformats.org/drawingml/2006/main">
              <a:ext uri="{FF2B5EF4-FFF2-40B4-BE49-F238E27FC236}">
                <a16:creationId xmlns:a16="http://schemas.microsoft.com/office/drawing/2014/main" id="{35F993C4-A578-4F06-A46B-29E2BED47C45}"/>
              </a:ext>
            </a:extLst>
          </p:cNvPr>
          <p:cNvSpPr>
            <a:spLocks xmlns:a="http://schemas.openxmlformats.org/drawingml/2006/main" noGrp="1"/>
          </p:cNvSpPr>
          <p:nvPr/>
        </p:nvSpPr>
        <p:spPr>
          <a:xfrm xmlns:a="http://schemas.openxmlformats.org/drawingml/2006/main">
            <a:off x="9514523" y="4209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59" name="直接箭头连接符 911"/>
          <p:cNvCxnSpPr>
            <a:stCxn xmlns:a="http://schemas.openxmlformats.org/drawingml/2006/main" id="215" idx="2"/>
            <a:endCxn xmlns:a="http://schemas.openxmlformats.org/drawingml/2006/main" id="216" idx="0"/>
          </p:cNvCxnSpPr>
          <p:nvPr/>
        </p:nvCxnSpPr>
        <p:spPr>
          <a:xfrm xmlns:a="http://schemas.openxmlformats.org/drawingml/2006/main">
            <a:off x="9515476" y="3868103"/>
            <a:ext cx="0" cy="340995"/>
          </a:xfrm>
          <a:prstGeom xmlns:a="http://schemas.openxmlformats.org/drawingml/2006/main" prst="straightConnector1">
            <a:avLst/>
          </a:prstGeom>
          <a:ln xmlns:a="http://schemas.openxmlformats.org/drawingml/2006/main" w="16193">
            <a:solidFill>
              <a:srgbClr val="8F7DAB"/>
            </a:solidFill>
            <a:prstDash val="solid"/>
            <a:tailEnd type="triangle" w="sm" len="sm"/>
          </a:ln>
        </p:spPr>
      </p:cxnSp>
      <p:sp>
        <p:nvSpPr>
          <p:cNvPr id="218" name="element_161">
            <a:extLst xmlns:a="http://schemas.openxmlformats.org/drawingml/2006/main">
              <a:ext uri="{FF2B5EF4-FFF2-40B4-BE49-F238E27FC236}">
                <a16:creationId xmlns:a16="http://schemas.microsoft.com/office/drawing/2014/main" id="{5E151F42-C94D-472C-AC68-9EFE99E6CD54}"/>
              </a:ext>
            </a:extLst>
          </p:cNvPr>
          <p:cNvSpPr>
            <a:spLocks xmlns:a="http://schemas.openxmlformats.org/drawingml/2006/main" noGrp="1"/>
          </p:cNvSpPr>
          <p:nvPr/>
        </p:nvSpPr>
        <p:spPr>
          <a:xfrm xmlns:a="http://schemas.openxmlformats.org/drawingml/2006/main">
            <a:off x="9810750" y="4324350"/>
            <a:ext cx="666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142632"/>
                </a:solidFill>
                <a:latin typeface="Times New Roman"/>
                <a:ea typeface="Times New Roman"/>
                <a:cs typeface="Times New Roman"/>
              </a:defRPr>
            </a:pPr>
            <a:r>
              <a:rPr sz="1725" b="0">
                <a:solidFill>
                  <a:srgbClr val="142632"/>
                </a:solidFill>
                <a:latin typeface="Times New Roman"/>
                <a:ea typeface="Times New Roman"/>
                <a:cs typeface="Times New Roman"/>
              </a:rPr>
              <a:t>r̂ [T,52]</a:t>
            </a:r>
          </a:p>
        </p:txBody>
      </p:sp>
      <p:sp>
        <p:nvSpPr>
          <p:cNvPr id="219" name="element_162">
            <a:extLst xmlns:a="http://schemas.openxmlformats.org/drawingml/2006/main">
              <a:ext uri="{FF2B5EF4-FFF2-40B4-BE49-F238E27FC236}">
                <a16:creationId xmlns:a16="http://schemas.microsoft.com/office/drawing/2014/main" id="{6976C8FF-2378-461D-A1F7-3F134F65C737}"/>
              </a:ext>
            </a:extLst>
          </p:cNvPr>
          <p:cNvSpPr>
            <a:spLocks xmlns:a="http://schemas.openxmlformats.org/drawingml/2006/main" noGrp="1"/>
          </p:cNvSpPr>
          <p:nvPr/>
        </p:nvSpPr>
        <p:spPr>
          <a:xfrm xmlns:a="http://schemas.openxmlformats.org/drawingml/2006/main">
            <a:off x="8782050" y="5038725"/>
            <a:ext cx="1076325" cy="523875"/>
          </a:xfrm>
          <a:prstGeom xmlns:a="http://schemas.openxmlformats.org/drawingml/2006/main" prst="roundRect">
            <a:avLst>
              <a:gd name="adj" fmla="val 10909"/>
            </a:avLst>
          </a:prstGeom>
          <a:solidFill xmlns:a="http://schemas.openxmlformats.org/drawingml/2006/main">
            <a:srgbClr val="E6DEEE"/>
          </a:solidFill>
          <a:ln xmlns:a="http://schemas.openxmlformats.org/drawingml/2006/main" w="10478">
            <a:solidFill>
              <a:srgbClr val="8F7DAB"/>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Non-mouth</a:t>
            </a:r>
          </a:p>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mask S</a:t>
            </a:r>
          </a:p>
        </p:txBody>
      </p:sp>
      <p:sp>
        <p:nvSpPr>
          <p:cNvPr id="220" name="element_163">
            <a:extLst xmlns:a="http://schemas.openxmlformats.org/drawingml/2006/main">
              <a:ext uri="{FF2B5EF4-FFF2-40B4-BE49-F238E27FC236}">
                <a16:creationId xmlns:a16="http://schemas.microsoft.com/office/drawing/2014/main" id="{CCD0788F-7A2D-4C93-A6B3-73714D6F3746}"/>
              </a:ext>
            </a:extLst>
          </p:cNvPr>
          <p:cNvSpPr>
            <a:spLocks xmlns:a="http://schemas.openxmlformats.org/drawingml/2006/main" noGrp="1"/>
          </p:cNvSpPr>
          <p:nvPr/>
        </p:nvSpPr>
        <p:spPr>
          <a:xfrm xmlns:a="http://schemas.openxmlformats.org/drawingml/2006/main">
            <a:off x="9514523" y="4771073"/>
            <a:ext cx="1905" cy="1905"/>
          </a:xfrm>
          <a:prstGeom xmlns:a="http://schemas.openxmlformats.org/drawingml/2006/main" prst="rect">
            <a:avLst/>
          </a:prstGeom>
          <a:noFill xmlns:a="http://schemas.openxmlformats.org/drawingml/2006/main"/>
          <a:ln xmlns:a="http://schemas.openxmlformats.org/drawingml/2006/main" w="0">
            <a:noFill/>
          </a:ln>
        </p:spPr>
      </p:sp>
      <p:sp>
        <p:nvSpPr>
          <p:cNvPr id="221" name="element_164">
            <a:extLst xmlns:a="http://schemas.openxmlformats.org/drawingml/2006/main">
              <a:ext uri="{FF2B5EF4-FFF2-40B4-BE49-F238E27FC236}">
                <a16:creationId xmlns:a16="http://schemas.microsoft.com/office/drawing/2014/main" id="{FE6400EE-0973-47CF-81E5-4F2FFBFE3ACA}"/>
              </a:ext>
            </a:extLst>
          </p:cNvPr>
          <p:cNvSpPr>
            <a:spLocks xmlns:a="http://schemas.openxmlformats.org/drawingml/2006/main" noGrp="1"/>
          </p:cNvSpPr>
          <p:nvPr/>
        </p:nvSpPr>
        <p:spPr>
          <a:xfrm xmlns:a="http://schemas.openxmlformats.org/drawingml/2006/main">
            <a:off x="9514523" y="50377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64" name="直接箭头连接符 916"/>
          <p:cNvCxnSpPr>
            <a:stCxn xmlns:a="http://schemas.openxmlformats.org/drawingml/2006/main" id="220" idx="2"/>
            <a:endCxn xmlns:a="http://schemas.openxmlformats.org/drawingml/2006/main" id="221" idx="0"/>
          </p:cNvCxnSpPr>
          <p:nvPr/>
        </p:nvCxnSpPr>
        <p:spPr>
          <a:xfrm xmlns:a="http://schemas.openxmlformats.org/drawingml/2006/main">
            <a:off x="9515476" y="4772978"/>
            <a:ext cx="0" cy="264795"/>
          </a:xfrm>
          <a:prstGeom xmlns:a="http://schemas.openxmlformats.org/drawingml/2006/main" prst="straightConnector1">
            <a:avLst/>
          </a:prstGeom>
          <a:ln xmlns:a="http://schemas.openxmlformats.org/drawingml/2006/main" w="16193">
            <a:solidFill>
              <a:srgbClr val="8F7DAB"/>
            </a:solidFill>
            <a:prstDash val="solid"/>
            <a:tailEnd type="triangle" w="sm" len="sm"/>
          </a:ln>
        </p:spPr>
      </p:cxnSp>
      <p:sp>
        <p:nvSpPr>
          <p:cNvPr id="223" name="operator_165">
            <a:extLst xmlns:a="http://schemas.openxmlformats.org/drawingml/2006/main">
              <a:ext uri="{FF2B5EF4-FFF2-40B4-BE49-F238E27FC236}">
                <a16:creationId xmlns:a16="http://schemas.microsoft.com/office/drawing/2014/main" id="{B0AFE6D1-5412-413F-8A0D-B4FEAFF48E46}"/>
              </a:ext>
            </a:extLst>
          </p:cNvPr>
          <p:cNvSpPr>
            <a:spLocks xmlns:a="http://schemas.openxmlformats.org/drawingml/2006/main" noGrp="1"/>
          </p:cNvSpPr>
          <p:nvPr/>
        </p:nvSpPr>
        <p:spPr>
          <a:xfrm xmlns:a="http://schemas.openxmlformats.org/drawingml/2006/main">
            <a:off x="10248900" y="5153025"/>
            <a:ext cx="295275" cy="295275"/>
          </a:xfrm>
          <a:prstGeom xmlns:a="http://schemas.openxmlformats.org/drawingml/2006/main" prst="ellipse">
            <a:avLst/>
          </a:prstGeom>
          <a:solidFill xmlns:a="http://schemas.openxmlformats.org/drawingml/2006/main">
            <a:srgbClr val="FFFFFF"/>
          </a:solidFill>
          <a:ln xmlns:a="http://schemas.openxmlformats.org/drawingml/2006/main" w="13335">
            <a:solidFill>
              <a:srgbClr val="29323A"/>
            </a:solidFill>
          </a:ln>
        </p:spPr>
        <p:txBody>
          <a:bodyPr xmlns:a="http://schemas.openxmlformats.org/drawingml/2006/main" lIns="0" tIns="0" rIns="0" bIns="0" anchor="ctr"/>
          <a:lstStyle xmlns:a="http://schemas.openxmlformats.org/drawingml/2006/main"/>
          <a:p xmlns:a="http://schemas.openxmlformats.org/drawingml/2006/main">
            <a:pPr algn="ctr">
              <a:buNone/>
              <a:defRPr sz="1725">
                <a:latin typeface="Arial"/>
                <a:ea typeface="Arial"/>
                <a:cs typeface="Arial"/>
              </a:defRPr>
            </a:pPr>
            <a:r>
              <a:rPr sz="1725">
                <a:latin typeface="Arial"/>
                <a:ea typeface="Arial"/>
                <a:cs typeface="Arial"/>
              </a:rPr>
              <a:t>+</a:t>
            </a:r>
          </a:p>
        </p:txBody>
      </p:sp>
      <p:sp>
        <p:nvSpPr>
          <p:cNvPr id="224" name="element_166">
            <a:extLst xmlns:a="http://schemas.openxmlformats.org/drawingml/2006/main">
              <a:ext uri="{FF2B5EF4-FFF2-40B4-BE49-F238E27FC236}">
                <a16:creationId xmlns:a16="http://schemas.microsoft.com/office/drawing/2014/main" id="{3FBBA070-CC3B-40AA-970E-D7927CC90F85}"/>
              </a:ext>
            </a:extLst>
          </p:cNvPr>
          <p:cNvSpPr>
            <a:spLocks xmlns:a="http://schemas.openxmlformats.org/drawingml/2006/main" noGrp="1"/>
          </p:cNvSpPr>
          <p:nvPr/>
        </p:nvSpPr>
        <p:spPr>
          <a:xfrm xmlns:a="http://schemas.openxmlformats.org/drawingml/2006/main">
            <a:off x="9857423" y="5294948"/>
            <a:ext cx="1905" cy="1905"/>
          </a:xfrm>
          <a:prstGeom xmlns:a="http://schemas.openxmlformats.org/drawingml/2006/main" prst="rect">
            <a:avLst/>
          </a:prstGeom>
          <a:noFill xmlns:a="http://schemas.openxmlformats.org/drawingml/2006/main"/>
          <a:ln xmlns:a="http://schemas.openxmlformats.org/drawingml/2006/main" w="0">
            <a:noFill/>
          </a:ln>
        </p:spPr>
      </p:sp>
      <p:sp>
        <p:nvSpPr>
          <p:cNvPr id="225" name="element_167">
            <a:extLst xmlns:a="http://schemas.openxmlformats.org/drawingml/2006/main">
              <a:ext uri="{FF2B5EF4-FFF2-40B4-BE49-F238E27FC236}">
                <a16:creationId xmlns:a16="http://schemas.microsoft.com/office/drawing/2014/main" id="{6BBA5599-B91A-4DA1-8FFF-2D8149E2BD90}"/>
              </a:ext>
            </a:extLst>
          </p:cNvPr>
          <p:cNvSpPr>
            <a:spLocks xmlns:a="http://schemas.openxmlformats.org/drawingml/2006/main" noGrp="1"/>
          </p:cNvSpPr>
          <p:nvPr/>
        </p:nvSpPr>
        <p:spPr>
          <a:xfrm xmlns:a="http://schemas.openxmlformats.org/drawingml/2006/main">
            <a:off x="10247948" y="52949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68" name="直接箭头连接符 920"/>
          <p:cNvCxnSpPr>
            <a:stCxn xmlns:a="http://schemas.openxmlformats.org/drawingml/2006/main" id="224" idx="3"/>
            <a:endCxn xmlns:a="http://schemas.openxmlformats.org/drawingml/2006/main" id="225" idx="1"/>
          </p:cNvCxnSpPr>
          <p:nvPr/>
        </p:nvCxnSpPr>
        <p:spPr>
          <a:xfrm xmlns:a="http://schemas.openxmlformats.org/drawingml/2006/main">
            <a:off x="9859328" y="5295901"/>
            <a:ext cx="38862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227" name="element_168">
            <a:extLst xmlns:a="http://schemas.openxmlformats.org/drawingml/2006/main">
              <a:ext uri="{FF2B5EF4-FFF2-40B4-BE49-F238E27FC236}">
                <a16:creationId xmlns:a16="http://schemas.microsoft.com/office/drawing/2014/main" id="{15CCCE8B-588E-4E16-AA4B-0A5163D61B4F}"/>
              </a:ext>
            </a:extLst>
          </p:cNvPr>
          <p:cNvSpPr>
            <a:spLocks xmlns:a="http://schemas.openxmlformats.org/drawingml/2006/main" noGrp="1"/>
          </p:cNvSpPr>
          <p:nvPr/>
        </p:nvSpPr>
        <p:spPr>
          <a:xfrm xmlns:a="http://schemas.openxmlformats.org/drawingml/2006/main">
            <a:off x="7934325" y="5591175"/>
            <a:ext cx="1914525" cy="504825"/>
          </a:xfrm>
          <a:prstGeom xmlns:a="http://schemas.openxmlformats.org/drawingml/2006/main" prst="roundRect">
            <a:avLst>
              <a:gd name="adj" fmla="val 11321"/>
            </a:avLst>
          </a:prstGeom>
          <a:solidFill xmlns:a="http://schemas.openxmlformats.org/drawingml/2006/main">
            <a:srgbClr val="DDEECF"/>
          </a:solidFill>
          <a:ln xmlns:a="http://schemas.openxmlformats.org/drawingml/2006/main" w="10478">
            <a:solidFill>
              <a:srgbClr val="579849"/>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Identity offset</a:t>
            </a:r>
          </a:p>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b_id</a:t>
            </a:r>
          </a:p>
        </p:txBody>
      </p:sp>
      <p:sp>
        <p:nvSpPr>
          <p:cNvPr id="228" name="element_169">
            <a:extLst xmlns:a="http://schemas.openxmlformats.org/drawingml/2006/main">
              <a:ext uri="{FF2B5EF4-FFF2-40B4-BE49-F238E27FC236}">
                <a16:creationId xmlns:a16="http://schemas.microsoft.com/office/drawing/2014/main" id="{ACD77725-30BC-4227-AFF3-DFE5014BDAE1}"/>
              </a:ext>
            </a:extLst>
          </p:cNvPr>
          <p:cNvSpPr>
            <a:spLocks xmlns:a="http://schemas.openxmlformats.org/drawingml/2006/main" noGrp="1"/>
          </p:cNvSpPr>
          <p:nvPr/>
        </p:nvSpPr>
        <p:spPr>
          <a:xfrm xmlns:a="http://schemas.openxmlformats.org/drawingml/2006/main">
            <a:off x="6828473" y="5056823"/>
            <a:ext cx="1905" cy="1905"/>
          </a:xfrm>
          <a:prstGeom xmlns:a="http://schemas.openxmlformats.org/drawingml/2006/main" prst="rect">
            <a:avLst/>
          </a:prstGeom>
          <a:noFill xmlns:a="http://schemas.openxmlformats.org/drawingml/2006/main"/>
          <a:ln xmlns:a="http://schemas.openxmlformats.org/drawingml/2006/main" w="0">
            <a:noFill/>
          </a:ln>
        </p:spPr>
      </p:sp>
      <p:sp>
        <p:nvSpPr>
          <p:cNvPr id="229" name="element_170">
            <a:extLst xmlns:a="http://schemas.openxmlformats.org/drawingml/2006/main">
              <a:ext uri="{FF2B5EF4-FFF2-40B4-BE49-F238E27FC236}">
                <a16:creationId xmlns:a16="http://schemas.microsoft.com/office/drawing/2014/main" id="{CB77F3F8-C024-40A5-A399-F1F43DADC826}"/>
              </a:ext>
            </a:extLst>
          </p:cNvPr>
          <p:cNvSpPr>
            <a:spLocks xmlns:a="http://schemas.openxmlformats.org/drawingml/2006/main" noGrp="1"/>
          </p:cNvSpPr>
          <p:nvPr/>
        </p:nvSpPr>
        <p:spPr>
          <a:xfrm xmlns:a="http://schemas.openxmlformats.org/drawingml/2006/main">
            <a:off x="7704773" y="50568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72" name="直接箭头连接符 924"/>
          <p:cNvCxnSpPr>
            <a:stCxn xmlns:a="http://schemas.openxmlformats.org/drawingml/2006/main" id="228" idx="3"/>
            <a:endCxn xmlns:a="http://schemas.openxmlformats.org/drawingml/2006/main" id="229" idx="1"/>
          </p:cNvCxnSpPr>
          <p:nvPr/>
        </p:nvCxnSpPr>
        <p:spPr>
          <a:xfrm xmlns:a="http://schemas.openxmlformats.org/drawingml/2006/main">
            <a:off x="6830378" y="5057776"/>
            <a:ext cx="874395" cy="0"/>
          </a:xfrm>
          <a:prstGeom xmlns:a="http://schemas.openxmlformats.org/drawingml/2006/main" prst="straightConnector1">
            <a:avLst/>
          </a:prstGeom>
          <a:ln xmlns:a="http://schemas.openxmlformats.org/drawingml/2006/main" w="16193">
            <a:solidFill>
              <a:srgbClr val="579849"/>
            </a:solidFill>
            <a:prstDash val="solid"/>
          </a:ln>
        </p:spPr>
      </p:cxnSp>
      <p:sp>
        <p:nvSpPr>
          <p:cNvPr id="231" name="element_171">
            <a:extLst xmlns:a="http://schemas.openxmlformats.org/drawingml/2006/main">
              <a:ext uri="{FF2B5EF4-FFF2-40B4-BE49-F238E27FC236}">
                <a16:creationId xmlns:a16="http://schemas.microsoft.com/office/drawing/2014/main" id="{C8CDCF06-50E9-47FB-93F7-C34D4C1024B7}"/>
              </a:ext>
            </a:extLst>
          </p:cNvPr>
          <p:cNvSpPr>
            <a:spLocks xmlns:a="http://schemas.openxmlformats.org/drawingml/2006/main" noGrp="1"/>
          </p:cNvSpPr>
          <p:nvPr/>
        </p:nvSpPr>
        <p:spPr>
          <a:xfrm xmlns:a="http://schemas.openxmlformats.org/drawingml/2006/main">
            <a:off x="7704773" y="5056823"/>
            <a:ext cx="1905" cy="1905"/>
          </a:xfrm>
          <a:prstGeom xmlns:a="http://schemas.openxmlformats.org/drawingml/2006/main" prst="rect">
            <a:avLst/>
          </a:prstGeom>
          <a:noFill xmlns:a="http://schemas.openxmlformats.org/drawingml/2006/main"/>
          <a:ln xmlns:a="http://schemas.openxmlformats.org/drawingml/2006/main" w="0">
            <a:noFill/>
          </a:ln>
        </p:spPr>
      </p:sp>
      <p:sp>
        <p:nvSpPr>
          <p:cNvPr id="232" name="element_172">
            <a:extLst xmlns:a="http://schemas.openxmlformats.org/drawingml/2006/main">
              <a:ext uri="{FF2B5EF4-FFF2-40B4-BE49-F238E27FC236}">
                <a16:creationId xmlns:a16="http://schemas.microsoft.com/office/drawing/2014/main" id="{FF6D0125-3A08-486B-8BB9-A1B40E9241DD}"/>
              </a:ext>
            </a:extLst>
          </p:cNvPr>
          <p:cNvSpPr>
            <a:spLocks xmlns:a="http://schemas.openxmlformats.org/drawingml/2006/main" noGrp="1"/>
          </p:cNvSpPr>
          <p:nvPr/>
        </p:nvSpPr>
        <p:spPr>
          <a:xfrm xmlns:a="http://schemas.openxmlformats.org/drawingml/2006/main">
            <a:off x="7704773" y="5837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75" name="直接箭头连接符 927"/>
          <p:cNvCxnSpPr>
            <a:stCxn xmlns:a="http://schemas.openxmlformats.org/drawingml/2006/main" id="231" idx="2"/>
            <a:endCxn xmlns:a="http://schemas.openxmlformats.org/drawingml/2006/main" id="232" idx="0"/>
          </p:cNvCxnSpPr>
          <p:nvPr/>
        </p:nvCxnSpPr>
        <p:spPr>
          <a:xfrm xmlns:a="http://schemas.openxmlformats.org/drawingml/2006/main">
            <a:off x="7705726" y="5058728"/>
            <a:ext cx="0" cy="779145"/>
          </a:xfrm>
          <a:prstGeom xmlns:a="http://schemas.openxmlformats.org/drawingml/2006/main" prst="straightConnector1">
            <a:avLst/>
          </a:prstGeom>
          <a:ln xmlns:a="http://schemas.openxmlformats.org/drawingml/2006/main" w="16193">
            <a:solidFill>
              <a:srgbClr val="579849"/>
            </a:solidFill>
            <a:prstDash val="solid"/>
          </a:ln>
        </p:spPr>
      </p:cxnSp>
      <p:sp>
        <p:nvSpPr>
          <p:cNvPr id="234" name="element_173">
            <a:extLst xmlns:a="http://schemas.openxmlformats.org/drawingml/2006/main">
              <a:ext uri="{FF2B5EF4-FFF2-40B4-BE49-F238E27FC236}">
                <a16:creationId xmlns:a16="http://schemas.microsoft.com/office/drawing/2014/main" id="{A72CCEEE-C230-49FB-973D-66C6EE7E599E}"/>
              </a:ext>
            </a:extLst>
          </p:cNvPr>
          <p:cNvSpPr>
            <a:spLocks xmlns:a="http://schemas.openxmlformats.org/drawingml/2006/main" noGrp="1"/>
          </p:cNvSpPr>
          <p:nvPr/>
        </p:nvSpPr>
        <p:spPr>
          <a:xfrm xmlns:a="http://schemas.openxmlformats.org/drawingml/2006/main">
            <a:off x="7704773" y="5837873"/>
            <a:ext cx="1905" cy="1905"/>
          </a:xfrm>
          <a:prstGeom xmlns:a="http://schemas.openxmlformats.org/drawingml/2006/main" prst="rect">
            <a:avLst/>
          </a:prstGeom>
          <a:noFill xmlns:a="http://schemas.openxmlformats.org/drawingml/2006/main"/>
          <a:ln xmlns:a="http://schemas.openxmlformats.org/drawingml/2006/main" w="0">
            <a:noFill/>
          </a:ln>
        </p:spPr>
      </p:sp>
      <p:sp>
        <p:nvSpPr>
          <p:cNvPr id="235" name="element_174">
            <a:extLst xmlns:a="http://schemas.openxmlformats.org/drawingml/2006/main">
              <a:ext uri="{FF2B5EF4-FFF2-40B4-BE49-F238E27FC236}">
                <a16:creationId xmlns:a16="http://schemas.microsoft.com/office/drawing/2014/main" id="{EEDEAA16-8E08-4F69-86B1-324F10D1A17B}"/>
              </a:ext>
            </a:extLst>
          </p:cNvPr>
          <p:cNvSpPr>
            <a:spLocks xmlns:a="http://schemas.openxmlformats.org/drawingml/2006/main" noGrp="1"/>
          </p:cNvSpPr>
          <p:nvPr/>
        </p:nvSpPr>
        <p:spPr>
          <a:xfrm xmlns:a="http://schemas.openxmlformats.org/drawingml/2006/main">
            <a:off x="7933373" y="5837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78" name="直接箭头连接符 930"/>
          <p:cNvCxnSpPr>
            <a:stCxn xmlns:a="http://schemas.openxmlformats.org/drawingml/2006/main" id="234" idx="3"/>
            <a:endCxn xmlns:a="http://schemas.openxmlformats.org/drawingml/2006/main" id="235" idx="1"/>
          </p:cNvCxnSpPr>
          <p:nvPr/>
        </p:nvCxnSpPr>
        <p:spPr>
          <a:xfrm xmlns:a="http://schemas.openxmlformats.org/drawingml/2006/main">
            <a:off x="7706678" y="5838826"/>
            <a:ext cx="226695" cy="0"/>
          </a:xfrm>
          <a:prstGeom xmlns:a="http://schemas.openxmlformats.org/drawingml/2006/main" prst="straightConnector1">
            <a:avLst/>
          </a:prstGeom>
          <a:ln xmlns:a="http://schemas.openxmlformats.org/drawingml/2006/main" w="16193">
            <a:solidFill>
              <a:srgbClr val="579849"/>
            </a:solidFill>
            <a:prstDash val="solid"/>
            <a:tailEnd type="triangle" w="sm" len="sm"/>
          </a:ln>
        </p:spPr>
      </p:cxnSp>
      <p:sp>
        <p:nvSpPr>
          <p:cNvPr id="237" name="element_175">
            <a:extLst xmlns:a="http://schemas.openxmlformats.org/drawingml/2006/main">
              <a:ext uri="{FF2B5EF4-FFF2-40B4-BE49-F238E27FC236}">
                <a16:creationId xmlns:a16="http://schemas.microsoft.com/office/drawing/2014/main" id="{E11CB2C3-5572-48D6-A589-10B1EBAAB54B}"/>
              </a:ext>
            </a:extLst>
          </p:cNvPr>
          <p:cNvSpPr>
            <a:spLocks xmlns:a="http://schemas.openxmlformats.org/drawingml/2006/main" noGrp="1"/>
          </p:cNvSpPr>
          <p:nvPr/>
        </p:nvSpPr>
        <p:spPr>
          <a:xfrm xmlns:a="http://schemas.openxmlformats.org/drawingml/2006/main">
            <a:off x="9847898" y="5837873"/>
            <a:ext cx="1905" cy="1905"/>
          </a:xfrm>
          <a:prstGeom xmlns:a="http://schemas.openxmlformats.org/drawingml/2006/main" prst="rect">
            <a:avLst/>
          </a:prstGeom>
          <a:noFill xmlns:a="http://schemas.openxmlformats.org/drawingml/2006/main"/>
          <a:ln xmlns:a="http://schemas.openxmlformats.org/drawingml/2006/main" w="0">
            <a:noFill/>
          </a:ln>
        </p:spPr>
      </p:sp>
      <p:sp>
        <p:nvSpPr>
          <p:cNvPr id="238" name="element_176">
            <a:extLst xmlns:a="http://schemas.openxmlformats.org/drawingml/2006/main">
              <a:ext uri="{FF2B5EF4-FFF2-40B4-BE49-F238E27FC236}">
                <a16:creationId xmlns:a16="http://schemas.microsoft.com/office/drawing/2014/main" id="{E250D843-FFE2-4936-8A42-21A6E7139FB0}"/>
              </a:ext>
            </a:extLst>
          </p:cNvPr>
          <p:cNvSpPr>
            <a:spLocks xmlns:a="http://schemas.openxmlformats.org/drawingml/2006/main" noGrp="1"/>
          </p:cNvSpPr>
          <p:nvPr/>
        </p:nvSpPr>
        <p:spPr>
          <a:xfrm xmlns:a="http://schemas.openxmlformats.org/drawingml/2006/main">
            <a:off x="10390823" y="5837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81" name="直接箭头连接符 933"/>
          <p:cNvCxnSpPr>
            <a:stCxn xmlns:a="http://schemas.openxmlformats.org/drawingml/2006/main" id="237" idx="3"/>
            <a:endCxn xmlns:a="http://schemas.openxmlformats.org/drawingml/2006/main" id="238" idx="1"/>
          </p:cNvCxnSpPr>
          <p:nvPr/>
        </p:nvCxnSpPr>
        <p:spPr>
          <a:xfrm xmlns:a="http://schemas.openxmlformats.org/drawingml/2006/main">
            <a:off x="9849803" y="5838826"/>
            <a:ext cx="541020" cy="0"/>
          </a:xfrm>
          <a:prstGeom xmlns:a="http://schemas.openxmlformats.org/drawingml/2006/main" prst="straightConnector1">
            <a:avLst/>
          </a:prstGeom>
          <a:ln xmlns:a="http://schemas.openxmlformats.org/drawingml/2006/main" w="16193">
            <a:solidFill>
              <a:srgbClr val="579849"/>
            </a:solidFill>
            <a:prstDash val="solid"/>
          </a:ln>
        </p:spPr>
      </p:cxnSp>
      <p:sp>
        <p:nvSpPr>
          <p:cNvPr id="240" name="element_177">
            <a:extLst xmlns:a="http://schemas.openxmlformats.org/drawingml/2006/main">
              <a:ext uri="{FF2B5EF4-FFF2-40B4-BE49-F238E27FC236}">
                <a16:creationId xmlns:a16="http://schemas.microsoft.com/office/drawing/2014/main" id="{0125638B-C554-4663-AE1D-6A945F4D7205}"/>
              </a:ext>
            </a:extLst>
          </p:cNvPr>
          <p:cNvSpPr>
            <a:spLocks xmlns:a="http://schemas.openxmlformats.org/drawingml/2006/main" noGrp="1"/>
          </p:cNvSpPr>
          <p:nvPr/>
        </p:nvSpPr>
        <p:spPr>
          <a:xfrm xmlns:a="http://schemas.openxmlformats.org/drawingml/2006/main">
            <a:off x="10390823" y="5837873"/>
            <a:ext cx="1905" cy="1905"/>
          </a:xfrm>
          <a:prstGeom xmlns:a="http://schemas.openxmlformats.org/drawingml/2006/main" prst="rect">
            <a:avLst/>
          </a:prstGeom>
          <a:noFill xmlns:a="http://schemas.openxmlformats.org/drawingml/2006/main"/>
          <a:ln xmlns:a="http://schemas.openxmlformats.org/drawingml/2006/main" w="0">
            <a:noFill/>
          </a:ln>
        </p:spPr>
      </p:sp>
      <p:sp>
        <p:nvSpPr>
          <p:cNvPr id="241" name="element_178">
            <a:extLst xmlns:a="http://schemas.openxmlformats.org/drawingml/2006/main">
              <a:ext uri="{FF2B5EF4-FFF2-40B4-BE49-F238E27FC236}">
                <a16:creationId xmlns:a16="http://schemas.microsoft.com/office/drawing/2014/main" id="{FF4E3BF4-67B5-45F7-B276-D12250537C1E}"/>
              </a:ext>
            </a:extLst>
          </p:cNvPr>
          <p:cNvSpPr>
            <a:spLocks xmlns:a="http://schemas.openxmlformats.org/drawingml/2006/main" noGrp="1"/>
          </p:cNvSpPr>
          <p:nvPr/>
        </p:nvSpPr>
        <p:spPr>
          <a:xfrm xmlns:a="http://schemas.openxmlformats.org/drawingml/2006/main">
            <a:off x="10390823" y="54473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84" name="直接箭头连接符 936"/>
          <p:cNvCxnSpPr>
            <a:stCxn xmlns:a="http://schemas.openxmlformats.org/drawingml/2006/main" id="240" idx="0"/>
            <a:endCxn xmlns:a="http://schemas.openxmlformats.org/drawingml/2006/main" id="241" idx="2"/>
          </p:cNvCxnSpPr>
          <p:nvPr/>
        </p:nvCxnSpPr>
        <p:spPr>
          <a:xfrm xmlns:a="http://schemas.openxmlformats.org/drawingml/2006/main" flipV="1">
            <a:off x="10391776" y="5449253"/>
            <a:ext cx="0" cy="388620"/>
          </a:xfrm>
          <a:prstGeom xmlns:a="http://schemas.openxmlformats.org/drawingml/2006/main" prst="straightConnector1">
            <a:avLst/>
          </a:prstGeom>
          <a:ln xmlns:a="http://schemas.openxmlformats.org/drawingml/2006/main" w="16193">
            <a:solidFill>
              <a:srgbClr val="579849"/>
            </a:solidFill>
            <a:prstDash val="solid"/>
            <a:tailEnd type="triangle" w="sm" len="sm"/>
          </a:ln>
        </p:spPr>
      </p:cxnSp>
      <p:sp>
        <p:nvSpPr>
          <p:cNvPr id="243" name="element_179">
            <a:extLst xmlns:a="http://schemas.openxmlformats.org/drawingml/2006/main">
              <a:ext uri="{FF2B5EF4-FFF2-40B4-BE49-F238E27FC236}">
                <a16:creationId xmlns:a16="http://schemas.microsoft.com/office/drawing/2014/main" id="{4163E01A-8EEE-498C-9818-221B0F1D7B92}"/>
              </a:ext>
            </a:extLst>
          </p:cNvPr>
          <p:cNvSpPr>
            <a:spLocks xmlns:a="http://schemas.openxmlformats.org/drawingml/2006/main" noGrp="1"/>
          </p:cNvSpPr>
          <p:nvPr/>
        </p:nvSpPr>
        <p:spPr>
          <a:xfrm xmlns:a="http://schemas.openxmlformats.org/drawingml/2006/main">
            <a:off x="7924800" y="6134100"/>
            <a:ext cx="1933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579849"/>
                </a:solidFill>
                <a:latin typeface="Arial"/>
                <a:ea typeface="Arial"/>
                <a:cs typeface="Arial"/>
              </a:defRPr>
            </a:pPr>
            <a:r>
              <a:rPr sz="1275" b="0">
                <a:solidFill>
                  <a:srgbClr val="579849"/>
                </a:solidFill>
                <a:latin typeface="Arial"/>
                <a:ea typeface="Arial"/>
                <a:cs typeface="Arial"/>
              </a:rPr>
              <a:t>Reference</a:t>
            </a:r>
          </a:p>
          <a:p xmlns:a="http://schemas.openxmlformats.org/drawingml/2006/main">
            <a:pPr algn="ctr">
              <a:buNone/>
              <a:defRPr sz="1275" b="0">
                <a:solidFill>
                  <a:srgbClr val="579849"/>
                </a:solidFill>
                <a:latin typeface="Arial"/>
                <a:ea typeface="Arial"/>
                <a:cs typeface="Arial"/>
              </a:defRPr>
            </a:pPr>
            <a:r>
              <a:rPr sz="1275" b="0">
                <a:solidFill>
                  <a:srgbClr val="579849"/>
                </a:solidFill>
                <a:latin typeface="Arial"/>
                <a:ea typeface="Arial"/>
                <a:cs typeface="Arial"/>
              </a:rPr>
              <a:t>calibration</a:t>
            </a:r>
          </a:p>
        </p:txBody>
      </p:sp>
      <p:sp>
        <p:nvSpPr>
          <p:cNvPr id="244" name="element_180">
            <a:extLst xmlns:a="http://schemas.openxmlformats.org/drawingml/2006/main">
              <a:ext uri="{FF2B5EF4-FFF2-40B4-BE49-F238E27FC236}">
                <a16:creationId xmlns:a16="http://schemas.microsoft.com/office/drawing/2014/main" id="{863B063C-2C77-4A97-8822-891530202F52}"/>
              </a:ext>
            </a:extLst>
          </p:cNvPr>
          <p:cNvSpPr>
            <a:spLocks xmlns:a="http://schemas.openxmlformats.org/drawingml/2006/main" noGrp="1"/>
          </p:cNvSpPr>
          <p:nvPr/>
        </p:nvSpPr>
        <p:spPr>
          <a:xfrm xmlns:a="http://schemas.openxmlformats.org/drawingml/2006/main">
            <a:off x="10390823" y="5447348"/>
            <a:ext cx="1905" cy="1905"/>
          </a:xfrm>
          <a:prstGeom xmlns:a="http://schemas.openxmlformats.org/drawingml/2006/main" prst="rect">
            <a:avLst/>
          </a:prstGeom>
          <a:noFill xmlns:a="http://schemas.openxmlformats.org/drawingml/2006/main"/>
          <a:ln xmlns:a="http://schemas.openxmlformats.org/drawingml/2006/main" w="0">
            <a:noFill/>
          </a:ln>
        </p:spPr>
      </p:sp>
      <p:sp>
        <p:nvSpPr>
          <p:cNvPr id="245" name="element_181">
            <a:extLst xmlns:a="http://schemas.openxmlformats.org/drawingml/2006/main">
              <a:ext uri="{FF2B5EF4-FFF2-40B4-BE49-F238E27FC236}">
                <a16:creationId xmlns:a16="http://schemas.microsoft.com/office/drawing/2014/main" id="{B1A22967-27B4-47E0-97FE-CAFEB096BFFC}"/>
              </a:ext>
            </a:extLst>
          </p:cNvPr>
          <p:cNvSpPr>
            <a:spLocks xmlns:a="http://schemas.openxmlformats.org/drawingml/2006/main" noGrp="1"/>
          </p:cNvSpPr>
          <p:nvPr/>
        </p:nvSpPr>
        <p:spPr>
          <a:xfrm xmlns:a="http://schemas.openxmlformats.org/drawingml/2006/main">
            <a:off x="11381423" y="54473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88" name="直接箭头连接符 940"/>
          <p:cNvCxnSpPr>
            <a:stCxn xmlns:a="http://schemas.openxmlformats.org/drawingml/2006/main" id="244" idx="3"/>
            <a:endCxn xmlns:a="http://schemas.openxmlformats.org/drawingml/2006/main" id="245" idx="1"/>
          </p:cNvCxnSpPr>
          <p:nvPr/>
        </p:nvCxnSpPr>
        <p:spPr>
          <a:xfrm xmlns:a="http://schemas.openxmlformats.org/drawingml/2006/main">
            <a:off x="10392728" y="5448301"/>
            <a:ext cx="988695" cy="0"/>
          </a:xfrm>
          <a:prstGeom xmlns:a="http://schemas.openxmlformats.org/drawingml/2006/main" prst="straightConnector1">
            <a:avLst/>
          </a:prstGeom>
          <a:ln xmlns:a="http://schemas.openxmlformats.org/drawingml/2006/main" w="16193">
            <a:solidFill>
              <a:srgbClr val="29323A"/>
            </a:solidFill>
            <a:prstDash val="solid"/>
          </a:ln>
        </p:spPr>
      </p:cxnSp>
      <p:sp>
        <p:nvSpPr>
          <p:cNvPr id="247" name="element_182">
            <a:extLst xmlns:a="http://schemas.openxmlformats.org/drawingml/2006/main">
              <a:ext uri="{FF2B5EF4-FFF2-40B4-BE49-F238E27FC236}">
                <a16:creationId xmlns:a16="http://schemas.microsoft.com/office/drawing/2014/main" id="{A011C1F5-63F9-42D0-8728-0E4D8CFD2C27}"/>
              </a:ext>
            </a:extLst>
          </p:cNvPr>
          <p:cNvSpPr>
            <a:spLocks xmlns:a="http://schemas.openxmlformats.org/drawingml/2006/main" noGrp="1"/>
          </p:cNvSpPr>
          <p:nvPr/>
        </p:nvSpPr>
        <p:spPr>
          <a:xfrm xmlns:a="http://schemas.openxmlformats.org/drawingml/2006/main">
            <a:off x="11381423" y="5447348"/>
            <a:ext cx="1905" cy="1905"/>
          </a:xfrm>
          <a:prstGeom xmlns:a="http://schemas.openxmlformats.org/drawingml/2006/main" prst="rect">
            <a:avLst/>
          </a:prstGeom>
          <a:noFill xmlns:a="http://schemas.openxmlformats.org/drawingml/2006/main"/>
          <a:ln xmlns:a="http://schemas.openxmlformats.org/drawingml/2006/main" w="0">
            <a:noFill/>
          </a:ln>
        </p:spPr>
      </p:sp>
      <p:sp>
        <p:nvSpPr>
          <p:cNvPr id="248" name="element_183">
            <a:extLst xmlns:a="http://schemas.openxmlformats.org/drawingml/2006/main">
              <a:ext uri="{FF2B5EF4-FFF2-40B4-BE49-F238E27FC236}">
                <a16:creationId xmlns:a16="http://schemas.microsoft.com/office/drawing/2014/main" id="{4F95E75B-4AD7-43B5-8A3D-7C6163C40DBD}"/>
              </a:ext>
            </a:extLst>
          </p:cNvPr>
          <p:cNvSpPr>
            <a:spLocks xmlns:a="http://schemas.openxmlformats.org/drawingml/2006/main" noGrp="1"/>
          </p:cNvSpPr>
          <p:nvPr/>
        </p:nvSpPr>
        <p:spPr>
          <a:xfrm xmlns:a="http://schemas.openxmlformats.org/drawingml/2006/main">
            <a:off x="11381423" y="6409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91" name="直接箭头连接符 943"/>
          <p:cNvCxnSpPr>
            <a:stCxn xmlns:a="http://schemas.openxmlformats.org/drawingml/2006/main" id="247" idx="2"/>
            <a:endCxn xmlns:a="http://schemas.openxmlformats.org/drawingml/2006/main" id="248" idx="0"/>
          </p:cNvCxnSpPr>
          <p:nvPr/>
        </p:nvCxnSpPr>
        <p:spPr>
          <a:xfrm xmlns:a="http://schemas.openxmlformats.org/drawingml/2006/main">
            <a:off x="11382376" y="5449253"/>
            <a:ext cx="0" cy="960120"/>
          </a:xfrm>
          <a:prstGeom xmlns:a="http://schemas.openxmlformats.org/drawingml/2006/main" prst="straightConnector1">
            <a:avLst/>
          </a:prstGeom>
          <a:ln xmlns:a="http://schemas.openxmlformats.org/drawingml/2006/main" w="16193">
            <a:solidFill>
              <a:srgbClr val="29323A"/>
            </a:solidFill>
            <a:prstDash val="solid"/>
          </a:ln>
        </p:spPr>
      </p:cxnSp>
      <p:sp>
        <p:nvSpPr>
          <p:cNvPr id="250" name="element_184">
            <a:extLst xmlns:a="http://schemas.openxmlformats.org/drawingml/2006/main">
              <a:ext uri="{FF2B5EF4-FFF2-40B4-BE49-F238E27FC236}">
                <a16:creationId xmlns:a16="http://schemas.microsoft.com/office/drawing/2014/main" id="{25670C08-1FD6-49D9-97F6-6E62FC8F166D}"/>
              </a:ext>
            </a:extLst>
          </p:cNvPr>
          <p:cNvSpPr>
            <a:spLocks xmlns:a="http://schemas.openxmlformats.org/drawingml/2006/main" noGrp="1"/>
          </p:cNvSpPr>
          <p:nvPr/>
        </p:nvSpPr>
        <p:spPr>
          <a:xfrm xmlns:a="http://schemas.openxmlformats.org/drawingml/2006/main">
            <a:off x="11381423" y="6409373"/>
            <a:ext cx="1905" cy="1905"/>
          </a:xfrm>
          <a:prstGeom xmlns:a="http://schemas.openxmlformats.org/drawingml/2006/main" prst="rect">
            <a:avLst/>
          </a:prstGeom>
          <a:noFill xmlns:a="http://schemas.openxmlformats.org/drawingml/2006/main"/>
          <a:ln xmlns:a="http://schemas.openxmlformats.org/drawingml/2006/main" w="0">
            <a:noFill/>
          </a:ln>
        </p:spPr>
      </p:sp>
      <p:sp>
        <p:nvSpPr>
          <p:cNvPr id="251" name="element_185">
            <a:extLst xmlns:a="http://schemas.openxmlformats.org/drawingml/2006/main">
              <a:ext uri="{FF2B5EF4-FFF2-40B4-BE49-F238E27FC236}">
                <a16:creationId xmlns:a16="http://schemas.microsoft.com/office/drawing/2014/main" id="{8E719551-51BB-4274-93CD-BF15E09F677F}"/>
              </a:ext>
            </a:extLst>
          </p:cNvPr>
          <p:cNvSpPr>
            <a:spLocks xmlns:a="http://schemas.openxmlformats.org/drawingml/2006/main" noGrp="1"/>
          </p:cNvSpPr>
          <p:nvPr/>
        </p:nvSpPr>
        <p:spPr>
          <a:xfrm xmlns:a="http://schemas.openxmlformats.org/drawingml/2006/main">
            <a:off x="10238423" y="6409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94" name="直接箭头连接符 946"/>
          <p:cNvCxnSpPr>
            <a:stCxn xmlns:a="http://schemas.openxmlformats.org/drawingml/2006/main" id="250" idx="1"/>
            <a:endCxn xmlns:a="http://schemas.openxmlformats.org/drawingml/2006/main" id="251" idx="3"/>
          </p:cNvCxnSpPr>
          <p:nvPr/>
        </p:nvCxnSpPr>
        <p:spPr>
          <a:xfrm xmlns:a="http://schemas.openxmlformats.org/drawingml/2006/main" flipH="1">
            <a:off x="10240328" y="6410326"/>
            <a:ext cx="1141095" cy="0"/>
          </a:xfrm>
          <a:prstGeom xmlns:a="http://schemas.openxmlformats.org/drawingml/2006/main" prst="straightConnector1">
            <a:avLst/>
          </a:prstGeom>
          <a:ln xmlns:a="http://schemas.openxmlformats.org/drawingml/2006/main" w="16193">
            <a:solidFill>
              <a:srgbClr val="29323A"/>
            </a:solidFill>
            <a:prstDash val="solid"/>
          </a:ln>
        </p:spPr>
      </p:cxnSp>
      <p:sp>
        <p:nvSpPr>
          <p:cNvPr id="253" name="element_186">
            <a:extLst xmlns:a="http://schemas.openxmlformats.org/drawingml/2006/main">
              <a:ext uri="{FF2B5EF4-FFF2-40B4-BE49-F238E27FC236}">
                <a16:creationId xmlns:a16="http://schemas.microsoft.com/office/drawing/2014/main" id="{8F9C5F8B-CB49-4B3B-9FCA-04493BB20B80}"/>
              </a:ext>
            </a:extLst>
          </p:cNvPr>
          <p:cNvSpPr>
            <a:spLocks xmlns:a="http://schemas.openxmlformats.org/drawingml/2006/main" noGrp="1"/>
          </p:cNvSpPr>
          <p:nvPr/>
        </p:nvSpPr>
        <p:spPr>
          <a:xfrm xmlns:a="http://schemas.openxmlformats.org/drawingml/2006/main">
            <a:off x="10238423" y="6409373"/>
            <a:ext cx="1905" cy="1905"/>
          </a:xfrm>
          <a:prstGeom xmlns:a="http://schemas.openxmlformats.org/drawingml/2006/main" prst="rect">
            <a:avLst/>
          </a:prstGeom>
          <a:noFill xmlns:a="http://schemas.openxmlformats.org/drawingml/2006/main"/>
          <a:ln xmlns:a="http://schemas.openxmlformats.org/drawingml/2006/main" w="0">
            <a:noFill/>
          </a:ln>
        </p:spPr>
      </p:sp>
      <p:sp>
        <p:nvSpPr>
          <p:cNvPr id="254" name="element_187">
            <a:extLst xmlns:a="http://schemas.openxmlformats.org/drawingml/2006/main">
              <a:ext uri="{FF2B5EF4-FFF2-40B4-BE49-F238E27FC236}">
                <a16:creationId xmlns:a16="http://schemas.microsoft.com/office/drawing/2014/main" id="{1EA20AA8-67A2-4E77-8C8F-40D29C5A87E9}"/>
              </a:ext>
            </a:extLst>
          </p:cNvPr>
          <p:cNvSpPr>
            <a:spLocks xmlns:a="http://schemas.openxmlformats.org/drawingml/2006/main" noGrp="1"/>
          </p:cNvSpPr>
          <p:nvPr/>
        </p:nvSpPr>
        <p:spPr>
          <a:xfrm xmlns:a="http://schemas.openxmlformats.org/drawingml/2006/main">
            <a:off x="10238423" y="66284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97" name="直接箭头连接符 949"/>
          <p:cNvCxnSpPr>
            <a:stCxn xmlns:a="http://schemas.openxmlformats.org/drawingml/2006/main" id="253" idx="2"/>
            <a:endCxn xmlns:a="http://schemas.openxmlformats.org/drawingml/2006/main" id="254" idx="0"/>
          </p:cNvCxnSpPr>
          <p:nvPr/>
        </p:nvCxnSpPr>
        <p:spPr>
          <a:xfrm xmlns:a="http://schemas.openxmlformats.org/drawingml/2006/main">
            <a:off x="10239376" y="6411278"/>
            <a:ext cx="0" cy="21717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256" name="element_188">
            <a:extLst xmlns:a="http://schemas.openxmlformats.org/drawingml/2006/main">
              <a:ext uri="{FF2B5EF4-FFF2-40B4-BE49-F238E27FC236}">
                <a16:creationId xmlns:a16="http://schemas.microsoft.com/office/drawing/2014/main" id="{C855857E-520B-4100-9F16-5B7733A77E6A}"/>
              </a:ext>
            </a:extLst>
          </p:cNvPr>
          <p:cNvSpPr>
            <a:spLocks xmlns:a="http://schemas.openxmlformats.org/drawingml/2006/main" noGrp="1"/>
          </p:cNvSpPr>
          <p:nvPr/>
        </p:nvSpPr>
        <p:spPr>
          <a:xfrm xmlns:a="http://schemas.openxmlformats.org/drawingml/2006/main">
            <a:off x="8658225" y="6677025"/>
            <a:ext cx="828675" cy="933450"/>
          </a:xfrm>
          <a:prstGeom xmlns:a="http://schemas.openxmlformats.org/drawingml/2006/main" prst="roundRect">
            <a:avLst>
              <a:gd name="adj" fmla="val 3448"/>
            </a:avLst>
          </a:prstGeom>
          <a:solidFill xmlns:a="http://schemas.openxmlformats.org/drawingml/2006/main">
            <a:srgbClr val="FCFCFC"/>
          </a:solidFill>
          <a:ln xmlns:a="http://schemas.openxmlformats.org/drawingml/2006/main" w="10478">
            <a:solidFill>
              <a:srgbClr val="A7ADB3"/>
            </a:solidFill>
            <a:prstDash val="dash"/>
          </a:ln>
        </p:spPr>
      </p:sp>
      <p:sp>
        <p:nvSpPr>
          <p:cNvPr id="257" name="element_189">
            <a:extLst xmlns:a="http://schemas.openxmlformats.org/drawingml/2006/main">
              <a:ext uri="{FF2B5EF4-FFF2-40B4-BE49-F238E27FC236}">
                <a16:creationId xmlns:a16="http://schemas.microsoft.com/office/drawing/2014/main" id="{C739D80E-7B5E-4F1B-9C90-6FE0F4A011FB}"/>
              </a:ext>
            </a:extLst>
          </p:cNvPr>
          <p:cNvSpPr>
            <a:spLocks xmlns:a="http://schemas.openxmlformats.org/drawingml/2006/main" noGrp="1"/>
          </p:cNvSpPr>
          <p:nvPr/>
        </p:nvSpPr>
        <p:spPr>
          <a:xfrm xmlns:a="http://schemas.openxmlformats.org/drawingml/2006/main">
            <a:off x="8686800" y="6705600"/>
            <a:ext cx="7715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Frame 1</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(insert photo)</a:t>
            </a:r>
          </a:p>
        </p:txBody>
      </p:sp>
      <p:sp>
        <p:nvSpPr>
          <p:cNvPr id="258" name="element_190">
            <a:extLst xmlns:a="http://schemas.openxmlformats.org/drawingml/2006/main">
              <a:ext uri="{FF2B5EF4-FFF2-40B4-BE49-F238E27FC236}">
                <a16:creationId xmlns:a16="http://schemas.microsoft.com/office/drawing/2014/main" id="{20A00C5C-C397-4A7C-8662-3C4D883A77DD}"/>
              </a:ext>
            </a:extLst>
          </p:cNvPr>
          <p:cNvSpPr>
            <a:spLocks xmlns:a="http://schemas.openxmlformats.org/drawingml/2006/main" noGrp="1"/>
          </p:cNvSpPr>
          <p:nvPr/>
        </p:nvSpPr>
        <p:spPr>
          <a:xfrm xmlns:a="http://schemas.openxmlformats.org/drawingml/2006/main">
            <a:off x="9610725" y="6677025"/>
            <a:ext cx="828675" cy="933450"/>
          </a:xfrm>
          <a:prstGeom xmlns:a="http://schemas.openxmlformats.org/drawingml/2006/main" prst="roundRect">
            <a:avLst>
              <a:gd name="adj" fmla="val 3448"/>
            </a:avLst>
          </a:prstGeom>
          <a:solidFill xmlns:a="http://schemas.openxmlformats.org/drawingml/2006/main">
            <a:srgbClr val="FCFCFC"/>
          </a:solidFill>
          <a:ln xmlns:a="http://schemas.openxmlformats.org/drawingml/2006/main" w="10478">
            <a:solidFill>
              <a:srgbClr val="A7ADB3"/>
            </a:solidFill>
            <a:prstDash val="dash"/>
          </a:ln>
        </p:spPr>
      </p:sp>
      <p:sp>
        <p:nvSpPr>
          <p:cNvPr id="259" name="element_191">
            <a:extLst xmlns:a="http://schemas.openxmlformats.org/drawingml/2006/main">
              <a:ext uri="{FF2B5EF4-FFF2-40B4-BE49-F238E27FC236}">
                <a16:creationId xmlns:a16="http://schemas.microsoft.com/office/drawing/2014/main" id="{519C2F97-D262-44FC-958E-6F7F63291285}"/>
              </a:ext>
            </a:extLst>
          </p:cNvPr>
          <p:cNvSpPr>
            <a:spLocks xmlns:a="http://schemas.openxmlformats.org/drawingml/2006/main" noGrp="1"/>
          </p:cNvSpPr>
          <p:nvPr/>
        </p:nvSpPr>
        <p:spPr>
          <a:xfrm xmlns:a="http://schemas.openxmlformats.org/drawingml/2006/main">
            <a:off x="9639300" y="6705600"/>
            <a:ext cx="7715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Frame 2</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(insert photo)</a:t>
            </a:r>
          </a:p>
        </p:txBody>
      </p:sp>
      <p:sp>
        <p:nvSpPr>
          <p:cNvPr id="260" name="element_192">
            <a:extLst xmlns:a="http://schemas.openxmlformats.org/drawingml/2006/main">
              <a:ext uri="{FF2B5EF4-FFF2-40B4-BE49-F238E27FC236}">
                <a16:creationId xmlns:a16="http://schemas.microsoft.com/office/drawing/2014/main" id="{CF3D30C8-8575-4FE3-A20E-46CFBA30E0F2}"/>
              </a:ext>
            </a:extLst>
          </p:cNvPr>
          <p:cNvSpPr>
            <a:spLocks xmlns:a="http://schemas.openxmlformats.org/drawingml/2006/main" noGrp="1"/>
          </p:cNvSpPr>
          <p:nvPr/>
        </p:nvSpPr>
        <p:spPr>
          <a:xfrm xmlns:a="http://schemas.openxmlformats.org/drawingml/2006/main">
            <a:off x="10563225" y="6677025"/>
            <a:ext cx="828675" cy="933450"/>
          </a:xfrm>
          <a:prstGeom xmlns:a="http://schemas.openxmlformats.org/drawingml/2006/main" prst="roundRect">
            <a:avLst>
              <a:gd name="adj" fmla="val 3448"/>
            </a:avLst>
          </a:prstGeom>
          <a:solidFill xmlns:a="http://schemas.openxmlformats.org/drawingml/2006/main">
            <a:srgbClr val="FCFCFC"/>
          </a:solidFill>
          <a:ln xmlns:a="http://schemas.openxmlformats.org/drawingml/2006/main" w="10478">
            <a:solidFill>
              <a:srgbClr val="A7ADB3"/>
            </a:solidFill>
            <a:prstDash val="dash"/>
          </a:ln>
        </p:spPr>
      </p:sp>
      <p:sp>
        <p:nvSpPr>
          <p:cNvPr id="261" name="element_193">
            <a:extLst xmlns:a="http://schemas.openxmlformats.org/drawingml/2006/main">
              <a:ext uri="{FF2B5EF4-FFF2-40B4-BE49-F238E27FC236}">
                <a16:creationId xmlns:a16="http://schemas.microsoft.com/office/drawing/2014/main" id="{F9EE9F11-CCC6-401C-86DD-63801213C772}"/>
              </a:ext>
            </a:extLst>
          </p:cNvPr>
          <p:cNvSpPr>
            <a:spLocks xmlns:a="http://schemas.openxmlformats.org/drawingml/2006/main" noGrp="1"/>
          </p:cNvSpPr>
          <p:nvPr/>
        </p:nvSpPr>
        <p:spPr>
          <a:xfrm xmlns:a="http://schemas.openxmlformats.org/drawingml/2006/main">
            <a:off x="10591800" y="6705600"/>
            <a:ext cx="7715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Frame 3</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(insert photo)</a:t>
            </a:r>
          </a:p>
        </p:txBody>
      </p:sp>
      <p:sp>
        <p:nvSpPr>
          <p:cNvPr id="262" name="element_194">
            <a:extLst xmlns:a="http://schemas.openxmlformats.org/drawingml/2006/main">
              <a:ext uri="{FF2B5EF4-FFF2-40B4-BE49-F238E27FC236}">
                <a16:creationId xmlns:a16="http://schemas.microsoft.com/office/drawing/2014/main" id="{0978053B-8877-4620-BF83-50EC8D4B919B}"/>
              </a:ext>
            </a:extLst>
          </p:cNvPr>
          <p:cNvSpPr>
            <a:spLocks xmlns:a="http://schemas.openxmlformats.org/drawingml/2006/main" noGrp="1"/>
          </p:cNvSpPr>
          <p:nvPr/>
        </p:nvSpPr>
        <p:spPr>
          <a:xfrm xmlns:a="http://schemas.openxmlformats.org/drawingml/2006/main">
            <a:off x="8629650" y="7639050"/>
            <a:ext cx="274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1">
                <a:solidFill>
                  <a:srgbClr val="142632"/>
                </a:solidFill>
                <a:latin typeface="Arial"/>
                <a:ea typeface="Arial"/>
                <a:cs typeface="Arial"/>
              </a:defRPr>
            </a:pPr>
            <a:r>
              <a:rPr sz="1575" b="1">
                <a:solidFill>
                  <a:srgbClr val="142632"/>
                </a:solidFill>
                <a:latin typeface="Arial"/>
                <a:ea typeface="Arial"/>
                <a:cs typeface="Arial"/>
              </a:rPr>
              <a:t>ARKit52 facial sequence</a:t>
            </a:r>
          </a:p>
        </p:txBody>
      </p:sp>
      <p:sp>
        <p:nvSpPr>
          <p:cNvPr id="263" name="element_195">
            <a:extLst xmlns:a="http://schemas.openxmlformats.org/drawingml/2006/main">
              <a:ext uri="{FF2B5EF4-FFF2-40B4-BE49-F238E27FC236}">
                <a16:creationId xmlns:a16="http://schemas.microsoft.com/office/drawing/2014/main" id="{75C6E2B8-8815-432B-B5C4-AA01909AE971}"/>
              </a:ext>
            </a:extLst>
          </p:cNvPr>
          <p:cNvSpPr>
            <a:spLocks xmlns:a="http://schemas.openxmlformats.org/drawingml/2006/main" noGrp="1"/>
          </p:cNvSpPr>
          <p:nvPr/>
        </p:nvSpPr>
        <p:spPr>
          <a:xfrm xmlns:a="http://schemas.openxmlformats.org/drawingml/2006/main">
            <a:off x="285750" y="6381750"/>
            <a:ext cx="7239000" cy="1428750"/>
          </a:xfrm>
          <a:prstGeom xmlns:a="http://schemas.openxmlformats.org/drawingml/2006/main" prst="roundRect">
            <a:avLst>
              <a:gd name="adj" fmla="val 8000"/>
            </a:avLst>
          </a:prstGeom>
          <a:solidFill xmlns:a="http://schemas.openxmlformats.org/drawingml/2006/main">
            <a:srgbClr val="FFFDF8"/>
          </a:solidFill>
          <a:ln xmlns:a="http://schemas.openxmlformats.org/drawingml/2006/main" w="10478">
            <a:solidFill>
              <a:srgbClr val="D9BA84"/>
            </a:solidFill>
            <a:prstDash val="dash"/>
          </a:ln>
        </p:spPr>
      </p:sp>
      <p:sp>
        <p:nvSpPr>
          <p:cNvPr id="264" name="element_196">
            <a:extLst xmlns:a="http://schemas.openxmlformats.org/drawingml/2006/main">
              <a:ext uri="{FF2B5EF4-FFF2-40B4-BE49-F238E27FC236}">
                <a16:creationId xmlns:a16="http://schemas.microsoft.com/office/drawing/2014/main" id="{72B02F78-D439-4E76-A482-25F17F557E4B}"/>
              </a:ext>
            </a:extLst>
          </p:cNvPr>
          <p:cNvSpPr>
            <a:spLocks xmlns:a="http://schemas.openxmlformats.org/drawingml/2006/main" noGrp="1"/>
          </p:cNvSpPr>
          <p:nvPr/>
        </p:nvSpPr>
        <p:spPr>
          <a:xfrm xmlns:a="http://schemas.openxmlformats.org/drawingml/2006/main">
            <a:off x="438150" y="6419850"/>
            <a:ext cx="6877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b="1">
                <a:solidFill>
                  <a:srgbClr val="142632"/>
                </a:solidFill>
                <a:latin typeface="Arial"/>
                <a:ea typeface="Arial"/>
                <a:cs typeface="Arial"/>
              </a:defRPr>
            </a:pPr>
            <a:r>
              <a:rPr sz="1575" b="1">
                <a:solidFill>
                  <a:srgbClr val="142632"/>
                </a:solidFill>
                <a:latin typeface="Arial"/>
                <a:ea typeface="Arial"/>
                <a:cs typeface="Arial"/>
              </a:rPr>
              <a:t>Emotion Alignment (training only)</a:t>
            </a:r>
          </a:p>
        </p:txBody>
      </p:sp>
      <p:sp>
        <p:nvSpPr>
          <p:cNvPr id="265" name="element_197">
            <a:extLst xmlns:a="http://schemas.openxmlformats.org/drawingml/2006/main">
              <a:ext uri="{FF2B5EF4-FFF2-40B4-BE49-F238E27FC236}">
                <a16:creationId xmlns:a16="http://schemas.microsoft.com/office/drawing/2014/main" id="{1CD5089F-5657-488F-AA9A-734792F1C6DE}"/>
              </a:ext>
            </a:extLst>
          </p:cNvPr>
          <p:cNvSpPr>
            <a:spLocks xmlns:a="http://schemas.openxmlformats.org/drawingml/2006/main" noGrp="1"/>
          </p:cNvSpPr>
          <p:nvPr/>
        </p:nvSpPr>
        <p:spPr>
          <a:xfrm xmlns:a="http://schemas.openxmlformats.org/drawingml/2006/main">
            <a:off x="466725" y="6886575"/>
            <a:ext cx="1809750" cy="533400"/>
          </a:xfrm>
          <a:prstGeom xmlns:a="http://schemas.openxmlformats.org/drawingml/2006/main" prst="roundRect">
            <a:avLst>
              <a:gd name="adj" fmla="val 10714"/>
            </a:avLst>
          </a:prstGeom>
          <a:solidFill xmlns:a="http://schemas.openxmlformats.org/drawingml/2006/main">
            <a:srgbClr val="FFE6B7"/>
          </a:solidFill>
          <a:ln xmlns:a="http://schemas.openxmlformats.org/drawingml/2006/main" w="10478">
            <a:solidFill>
              <a:srgbClr val="D39243"/>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Times New Roman"/>
                <a:ea typeface="Times New Roman"/>
                <a:cs typeface="Times New Roman"/>
              </a:defRPr>
            </a:pPr>
            <a:r>
              <a:rPr sz="1575">
                <a:solidFill>
                  <a:srgbClr val="142632"/>
                </a:solidFill>
                <a:latin typeface="Times New Roman"/>
                <a:ea typeface="Times New Roman"/>
                <a:cs typeface="Times New Roman"/>
              </a:rPr>
              <a:t>Motion Sequence</a:t>
            </a:r>
          </a:p>
        </p:txBody>
      </p:sp>
      <p:sp>
        <p:nvSpPr>
          <p:cNvPr id="266" name="encoder_198">
            <a:extLst xmlns:a="http://schemas.openxmlformats.org/drawingml/2006/main">
              <a:ext uri="{FF2B5EF4-FFF2-40B4-BE49-F238E27FC236}">
                <a16:creationId xmlns:a16="http://schemas.microsoft.com/office/drawing/2014/main" id="{B0CD799B-2096-4E32-8286-CCFD7BE389D9}"/>
              </a:ext>
            </a:extLst>
          </p:cNvPr>
          <p:cNvSpPr>
            <a:spLocks xmlns:a="http://schemas.openxmlformats.org/drawingml/2006/main" noGrp="1"/>
          </p:cNvSpPr>
          <p:nvPr/>
        </p:nvSpPr>
        <p:spPr>
          <a:xfrm xmlns:a="http://schemas.openxmlformats.org/drawingml/2006/main">
            <a:off x="2571750" y="6800850"/>
            <a:ext cx="1266825" cy="723900"/>
          </a:xfrm>
          <a:custGeom xmlns:a="http://schemas.openxmlformats.org/drawingml/2006/main">
            <a:rect l="0" t="0" r="0" b="0"/>
            <a:pathLst>
              <a:path w="1266825" h="723900">
                <a:moveTo>
                  <a:pt x="0" y="0"/>
                </a:moveTo>
                <a:lnTo>
                  <a:pt x="1266825" y="115824"/>
                </a:lnTo>
                <a:lnTo>
                  <a:pt x="1266825" y="608076"/>
                </a:lnTo>
                <a:lnTo>
                  <a:pt x="0" y="723900"/>
                </a:lnTo>
                <a:close/>
              </a:path>
            </a:pathLst>
          </a:custGeom>
          <a:solidFill xmlns:a="http://schemas.openxmlformats.org/drawingml/2006/main">
            <a:srgbClr val="FFE6B7"/>
          </a:solidFill>
          <a:ln xmlns:a="http://schemas.openxmlformats.org/drawingml/2006/main" w="11430">
            <a:solidFill>
              <a:srgbClr val="D39243"/>
            </a:solidFill>
          </a:ln>
        </p:spPr>
      </p:sp>
      <p:sp>
        <p:nvSpPr>
          <p:cNvPr id="267" name="element_199">
            <a:extLst xmlns:a="http://schemas.openxmlformats.org/drawingml/2006/main">
              <a:ext uri="{FF2B5EF4-FFF2-40B4-BE49-F238E27FC236}">
                <a16:creationId xmlns:a16="http://schemas.microsoft.com/office/drawing/2014/main" id="{6A5CFB32-86C2-4563-B7A8-6116B57A6AC8}"/>
              </a:ext>
            </a:extLst>
          </p:cNvPr>
          <p:cNvSpPr>
            <a:spLocks xmlns:a="http://schemas.openxmlformats.org/drawingml/2006/main" noGrp="1"/>
          </p:cNvSpPr>
          <p:nvPr/>
        </p:nvSpPr>
        <p:spPr>
          <a:xfrm xmlns:a="http://schemas.openxmlformats.org/drawingml/2006/main">
            <a:off x="2638425" y="6896100"/>
            <a:ext cx="1123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Motion Emotion
Encoder</a:t>
            </a:r>
          </a:p>
        </p:txBody>
      </p:sp>
      <p:sp>
        <p:nvSpPr>
          <p:cNvPr id="268" name="encoder_200">
            <a:extLst xmlns:a="http://schemas.openxmlformats.org/drawingml/2006/main">
              <a:ext uri="{FF2B5EF4-FFF2-40B4-BE49-F238E27FC236}">
                <a16:creationId xmlns:a16="http://schemas.microsoft.com/office/drawing/2014/main" id="{0F85E5EC-AA25-47D5-B9F2-A349C4444C46}"/>
              </a:ext>
            </a:extLst>
          </p:cNvPr>
          <p:cNvSpPr>
            <a:spLocks xmlns:a="http://schemas.openxmlformats.org/drawingml/2006/main" noGrp="1"/>
          </p:cNvSpPr>
          <p:nvPr/>
        </p:nvSpPr>
        <p:spPr>
          <a:xfrm xmlns:a="http://schemas.openxmlformats.org/drawingml/2006/main">
            <a:off x="4191000" y="6848475"/>
            <a:ext cx="400050" cy="85725"/>
          </a:xfrm>
          <a:custGeom xmlns:a="http://schemas.openxmlformats.org/drawingml/2006/main">
            <a:rect l="0" t="0" r="0" b="0"/>
            <a:pathLst>
              <a:path w="400050" h="85725">
                <a:moveTo>
                  <a:pt x="0" y="85725"/>
                </a:moveTo>
                <a:lnTo>
                  <a:pt x="85725" y="0"/>
                </a:lnTo>
                <a:lnTo>
                  <a:pt x="400050" y="0"/>
                </a:lnTo>
                <a:lnTo>
                  <a:pt x="314325" y="85725"/>
                </a:lnTo>
                <a:close/>
              </a:path>
            </a:pathLst>
          </a:custGeom>
          <a:solidFill xmlns:a="http://schemas.openxmlformats.org/drawingml/2006/main">
            <a:srgbClr val="FFE6B7"/>
          </a:solidFill>
          <a:ln xmlns:a="http://schemas.openxmlformats.org/drawingml/2006/main" w="11430">
            <a:solidFill>
              <a:srgbClr val="D39243"/>
            </a:solidFill>
          </a:ln>
        </p:spPr>
      </p:sp>
      <p:sp>
        <p:nvSpPr>
          <p:cNvPr id="269" name="encoder_201">
            <a:extLst xmlns:a="http://schemas.openxmlformats.org/drawingml/2006/main">
              <a:ext uri="{FF2B5EF4-FFF2-40B4-BE49-F238E27FC236}">
                <a16:creationId xmlns:a16="http://schemas.microsoft.com/office/drawing/2014/main" id="{FD7508E1-C1F3-4365-82EA-05A74CB419BC}"/>
              </a:ext>
            </a:extLst>
          </p:cNvPr>
          <p:cNvSpPr>
            <a:spLocks xmlns:a="http://schemas.openxmlformats.org/drawingml/2006/main" noGrp="1"/>
          </p:cNvSpPr>
          <p:nvPr/>
        </p:nvSpPr>
        <p:spPr>
          <a:xfrm xmlns:a="http://schemas.openxmlformats.org/drawingml/2006/main">
            <a:off x="4505325" y="6848475"/>
            <a:ext cx="85725" cy="400050"/>
          </a:xfrm>
          <a:custGeom xmlns:a="http://schemas.openxmlformats.org/drawingml/2006/main">
            <a:rect l="0" t="0" r="0" b="0"/>
            <a:pathLst>
              <a:path w="85725" h="400050">
                <a:moveTo>
                  <a:pt x="0" y="85725"/>
                </a:moveTo>
                <a:lnTo>
                  <a:pt x="85725" y="0"/>
                </a:lnTo>
                <a:lnTo>
                  <a:pt x="85725" y="314325"/>
                </a:lnTo>
                <a:lnTo>
                  <a:pt x="0" y="400050"/>
                </a:lnTo>
                <a:close/>
              </a:path>
            </a:pathLst>
          </a:custGeom>
          <a:solidFill xmlns:a="http://schemas.openxmlformats.org/drawingml/2006/main">
            <a:srgbClr val="FFE6B7"/>
          </a:solidFill>
          <a:ln xmlns:a="http://schemas.openxmlformats.org/drawingml/2006/main" w="11430">
            <a:solidFill>
              <a:srgbClr val="D39243"/>
            </a:solidFill>
          </a:ln>
        </p:spPr>
      </p:sp>
      <p:sp>
        <p:nvSpPr>
          <p:cNvPr id="270" name="element_202">
            <a:extLst xmlns:a="http://schemas.openxmlformats.org/drawingml/2006/main">
              <a:ext uri="{FF2B5EF4-FFF2-40B4-BE49-F238E27FC236}">
                <a16:creationId xmlns:a16="http://schemas.microsoft.com/office/drawing/2014/main" id="{D2903358-AA9E-44EE-BE56-EF817D96BBAD}"/>
              </a:ext>
            </a:extLst>
          </p:cNvPr>
          <p:cNvSpPr>
            <a:spLocks xmlns:a="http://schemas.openxmlformats.org/drawingml/2006/main" noGrp="1"/>
          </p:cNvSpPr>
          <p:nvPr/>
        </p:nvSpPr>
        <p:spPr>
          <a:xfrm xmlns:a="http://schemas.openxmlformats.org/drawingml/2006/main">
            <a:off x="4191000" y="6934200"/>
            <a:ext cx="314325" cy="314325"/>
          </a:xfrm>
          <a:prstGeom xmlns:a="http://schemas.openxmlformats.org/drawingml/2006/main" prst="rect">
            <a:avLst/>
          </a:prstGeom>
          <a:solidFill xmlns:a="http://schemas.openxmlformats.org/drawingml/2006/main">
            <a:srgbClr val="FFE6B7"/>
          </a:solidFill>
          <a:ln xmlns:a="http://schemas.openxmlformats.org/drawingml/2006/main" w="10478">
            <a:solidFill>
              <a:srgbClr val="D39243"/>
            </a:solidFill>
          </a:ln>
        </p:spPr>
      </p:sp>
      <p:sp>
        <p:nvSpPr>
          <p:cNvPr id="271" name="element_203">
            <a:extLst xmlns:a="http://schemas.openxmlformats.org/drawingml/2006/main">
              <a:ext uri="{FF2B5EF4-FFF2-40B4-BE49-F238E27FC236}">
                <a16:creationId xmlns:a16="http://schemas.microsoft.com/office/drawing/2014/main" id="{D5672A79-0971-4019-912E-ADD4ED6EE8EE}"/>
              </a:ext>
            </a:extLst>
          </p:cNvPr>
          <p:cNvSpPr>
            <a:spLocks xmlns:a="http://schemas.openxmlformats.org/drawingml/2006/main" noGrp="1"/>
          </p:cNvSpPr>
          <p:nvPr/>
        </p:nvSpPr>
        <p:spPr>
          <a:xfrm xmlns:a="http://schemas.openxmlformats.org/drawingml/2006/main">
            <a:off x="4294823" y="6933248"/>
            <a:ext cx="1905" cy="1905"/>
          </a:xfrm>
          <a:prstGeom xmlns:a="http://schemas.openxmlformats.org/drawingml/2006/main" prst="rect">
            <a:avLst/>
          </a:prstGeom>
          <a:noFill xmlns:a="http://schemas.openxmlformats.org/drawingml/2006/main"/>
          <a:ln xmlns:a="http://schemas.openxmlformats.org/drawingml/2006/main" w="0">
            <a:noFill/>
          </a:ln>
        </p:spPr>
      </p:sp>
      <p:sp>
        <p:nvSpPr>
          <p:cNvPr id="272" name="element_204">
            <a:extLst xmlns:a="http://schemas.openxmlformats.org/drawingml/2006/main">
              <a:ext uri="{FF2B5EF4-FFF2-40B4-BE49-F238E27FC236}">
                <a16:creationId xmlns:a16="http://schemas.microsoft.com/office/drawing/2014/main" id="{43128496-5AEB-4A80-8615-2BB80DEA4DE1}"/>
              </a:ext>
            </a:extLst>
          </p:cNvPr>
          <p:cNvSpPr>
            <a:spLocks xmlns:a="http://schemas.openxmlformats.org/drawingml/2006/main" noGrp="1"/>
          </p:cNvSpPr>
          <p:nvPr/>
        </p:nvSpPr>
        <p:spPr>
          <a:xfrm xmlns:a="http://schemas.openxmlformats.org/drawingml/2006/main">
            <a:off x="4294823" y="724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15" name="直接箭头连接符 967"/>
          <p:cNvCxnSpPr>
            <a:stCxn xmlns:a="http://schemas.openxmlformats.org/drawingml/2006/main" id="271" idx="2"/>
            <a:endCxn xmlns:a="http://schemas.openxmlformats.org/drawingml/2006/main" id="272" idx="0"/>
          </p:cNvCxnSpPr>
          <p:nvPr/>
        </p:nvCxnSpPr>
        <p:spPr>
          <a:xfrm xmlns:a="http://schemas.openxmlformats.org/drawingml/2006/main">
            <a:off x="4295776" y="6935153"/>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274" name="element_205">
            <a:extLst xmlns:a="http://schemas.openxmlformats.org/drawingml/2006/main">
              <a:ext uri="{FF2B5EF4-FFF2-40B4-BE49-F238E27FC236}">
                <a16:creationId xmlns:a16="http://schemas.microsoft.com/office/drawing/2014/main" id="{E14CA921-8B08-4FA0-9CB1-26E353A39403}"/>
              </a:ext>
            </a:extLst>
          </p:cNvPr>
          <p:cNvSpPr>
            <a:spLocks xmlns:a="http://schemas.openxmlformats.org/drawingml/2006/main" noGrp="1"/>
          </p:cNvSpPr>
          <p:nvPr/>
        </p:nvSpPr>
        <p:spPr>
          <a:xfrm xmlns:a="http://schemas.openxmlformats.org/drawingml/2006/main">
            <a:off x="4399598" y="6933248"/>
            <a:ext cx="1905" cy="1905"/>
          </a:xfrm>
          <a:prstGeom xmlns:a="http://schemas.openxmlformats.org/drawingml/2006/main" prst="rect">
            <a:avLst/>
          </a:prstGeom>
          <a:noFill xmlns:a="http://schemas.openxmlformats.org/drawingml/2006/main"/>
          <a:ln xmlns:a="http://schemas.openxmlformats.org/drawingml/2006/main" w="0">
            <a:noFill/>
          </a:ln>
        </p:spPr>
      </p:sp>
      <p:sp>
        <p:nvSpPr>
          <p:cNvPr id="275" name="element_206">
            <a:extLst xmlns:a="http://schemas.openxmlformats.org/drawingml/2006/main">
              <a:ext uri="{FF2B5EF4-FFF2-40B4-BE49-F238E27FC236}">
                <a16:creationId xmlns:a16="http://schemas.microsoft.com/office/drawing/2014/main" id="{792EC170-3C0C-413B-BD7C-991198EF0644}"/>
              </a:ext>
            </a:extLst>
          </p:cNvPr>
          <p:cNvSpPr>
            <a:spLocks xmlns:a="http://schemas.openxmlformats.org/drawingml/2006/main" noGrp="1"/>
          </p:cNvSpPr>
          <p:nvPr/>
        </p:nvSpPr>
        <p:spPr>
          <a:xfrm xmlns:a="http://schemas.openxmlformats.org/drawingml/2006/main">
            <a:off x="4399598" y="724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18" name="直接箭头连接符 970"/>
          <p:cNvCxnSpPr>
            <a:stCxn xmlns:a="http://schemas.openxmlformats.org/drawingml/2006/main" id="274" idx="2"/>
            <a:endCxn xmlns:a="http://schemas.openxmlformats.org/drawingml/2006/main" id="275" idx="0"/>
          </p:cNvCxnSpPr>
          <p:nvPr/>
        </p:nvCxnSpPr>
        <p:spPr>
          <a:xfrm xmlns:a="http://schemas.openxmlformats.org/drawingml/2006/main">
            <a:off x="4400551" y="6935153"/>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277" name="element_207">
            <a:extLst xmlns:a="http://schemas.openxmlformats.org/drawingml/2006/main">
              <a:ext uri="{FF2B5EF4-FFF2-40B4-BE49-F238E27FC236}">
                <a16:creationId xmlns:a16="http://schemas.microsoft.com/office/drawing/2014/main" id="{0D59C524-A9D2-4844-997F-53AC7CE8CCE6}"/>
              </a:ext>
            </a:extLst>
          </p:cNvPr>
          <p:cNvSpPr>
            <a:spLocks xmlns:a="http://schemas.openxmlformats.org/drawingml/2006/main" noGrp="1"/>
          </p:cNvSpPr>
          <p:nvPr/>
        </p:nvSpPr>
        <p:spPr>
          <a:xfrm xmlns:a="http://schemas.openxmlformats.org/drawingml/2006/main">
            <a:off x="4190048" y="7038023"/>
            <a:ext cx="1905" cy="1905"/>
          </a:xfrm>
          <a:prstGeom xmlns:a="http://schemas.openxmlformats.org/drawingml/2006/main" prst="rect">
            <a:avLst/>
          </a:prstGeom>
          <a:noFill xmlns:a="http://schemas.openxmlformats.org/drawingml/2006/main"/>
          <a:ln xmlns:a="http://schemas.openxmlformats.org/drawingml/2006/main" w="0">
            <a:noFill/>
          </a:ln>
        </p:spPr>
      </p:sp>
      <p:sp>
        <p:nvSpPr>
          <p:cNvPr id="278" name="element_208">
            <a:extLst xmlns:a="http://schemas.openxmlformats.org/drawingml/2006/main">
              <a:ext uri="{FF2B5EF4-FFF2-40B4-BE49-F238E27FC236}">
                <a16:creationId xmlns:a16="http://schemas.microsoft.com/office/drawing/2014/main" id="{9E1FB866-AE20-4AF5-82C1-0F76FF6DE1B9}"/>
              </a:ext>
            </a:extLst>
          </p:cNvPr>
          <p:cNvSpPr>
            <a:spLocks xmlns:a="http://schemas.openxmlformats.org/drawingml/2006/main" noGrp="1"/>
          </p:cNvSpPr>
          <p:nvPr/>
        </p:nvSpPr>
        <p:spPr>
          <a:xfrm xmlns:a="http://schemas.openxmlformats.org/drawingml/2006/main">
            <a:off x="4504373" y="70380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21" name="直接箭头连接符 973"/>
          <p:cNvCxnSpPr>
            <a:stCxn xmlns:a="http://schemas.openxmlformats.org/drawingml/2006/main" id="277" idx="3"/>
            <a:endCxn xmlns:a="http://schemas.openxmlformats.org/drawingml/2006/main" id="278" idx="1"/>
          </p:cNvCxnSpPr>
          <p:nvPr/>
        </p:nvCxnSpPr>
        <p:spPr>
          <a:xfrm xmlns:a="http://schemas.openxmlformats.org/drawingml/2006/main">
            <a:off x="4191953" y="7038976"/>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280" name="element_209">
            <a:extLst xmlns:a="http://schemas.openxmlformats.org/drawingml/2006/main">
              <a:ext uri="{FF2B5EF4-FFF2-40B4-BE49-F238E27FC236}">
                <a16:creationId xmlns:a16="http://schemas.microsoft.com/office/drawing/2014/main" id="{A370CFC5-45C5-485A-8D96-35FFDFB570B2}"/>
              </a:ext>
            </a:extLst>
          </p:cNvPr>
          <p:cNvSpPr>
            <a:spLocks xmlns:a="http://schemas.openxmlformats.org/drawingml/2006/main" noGrp="1"/>
          </p:cNvSpPr>
          <p:nvPr/>
        </p:nvSpPr>
        <p:spPr>
          <a:xfrm xmlns:a="http://schemas.openxmlformats.org/drawingml/2006/main">
            <a:off x="4190048" y="7142798"/>
            <a:ext cx="1905" cy="1905"/>
          </a:xfrm>
          <a:prstGeom xmlns:a="http://schemas.openxmlformats.org/drawingml/2006/main" prst="rect">
            <a:avLst/>
          </a:prstGeom>
          <a:noFill xmlns:a="http://schemas.openxmlformats.org/drawingml/2006/main"/>
          <a:ln xmlns:a="http://schemas.openxmlformats.org/drawingml/2006/main" w="0">
            <a:noFill/>
          </a:ln>
        </p:spPr>
      </p:sp>
      <p:sp>
        <p:nvSpPr>
          <p:cNvPr id="281" name="element_210">
            <a:extLst xmlns:a="http://schemas.openxmlformats.org/drawingml/2006/main">
              <a:ext uri="{FF2B5EF4-FFF2-40B4-BE49-F238E27FC236}">
                <a16:creationId xmlns:a16="http://schemas.microsoft.com/office/drawing/2014/main" id="{401DAE15-F1AD-4723-85F9-FD5013E011E1}"/>
              </a:ext>
            </a:extLst>
          </p:cNvPr>
          <p:cNvSpPr>
            <a:spLocks xmlns:a="http://schemas.openxmlformats.org/drawingml/2006/main" noGrp="1"/>
          </p:cNvSpPr>
          <p:nvPr/>
        </p:nvSpPr>
        <p:spPr>
          <a:xfrm xmlns:a="http://schemas.openxmlformats.org/drawingml/2006/main">
            <a:off x="4504373" y="7142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24" name="直接箭头连接符 976"/>
          <p:cNvCxnSpPr>
            <a:stCxn xmlns:a="http://schemas.openxmlformats.org/drawingml/2006/main" id="280" idx="3"/>
            <a:endCxn xmlns:a="http://schemas.openxmlformats.org/drawingml/2006/main" id="281" idx="1"/>
          </p:cNvCxnSpPr>
          <p:nvPr/>
        </p:nvCxnSpPr>
        <p:spPr>
          <a:xfrm xmlns:a="http://schemas.openxmlformats.org/drawingml/2006/main">
            <a:off x="4191953" y="7143751"/>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283" name="element_211">
            <a:extLst xmlns:a="http://schemas.openxmlformats.org/drawingml/2006/main">
              <a:ext uri="{FF2B5EF4-FFF2-40B4-BE49-F238E27FC236}">
                <a16:creationId xmlns:a16="http://schemas.microsoft.com/office/drawing/2014/main" id="{93AAA0C2-CD7D-4C5F-BC61-59A747E53BBB}"/>
              </a:ext>
            </a:extLst>
          </p:cNvPr>
          <p:cNvSpPr>
            <a:spLocks xmlns:a="http://schemas.openxmlformats.org/drawingml/2006/main" noGrp="1"/>
          </p:cNvSpPr>
          <p:nvPr/>
        </p:nvSpPr>
        <p:spPr>
          <a:xfrm xmlns:a="http://schemas.openxmlformats.org/drawingml/2006/main">
            <a:off x="4086225" y="7429500"/>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142632"/>
                </a:solidFill>
                <a:latin typeface="Times New Roman"/>
                <a:ea typeface="Times New Roman"/>
                <a:cs typeface="Times New Roman"/>
              </a:defRPr>
            </a:pPr>
            <a:r>
              <a:rPr sz="1725" b="0">
                <a:solidFill>
                  <a:srgbClr val="142632"/>
                </a:solidFill>
                <a:latin typeface="Times New Roman"/>
                <a:ea typeface="Times New Roman"/>
                <a:cs typeface="Times New Roman"/>
              </a:rPr>
              <a:t>g_m</a:t>
            </a:r>
          </a:p>
        </p:txBody>
      </p:sp>
      <p:sp>
        <p:nvSpPr>
          <p:cNvPr id="284" name="element_212">
            <a:extLst xmlns:a="http://schemas.openxmlformats.org/drawingml/2006/main">
              <a:ext uri="{FF2B5EF4-FFF2-40B4-BE49-F238E27FC236}">
                <a16:creationId xmlns:a16="http://schemas.microsoft.com/office/drawing/2014/main" id="{8E3ED9A7-0E44-4505-888B-3AC5764617DF}"/>
              </a:ext>
            </a:extLst>
          </p:cNvPr>
          <p:cNvSpPr>
            <a:spLocks xmlns:a="http://schemas.openxmlformats.org/drawingml/2006/main" noGrp="1"/>
          </p:cNvSpPr>
          <p:nvPr/>
        </p:nvSpPr>
        <p:spPr>
          <a:xfrm xmlns:a="http://schemas.openxmlformats.org/drawingml/2006/main">
            <a:off x="5010150" y="6943725"/>
            <a:ext cx="1162050" cy="447675"/>
          </a:xfrm>
          <a:prstGeom xmlns:a="http://schemas.openxmlformats.org/drawingml/2006/main" prst="roundRect">
            <a:avLst>
              <a:gd name="adj" fmla="val 12766"/>
            </a:avLst>
          </a:prstGeom>
          <a:solidFill xmlns:a="http://schemas.openxmlformats.org/drawingml/2006/main">
            <a:srgbClr val="FFE6B7"/>
          </a:solidFill>
          <a:ln xmlns:a="http://schemas.openxmlformats.org/drawingml/2006/main" w="10478">
            <a:solidFill>
              <a:srgbClr val="D39243"/>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Times New Roman"/>
                <a:ea typeface="Times New Roman"/>
                <a:cs typeface="Times New Roman"/>
              </a:defRPr>
            </a:pPr>
            <a:r>
              <a:rPr sz="1575">
                <a:solidFill>
                  <a:srgbClr val="142632"/>
                </a:solidFill>
                <a:latin typeface="Times New Roman"/>
                <a:ea typeface="Times New Roman"/>
                <a:cs typeface="Times New Roman"/>
              </a:rPr>
              <a:t>MSE(gₐ, sg(gₘ))</a:t>
            </a:r>
          </a:p>
          <a:p xmlns:a="http://schemas.openxmlformats.org/drawingml/2006/main">
            <a:pPr algn="ctr">
              <a:buNone/>
              <a:defRPr sz="1575">
                <a:solidFill>
                  <a:srgbClr val="142632"/>
                </a:solidFill>
                <a:latin typeface="Times New Roman"/>
                <a:ea typeface="Times New Roman"/>
                <a:cs typeface="Times New Roman"/>
              </a:defRPr>
            </a:pPr>
            <a:r>
              <a:rPr sz="1575">
                <a:solidFill>
                  <a:srgbClr val="142632"/>
                </a:solidFill>
                <a:latin typeface="Times New Roman"/>
                <a:ea typeface="Times New Roman"/>
                <a:cs typeface="Times New Roman"/>
              </a:rPr>
              <a:t>(global semantics)</a:t>
            </a:r>
          </a:p>
        </p:txBody>
      </p:sp>
      <p:sp>
        <p:nvSpPr>
          <p:cNvPr id="285" name="encoder_213">
            <a:extLst xmlns:a="http://schemas.openxmlformats.org/drawingml/2006/main">
              <a:ext uri="{FF2B5EF4-FFF2-40B4-BE49-F238E27FC236}">
                <a16:creationId xmlns:a16="http://schemas.microsoft.com/office/drawing/2014/main" id="{CE18EC86-FF53-4C73-A2FD-523F936CA4FB}"/>
              </a:ext>
            </a:extLst>
          </p:cNvPr>
          <p:cNvSpPr>
            <a:spLocks xmlns:a="http://schemas.openxmlformats.org/drawingml/2006/main" noGrp="1"/>
          </p:cNvSpPr>
          <p:nvPr/>
        </p:nvSpPr>
        <p:spPr>
          <a:xfrm xmlns:a="http://schemas.openxmlformats.org/drawingml/2006/main">
            <a:off x="6696075" y="6848475"/>
            <a:ext cx="400050" cy="85725"/>
          </a:xfrm>
          <a:custGeom xmlns:a="http://schemas.openxmlformats.org/drawingml/2006/main">
            <a:rect l="0" t="0" r="0" b="0"/>
            <a:pathLst>
              <a:path w="400050" h="85725">
                <a:moveTo>
                  <a:pt x="0" y="85725"/>
                </a:moveTo>
                <a:lnTo>
                  <a:pt x="85725" y="0"/>
                </a:lnTo>
                <a:lnTo>
                  <a:pt x="400050" y="0"/>
                </a:lnTo>
                <a:lnTo>
                  <a:pt x="314325" y="85725"/>
                </a:lnTo>
                <a:close/>
              </a:path>
            </a:pathLst>
          </a:custGeom>
          <a:solidFill xmlns:a="http://schemas.openxmlformats.org/drawingml/2006/main">
            <a:srgbClr val="FFE6B7"/>
          </a:solidFill>
          <a:ln xmlns:a="http://schemas.openxmlformats.org/drawingml/2006/main" w="11430">
            <a:solidFill>
              <a:srgbClr val="D39243"/>
            </a:solidFill>
          </a:ln>
        </p:spPr>
      </p:sp>
      <p:sp>
        <p:nvSpPr>
          <p:cNvPr id="286" name="encoder_214">
            <a:extLst xmlns:a="http://schemas.openxmlformats.org/drawingml/2006/main">
              <a:ext uri="{FF2B5EF4-FFF2-40B4-BE49-F238E27FC236}">
                <a16:creationId xmlns:a16="http://schemas.microsoft.com/office/drawing/2014/main" id="{D46AE048-DADB-45FD-8594-964F9027531E}"/>
              </a:ext>
            </a:extLst>
          </p:cNvPr>
          <p:cNvSpPr>
            <a:spLocks xmlns:a="http://schemas.openxmlformats.org/drawingml/2006/main" noGrp="1"/>
          </p:cNvSpPr>
          <p:nvPr/>
        </p:nvSpPr>
        <p:spPr>
          <a:xfrm xmlns:a="http://schemas.openxmlformats.org/drawingml/2006/main">
            <a:off x="7010400" y="6848475"/>
            <a:ext cx="85725" cy="400050"/>
          </a:xfrm>
          <a:custGeom xmlns:a="http://schemas.openxmlformats.org/drawingml/2006/main">
            <a:rect l="0" t="0" r="0" b="0"/>
            <a:pathLst>
              <a:path w="85725" h="400050">
                <a:moveTo>
                  <a:pt x="0" y="85725"/>
                </a:moveTo>
                <a:lnTo>
                  <a:pt x="85725" y="0"/>
                </a:lnTo>
                <a:lnTo>
                  <a:pt x="85725" y="314325"/>
                </a:lnTo>
                <a:lnTo>
                  <a:pt x="0" y="400050"/>
                </a:lnTo>
                <a:close/>
              </a:path>
            </a:pathLst>
          </a:custGeom>
          <a:solidFill xmlns:a="http://schemas.openxmlformats.org/drawingml/2006/main">
            <a:srgbClr val="FFE6B7"/>
          </a:solidFill>
          <a:ln xmlns:a="http://schemas.openxmlformats.org/drawingml/2006/main" w="11430">
            <a:solidFill>
              <a:srgbClr val="D39243"/>
            </a:solidFill>
          </a:ln>
        </p:spPr>
      </p:sp>
      <p:sp>
        <p:nvSpPr>
          <p:cNvPr id="287" name="element_215">
            <a:extLst xmlns:a="http://schemas.openxmlformats.org/drawingml/2006/main">
              <a:ext uri="{FF2B5EF4-FFF2-40B4-BE49-F238E27FC236}">
                <a16:creationId xmlns:a16="http://schemas.microsoft.com/office/drawing/2014/main" id="{E479424D-8BB5-460E-B850-ABC8A8A47448}"/>
              </a:ext>
            </a:extLst>
          </p:cNvPr>
          <p:cNvSpPr>
            <a:spLocks xmlns:a="http://schemas.openxmlformats.org/drawingml/2006/main" noGrp="1"/>
          </p:cNvSpPr>
          <p:nvPr/>
        </p:nvSpPr>
        <p:spPr>
          <a:xfrm xmlns:a="http://schemas.openxmlformats.org/drawingml/2006/main">
            <a:off x="6696075" y="6934200"/>
            <a:ext cx="314325" cy="314325"/>
          </a:xfrm>
          <a:prstGeom xmlns:a="http://schemas.openxmlformats.org/drawingml/2006/main" prst="rect">
            <a:avLst/>
          </a:prstGeom>
          <a:solidFill xmlns:a="http://schemas.openxmlformats.org/drawingml/2006/main">
            <a:srgbClr val="FFE6B7"/>
          </a:solidFill>
          <a:ln xmlns:a="http://schemas.openxmlformats.org/drawingml/2006/main" w="10478">
            <a:solidFill>
              <a:srgbClr val="D39243"/>
            </a:solidFill>
          </a:ln>
        </p:spPr>
      </p:sp>
      <p:sp>
        <p:nvSpPr>
          <p:cNvPr id="288" name="element_216">
            <a:extLst xmlns:a="http://schemas.openxmlformats.org/drawingml/2006/main">
              <a:ext uri="{FF2B5EF4-FFF2-40B4-BE49-F238E27FC236}">
                <a16:creationId xmlns:a16="http://schemas.microsoft.com/office/drawing/2014/main" id="{1D31B9F7-AA74-4B36-AD76-2F37B4E7A879}"/>
              </a:ext>
            </a:extLst>
          </p:cNvPr>
          <p:cNvSpPr>
            <a:spLocks xmlns:a="http://schemas.openxmlformats.org/drawingml/2006/main" noGrp="1"/>
          </p:cNvSpPr>
          <p:nvPr/>
        </p:nvSpPr>
        <p:spPr>
          <a:xfrm xmlns:a="http://schemas.openxmlformats.org/drawingml/2006/main">
            <a:off x="6799898" y="6933248"/>
            <a:ext cx="1905" cy="1905"/>
          </a:xfrm>
          <a:prstGeom xmlns:a="http://schemas.openxmlformats.org/drawingml/2006/main" prst="rect">
            <a:avLst/>
          </a:prstGeom>
          <a:noFill xmlns:a="http://schemas.openxmlformats.org/drawingml/2006/main"/>
          <a:ln xmlns:a="http://schemas.openxmlformats.org/drawingml/2006/main" w="0">
            <a:noFill/>
          </a:ln>
        </p:spPr>
      </p:sp>
      <p:sp>
        <p:nvSpPr>
          <p:cNvPr id="289" name="element_217">
            <a:extLst xmlns:a="http://schemas.openxmlformats.org/drawingml/2006/main">
              <a:ext uri="{FF2B5EF4-FFF2-40B4-BE49-F238E27FC236}">
                <a16:creationId xmlns:a16="http://schemas.microsoft.com/office/drawing/2014/main" id="{3FED354B-9311-40FC-AF21-3AD785AF645C}"/>
              </a:ext>
            </a:extLst>
          </p:cNvPr>
          <p:cNvSpPr>
            <a:spLocks xmlns:a="http://schemas.openxmlformats.org/drawingml/2006/main" noGrp="1"/>
          </p:cNvSpPr>
          <p:nvPr/>
        </p:nvSpPr>
        <p:spPr>
          <a:xfrm xmlns:a="http://schemas.openxmlformats.org/drawingml/2006/main">
            <a:off x="6799898" y="724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32" name="直接箭头连接符 984"/>
          <p:cNvCxnSpPr>
            <a:stCxn xmlns:a="http://schemas.openxmlformats.org/drawingml/2006/main" id="288" idx="2"/>
            <a:endCxn xmlns:a="http://schemas.openxmlformats.org/drawingml/2006/main" id="289" idx="0"/>
          </p:cNvCxnSpPr>
          <p:nvPr/>
        </p:nvCxnSpPr>
        <p:spPr>
          <a:xfrm xmlns:a="http://schemas.openxmlformats.org/drawingml/2006/main">
            <a:off x="6800851" y="6935153"/>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291" name="element_218">
            <a:extLst xmlns:a="http://schemas.openxmlformats.org/drawingml/2006/main">
              <a:ext uri="{FF2B5EF4-FFF2-40B4-BE49-F238E27FC236}">
                <a16:creationId xmlns:a16="http://schemas.microsoft.com/office/drawing/2014/main" id="{D1364C3F-879A-44BD-B06F-AEA1A48A1404}"/>
              </a:ext>
            </a:extLst>
          </p:cNvPr>
          <p:cNvSpPr>
            <a:spLocks xmlns:a="http://schemas.openxmlformats.org/drawingml/2006/main" noGrp="1"/>
          </p:cNvSpPr>
          <p:nvPr/>
        </p:nvSpPr>
        <p:spPr>
          <a:xfrm xmlns:a="http://schemas.openxmlformats.org/drawingml/2006/main">
            <a:off x="6904673" y="6933248"/>
            <a:ext cx="1905" cy="1905"/>
          </a:xfrm>
          <a:prstGeom xmlns:a="http://schemas.openxmlformats.org/drawingml/2006/main" prst="rect">
            <a:avLst/>
          </a:prstGeom>
          <a:noFill xmlns:a="http://schemas.openxmlformats.org/drawingml/2006/main"/>
          <a:ln xmlns:a="http://schemas.openxmlformats.org/drawingml/2006/main" w="0">
            <a:noFill/>
          </a:ln>
        </p:spPr>
      </p:sp>
      <p:sp>
        <p:nvSpPr>
          <p:cNvPr id="292" name="element_219">
            <a:extLst xmlns:a="http://schemas.openxmlformats.org/drawingml/2006/main">
              <a:ext uri="{FF2B5EF4-FFF2-40B4-BE49-F238E27FC236}">
                <a16:creationId xmlns:a16="http://schemas.microsoft.com/office/drawing/2014/main" id="{20405E56-278C-46D8-9992-5E6390F5EC56}"/>
              </a:ext>
            </a:extLst>
          </p:cNvPr>
          <p:cNvSpPr>
            <a:spLocks xmlns:a="http://schemas.openxmlformats.org/drawingml/2006/main" noGrp="1"/>
          </p:cNvSpPr>
          <p:nvPr/>
        </p:nvSpPr>
        <p:spPr>
          <a:xfrm xmlns:a="http://schemas.openxmlformats.org/drawingml/2006/main">
            <a:off x="6904673" y="724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35" name="直接箭头连接符 987"/>
          <p:cNvCxnSpPr>
            <a:stCxn xmlns:a="http://schemas.openxmlformats.org/drawingml/2006/main" id="291" idx="2"/>
            <a:endCxn xmlns:a="http://schemas.openxmlformats.org/drawingml/2006/main" id="292" idx="0"/>
          </p:cNvCxnSpPr>
          <p:nvPr/>
        </p:nvCxnSpPr>
        <p:spPr>
          <a:xfrm xmlns:a="http://schemas.openxmlformats.org/drawingml/2006/main">
            <a:off x="6905626" y="6935153"/>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294" name="element_220">
            <a:extLst xmlns:a="http://schemas.openxmlformats.org/drawingml/2006/main">
              <a:ext uri="{FF2B5EF4-FFF2-40B4-BE49-F238E27FC236}">
                <a16:creationId xmlns:a16="http://schemas.microsoft.com/office/drawing/2014/main" id="{762B4BB5-B650-43A1-929C-7C431255EE46}"/>
              </a:ext>
            </a:extLst>
          </p:cNvPr>
          <p:cNvSpPr>
            <a:spLocks xmlns:a="http://schemas.openxmlformats.org/drawingml/2006/main" noGrp="1"/>
          </p:cNvSpPr>
          <p:nvPr/>
        </p:nvSpPr>
        <p:spPr>
          <a:xfrm xmlns:a="http://schemas.openxmlformats.org/drawingml/2006/main">
            <a:off x="6695123" y="7038023"/>
            <a:ext cx="1905" cy="1905"/>
          </a:xfrm>
          <a:prstGeom xmlns:a="http://schemas.openxmlformats.org/drawingml/2006/main" prst="rect">
            <a:avLst/>
          </a:prstGeom>
          <a:noFill xmlns:a="http://schemas.openxmlformats.org/drawingml/2006/main"/>
          <a:ln xmlns:a="http://schemas.openxmlformats.org/drawingml/2006/main" w="0">
            <a:noFill/>
          </a:ln>
        </p:spPr>
      </p:sp>
      <p:sp>
        <p:nvSpPr>
          <p:cNvPr id="295" name="element_221">
            <a:extLst xmlns:a="http://schemas.openxmlformats.org/drawingml/2006/main">
              <a:ext uri="{FF2B5EF4-FFF2-40B4-BE49-F238E27FC236}">
                <a16:creationId xmlns:a16="http://schemas.microsoft.com/office/drawing/2014/main" id="{89F35E31-FAF0-40CB-910F-1148853E41D5}"/>
              </a:ext>
            </a:extLst>
          </p:cNvPr>
          <p:cNvSpPr>
            <a:spLocks xmlns:a="http://schemas.openxmlformats.org/drawingml/2006/main" noGrp="1"/>
          </p:cNvSpPr>
          <p:nvPr/>
        </p:nvSpPr>
        <p:spPr>
          <a:xfrm xmlns:a="http://schemas.openxmlformats.org/drawingml/2006/main">
            <a:off x="7009448" y="70380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38" name="直接箭头连接符 990"/>
          <p:cNvCxnSpPr>
            <a:stCxn xmlns:a="http://schemas.openxmlformats.org/drawingml/2006/main" id="294" idx="3"/>
            <a:endCxn xmlns:a="http://schemas.openxmlformats.org/drawingml/2006/main" id="295" idx="1"/>
          </p:cNvCxnSpPr>
          <p:nvPr/>
        </p:nvCxnSpPr>
        <p:spPr>
          <a:xfrm xmlns:a="http://schemas.openxmlformats.org/drawingml/2006/main">
            <a:off x="6697028" y="7038976"/>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297" name="element_222">
            <a:extLst xmlns:a="http://schemas.openxmlformats.org/drawingml/2006/main">
              <a:ext uri="{FF2B5EF4-FFF2-40B4-BE49-F238E27FC236}">
                <a16:creationId xmlns:a16="http://schemas.microsoft.com/office/drawing/2014/main" id="{28489D7D-EB41-4475-8985-AB2128CA18F9}"/>
              </a:ext>
            </a:extLst>
          </p:cNvPr>
          <p:cNvSpPr>
            <a:spLocks xmlns:a="http://schemas.openxmlformats.org/drawingml/2006/main" noGrp="1"/>
          </p:cNvSpPr>
          <p:nvPr/>
        </p:nvSpPr>
        <p:spPr>
          <a:xfrm xmlns:a="http://schemas.openxmlformats.org/drawingml/2006/main">
            <a:off x="6695123" y="7142798"/>
            <a:ext cx="1905" cy="1905"/>
          </a:xfrm>
          <a:prstGeom xmlns:a="http://schemas.openxmlformats.org/drawingml/2006/main" prst="rect">
            <a:avLst/>
          </a:prstGeom>
          <a:noFill xmlns:a="http://schemas.openxmlformats.org/drawingml/2006/main"/>
          <a:ln xmlns:a="http://schemas.openxmlformats.org/drawingml/2006/main" w="0">
            <a:noFill/>
          </a:ln>
        </p:spPr>
      </p:sp>
      <p:sp>
        <p:nvSpPr>
          <p:cNvPr id="298" name="element_223">
            <a:extLst xmlns:a="http://schemas.openxmlformats.org/drawingml/2006/main">
              <a:ext uri="{FF2B5EF4-FFF2-40B4-BE49-F238E27FC236}">
                <a16:creationId xmlns:a16="http://schemas.microsoft.com/office/drawing/2014/main" id="{3E22FB9A-B5DC-4AC6-A94F-D1A31A7E5495}"/>
              </a:ext>
            </a:extLst>
          </p:cNvPr>
          <p:cNvSpPr>
            <a:spLocks xmlns:a="http://schemas.openxmlformats.org/drawingml/2006/main" noGrp="1"/>
          </p:cNvSpPr>
          <p:nvPr/>
        </p:nvSpPr>
        <p:spPr>
          <a:xfrm xmlns:a="http://schemas.openxmlformats.org/drawingml/2006/main">
            <a:off x="7009448" y="7142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41" name="直接箭头连接符 993"/>
          <p:cNvCxnSpPr>
            <a:stCxn xmlns:a="http://schemas.openxmlformats.org/drawingml/2006/main" id="297" idx="3"/>
            <a:endCxn xmlns:a="http://schemas.openxmlformats.org/drawingml/2006/main" id="298" idx="1"/>
          </p:cNvCxnSpPr>
          <p:nvPr/>
        </p:nvCxnSpPr>
        <p:spPr>
          <a:xfrm xmlns:a="http://schemas.openxmlformats.org/drawingml/2006/main">
            <a:off x="6697028" y="7143751"/>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300" name="element_224">
            <a:extLst xmlns:a="http://schemas.openxmlformats.org/drawingml/2006/main">
              <a:ext uri="{FF2B5EF4-FFF2-40B4-BE49-F238E27FC236}">
                <a16:creationId xmlns:a16="http://schemas.microsoft.com/office/drawing/2014/main" id="{47D86BA2-3DDA-457D-90D8-17620F44584C}"/>
              </a:ext>
            </a:extLst>
          </p:cNvPr>
          <p:cNvSpPr>
            <a:spLocks xmlns:a="http://schemas.openxmlformats.org/drawingml/2006/main" noGrp="1"/>
          </p:cNvSpPr>
          <p:nvPr/>
        </p:nvSpPr>
        <p:spPr>
          <a:xfrm xmlns:a="http://schemas.openxmlformats.org/drawingml/2006/main">
            <a:off x="6600825" y="7429500"/>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142632"/>
                </a:solidFill>
                <a:latin typeface="Times New Roman"/>
                <a:ea typeface="Times New Roman"/>
                <a:cs typeface="Times New Roman"/>
              </a:defRPr>
            </a:pPr>
            <a:r>
              <a:rPr sz="1725" b="0">
                <a:solidFill>
                  <a:srgbClr val="142632"/>
                </a:solidFill>
                <a:latin typeface="Times New Roman"/>
                <a:ea typeface="Times New Roman"/>
                <a:cs typeface="Times New Roman"/>
              </a:rPr>
              <a:t>gₐ</a:t>
            </a:r>
          </a:p>
        </p:txBody>
      </p:sp>
      <p:sp>
        <p:nvSpPr>
          <p:cNvPr id="301" name="element_225">
            <a:extLst xmlns:a="http://schemas.openxmlformats.org/drawingml/2006/main">
              <a:ext uri="{FF2B5EF4-FFF2-40B4-BE49-F238E27FC236}">
                <a16:creationId xmlns:a16="http://schemas.microsoft.com/office/drawing/2014/main" id="{CDA9EC8A-4E2E-4947-9C65-61133211C95B}"/>
              </a:ext>
            </a:extLst>
          </p:cNvPr>
          <p:cNvSpPr>
            <a:spLocks xmlns:a="http://schemas.openxmlformats.org/drawingml/2006/main" noGrp="1"/>
          </p:cNvSpPr>
          <p:nvPr/>
        </p:nvSpPr>
        <p:spPr>
          <a:xfrm xmlns:a="http://schemas.openxmlformats.org/drawingml/2006/main">
            <a:off x="2275523" y="7152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02" name="element_226">
            <a:extLst xmlns:a="http://schemas.openxmlformats.org/drawingml/2006/main">
              <a:ext uri="{FF2B5EF4-FFF2-40B4-BE49-F238E27FC236}">
                <a16:creationId xmlns:a16="http://schemas.microsoft.com/office/drawing/2014/main" id="{86816674-5F0B-447D-B45C-59F5DAFBF423}"/>
              </a:ext>
            </a:extLst>
          </p:cNvPr>
          <p:cNvSpPr>
            <a:spLocks xmlns:a="http://schemas.openxmlformats.org/drawingml/2006/main" noGrp="1"/>
          </p:cNvSpPr>
          <p:nvPr/>
        </p:nvSpPr>
        <p:spPr>
          <a:xfrm xmlns:a="http://schemas.openxmlformats.org/drawingml/2006/main">
            <a:off x="2570798" y="7152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45" name="直接箭头连接符 997"/>
          <p:cNvCxnSpPr>
            <a:stCxn xmlns:a="http://schemas.openxmlformats.org/drawingml/2006/main" id="301" idx="3"/>
            <a:endCxn xmlns:a="http://schemas.openxmlformats.org/drawingml/2006/main" id="302" idx="1"/>
          </p:cNvCxnSpPr>
          <p:nvPr/>
        </p:nvCxnSpPr>
        <p:spPr>
          <a:xfrm xmlns:a="http://schemas.openxmlformats.org/drawingml/2006/main">
            <a:off x="2277428" y="7153276"/>
            <a:ext cx="293370" cy="0"/>
          </a:xfrm>
          <a:prstGeom xmlns:a="http://schemas.openxmlformats.org/drawingml/2006/main" prst="straightConnector1">
            <a:avLst/>
          </a:prstGeom>
          <a:ln xmlns:a="http://schemas.openxmlformats.org/drawingml/2006/main" w="16193">
            <a:solidFill>
              <a:srgbClr val="D39243"/>
            </a:solidFill>
            <a:prstDash val="dash"/>
            <a:tailEnd type="triangle" w="sm" len="sm"/>
          </a:ln>
        </p:spPr>
      </p:cxnSp>
      <p:sp>
        <p:nvSpPr>
          <p:cNvPr id="304" name="element_227">
            <a:extLst xmlns:a="http://schemas.openxmlformats.org/drawingml/2006/main">
              <a:ext uri="{FF2B5EF4-FFF2-40B4-BE49-F238E27FC236}">
                <a16:creationId xmlns:a16="http://schemas.microsoft.com/office/drawing/2014/main" id="{F88EAF7C-477F-44C4-BB82-CAA36527704D}"/>
              </a:ext>
            </a:extLst>
          </p:cNvPr>
          <p:cNvSpPr>
            <a:spLocks xmlns:a="http://schemas.openxmlformats.org/drawingml/2006/main" noGrp="1"/>
          </p:cNvSpPr>
          <p:nvPr/>
        </p:nvSpPr>
        <p:spPr>
          <a:xfrm xmlns:a="http://schemas.openxmlformats.org/drawingml/2006/main">
            <a:off x="3837623" y="7152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05" name="element_228">
            <a:extLst xmlns:a="http://schemas.openxmlformats.org/drawingml/2006/main">
              <a:ext uri="{FF2B5EF4-FFF2-40B4-BE49-F238E27FC236}">
                <a16:creationId xmlns:a16="http://schemas.microsoft.com/office/drawing/2014/main" id="{4BDF4BFF-6DD1-4F26-864E-10FB8271D178}"/>
              </a:ext>
            </a:extLst>
          </p:cNvPr>
          <p:cNvSpPr>
            <a:spLocks xmlns:a="http://schemas.openxmlformats.org/drawingml/2006/main" noGrp="1"/>
          </p:cNvSpPr>
          <p:nvPr/>
        </p:nvSpPr>
        <p:spPr>
          <a:xfrm xmlns:a="http://schemas.openxmlformats.org/drawingml/2006/main">
            <a:off x="4190048" y="7152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48" name="直接箭头连接符 1000"/>
          <p:cNvCxnSpPr>
            <a:stCxn xmlns:a="http://schemas.openxmlformats.org/drawingml/2006/main" id="304" idx="3"/>
            <a:endCxn xmlns:a="http://schemas.openxmlformats.org/drawingml/2006/main" id="305" idx="1"/>
          </p:cNvCxnSpPr>
          <p:nvPr/>
        </p:nvCxnSpPr>
        <p:spPr>
          <a:xfrm xmlns:a="http://schemas.openxmlformats.org/drawingml/2006/main">
            <a:off x="3839528" y="7153276"/>
            <a:ext cx="350520" cy="0"/>
          </a:xfrm>
          <a:prstGeom xmlns:a="http://schemas.openxmlformats.org/drawingml/2006/main" prst="straightConnector1">
            <a:avLst/>
          </a:prstGeom>
          <a:ln xmlns:a="http://schemas.openxmlformats.org/drawingml/2006/main" w="16193">
            <a:solidFill>
              <a:srgbClr val="D39243"/>
            </a:solidFill>
            <a:prstDash val="dash"/>
            <a:tailEnd type="triangle" w="sm" len="sm"/>
          </a:ln>
        </p:spPr>
      </p:cxnSp>
      <p:sp>
        <p:nvSpPr>
          <p:cNvPr id="307" name="element_229">
            <a:extLst xmlns:a="http://schemas.openxmlformats.org/drawingml/2006/main">
              <a:ext uri="{FF2B5EF4-FFF2-40B4-BE49-F238E27FC236}">
                <a16:creationId xmlns:a16="http://schemas.microsoft.com/office/drawing/2014/main" id="{C0E8C639-2CE5-4B76-89AB-5B4C38685202}"/>
              </a:ext>
            </a:extLst>
          </p:cNvPr>
          <p:cNvSpPr>
            <a:spLocks xmlns:a="http://schemas.openxmlformats.org/drawingml/2006/main" noGrp="1"/>
          </p:cNvSpPr>
          <p:nvPr/>
        </p:nvSpPr>
        <p:spPr>
          <a:xfrm xmlns:a="http://schemas.openxmlformats.org/drawingml/2006/main">
            <a:off x="4561523" y="7152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08" name="element_230">
            <a:extLst xmlns:a="http://schemas.openxmlformats.org/drawingml/2006/main">
              <a:ext uri="{FF2B5EF4-FFF2-40B4-BE49-F238E27FC236}">
                <a16:creationId xmlns:a16="http://schemas.microsoft.com/office/drawing/2014/main" id="{A9327CC8-04E4-4073-B692-AA737F7B6FE0}"/>
              </a:ext>
            </a:extLst>
          </p:cNvPr>
          <p:cNvSpPr>
            <a:spLocks xmlns:a="http://schemas.openxmlformats.org/drawingml/2006/main" noGrp="1"/>
          </p:cNvSpPr>
          <p:nvPr/>
        </p:nvSpPr>
        <p:spPr>
          <a:xfrm xmlns:a="http://schemas.openxmlformats.org/drawingml/2006/main">
            <a:off x="5009198" y="7152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51" name="直接箭头连接符 1003"/>
          <p:cNvCxnSpPr>
            <a:stCxn xmlns:a="http://schemas.openxmlformats.org/drawingml/2006/main" id="307" idx="3"/>
            <a:endCxn xmlns:a="http://schemas.openxmlformats.org/drawingml/2006/main" id="308" idx="1"/>
          </p:cNvCxnSpPr>
          <p:nvPr/>
        </p:nvCxnSpPr>
        <p:spPr>
          <a:xfrm xmlns:a="http://schemas.openxmlformats.org/drawingml/2006/main">
            <a:off x="4563428" y="7153276"/>
            <a:ext cx="445770" cy="0"/>
          </a:xfrm>
          <a:prstGeom xmlns:a="http://schemas.openxmlformats.org/drawingml/2006/main" prst="straightConnector1">
            <a:avLst/>
          </a:prstGeom>
          <a:ln xmlns:a="http://schemas.openxmlformats.org/drawingml/2006/main" w="16193">
            <a:solidFill>
              <a:srgbClr val="D39243"/>
            </a:solidFill>
            <a:prstDash val="dash"/>
            <a:tailEnd type="triangle" w="sm" len="sm"/>
          </a:ln>
        </p:spPr>
      </p:cxnSp>
      <p:sp>
        <p:nvSpPr>
          <p:cNvPr id="310" name="element_231">
            <a:extLst xmlns:a="http://schemas.openxmlformats.org/drawingml/2006/main">
              <a:ext uri="{FF2B5EF4-FFF2-40B4-BE49-F238E27FC236}">
                <a16:creationId xmlns:a16="http://schemas.microsoft.com/office/drawing/2014/main" id="{0DB3C52B-CEB3-41FF-9631-DAF2A3B8BB2F}"/>
              </a:ext>
            </a:extLst>
          </p:cNvPr>
          <p:cNvSpPr>
            <a:spLocks xmlns:a="http://schemas.openxmlformats.org/drawingml/2006/main" noGrp="1"/>
          </p:cNvSpPr>
          <p:nvPr/>
        </p:nvSpPr>
        <p:spPr>
          <a:xfrm xmlns:a="http://schemas.openxmlformats.org/drawingml/2006/main">
            <a:off x="6695123" y="7152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11" name="element_232">
            <a:extLst xmlns:a="http://schemas.openxmlformats.org/drawingml/2006/main">
              <a:ext uri="{FF2B5EF4-FFF2-40B4-BE49-F238E27FC236}">
                <a16:creationId xmlns:a16="http://schemas.microsoft.com/office/drawing/2014/main" id="{31C66124-2436-4C03-A154-00F48529C088}"/>
              </a:ext>
            </a:extLst>
          </p:cNvPr>
          <p:cNvSpPr>
            <a:spLocks xmlns:a="http://schemas.openxmlformats.org/drawingml/2006/main" noGrp="1"/>
          </p:cNvSpPr>
          <p:nvPr/>
        </p:nvSpPr>
        <p:spPr>
          <a:xfrm xmlns:a="http://schemas.openxmlformats.org/drawingml/2006/main">
            <a:off x="6171248" y="7152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54" name="直接箭头连接符 1006"/>
          <p:cNvCxnSpPr>
            <a:stCxn xmlns:a="http://schemas.openxmlformats.org/drawingml/2006/main" id="310" idx="1"/>
            <a:endCxn xmlns:a="http://schemas.openxmlformats.org/drawingml/2006/main" id="311" idx="3"/>
          </p:cNvCxnSpPr>
          <p:nvPr/>
        </p:nvCxnSpPr>
        <p:spPr>
          <a:xfrm xmlns:a="http://schemas.openxmlformats.org/drawingml/2006/main" flipH="1">
            <a:off x="6173153" y="7153276"/>
            <a:ext cx="521970" cy="0"/>
          </a:xfrm>
          <a:prstGeom xmlns:a="http://schemas.openxmlformats.org/drawingml/2006/main" prst="straightConnector1">
            <a:avLst/>
          </a:prstGeom>
          <a:ln xmlns:a="http://schemas.openxmlformats.org/drawingml/2006/main" w="16193">
            <a:solidFill>
              <a:srgbClr val="D39243"/>
            </a:solidFill>
            <a:prstDash val="dash"/>
            <a:tailEnd type="triangle" w="sm" len="sm"/>
          </a:ln>
        </p:spPr>
      </p:cxnSp>
      <p:sp>
        <p:nvSpPr>
          <p:cNvPr id="313" name="element_233">
            <a:extLst xmlns:a="http://schemas.openxmlformats.org/drawingml/2006/main">
              <a:ext uri="{FF2B5EF4-FFF2-40B4-BE49-F238E27FC236}">
                <a16:creationId xmlns:a16="http://schemas.microsoft.com/office/drawing/2014/main" id="{3114E7F4-828B-47A9-923C-723EB22FC061}"/>
              </a:ext>
            </a:extLst>
          </p:cNvPr>
          <p:cNvSpPr>
            <a:spLocks xmlns:a="http://schemas.openxmlformats.org/drawingml/2006/main" noGrp="1"/>
          </p:cNvSpPr>
          <p:nvPr/>
        </p:nvSpPr>
        <p:spPr>
          <a:xfrm xmlns:a="http://schemas.openxmlformats.org/drawingml/2006/main">
            <a:off x="11972925" y="628650"/>
            <a:ext cx="2981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425" b="0">
                <a:solidFill>
                  <a:srgbClr val="142632"/>
                </a:solidFill>
                <a:latin typeface="Times New Roman"/>
                <a:ea typeface="Times New Roman"/>
                <a:cs typeface="Times New Roman"/>
              </a:defRPr>
            </a:pPr>
            <a:r>
              <a:rPr sz="1425" b="0">
                <a:solidFill>
                  <a:srgbClr val="142632"/>
                </a:solidFill>
                <a:latin typeface="Times New Roman"/>
                <a:ea typeface="Times New Roman"/>
                <a:cs typeface="Times New Roman"/>
              </a:rPr>
              <a:t>Hctx = Pₕ(h₀) + Pᵤ(uₐ)</a:t>
            </a:r>
          </a:p>
          <a:p xmlns:a="http://schemas.openxmlformats.org/drawingml/2006/main">
            <a:pPr algn="ctr">
              <a:buNone/>
              <a:defRPr sz="1425" b="0">
                <a:solidFill>
                  <a:srgbClr val="142632"/>
                </a:solidFill>
                <a:latin typeface="Times New Roman"/>
                <a:ea typeface="Times New Roman"/>
                <a:cs typeface="Times New Roman"/>
              </a:defRPr>
            </a:pPr>
            <a:r>
              <a:rPr sz="1425" b="0">
                <a:solidFill>
                  <a:srgbClr val="142632"/>
                </a:solidFill>
                <a:latin typeface="Times New Roman"/>
                <a:ea typeface="Times New Roman"/>
                <a:cs typeface="Times New Roman"/>
              </a:rPr>
              <a:t>g = P_g(gₐ) + P_z(z_id) + P_τ(τ)</a:t>
            </a:r>
          </a:p>
        </p:txBody>
      </p:sp>
      <p:sp>
        <p:nvSpPr>
          <p:cNvPr id="314" name="element_234">
            <a:extLst xmlns:a="http://schemas.openxmlformats.org/drawingml/2006/main">
              <a:ext uri="{FF2B5EF4-FFF2-40B4-BE49-F238E27FC236}">
                <a16:creationId xmlns:a16="http://schemas.microsoft.com/office/drawing/2014/main" id="{7113DB2B-41EA-4866-925A-7AA4AEAA1178}"/>
              </a:ext>
            </a:extLst>
          </p:cNvPr>
          <p:cNvSpPr>
            <a:spLocks xmlns:a="http://schemas.openxmlformats.org/drawingml/2006/main" noGrp="1"/>
          </p:cNvSpPr>
          <p:nvPr/>
        </p:nvSpPr>
        <p:spPr>
          <a:xfrm xmlns:a="http://schemas.openxmlformats.org/drawingml/2006/main">
            <a:off x="12172950" y="1400175"/>
            <a:ext cx="2581275" cy="419100"/>
          </a:xfrm>
          <a:prstGeom xmlns:a="http://schemas.openxmlformats.org/drawingml/2006/main" prst="roundRect">
            <a:avLst>
              <a:gd name="adj" fmla="val 13636"/>
            </a:avLst>
          </a:prstGeom>
          <a:solidFill xmlns:a="http://schemas.openxmlformats.org/drawingml/2006/main">
            <a:srgbClr val="E6DEEE"/>
          </a:solidFill>
          <a:ln xmlns:a="http://schemas.openxmlformats.org/drawingml/2006/main" w="10478">
            <a:solidFill>
              <a:srgbClr val="8F7DAB"/>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725">
                <a:solidFill>
                  <a:srgbClr val="142632"/>
                </a:solidFill>
                <a:latin typeface="Times New Roman"/>
                <a:ea typeface="Times New Roman"/>
                <a:cs typeface="Times New Roman"/>
              </a:defRPr>
            </a:pPr>
            <a:r>
              <a:rPr sz="1725">
                <a:solidFill>
                  <a:srgbClr val="142632"/>
                </a:solidFill>
                <a:latin typeface="Times New Roman"/>
                <a:ea typeface="Times New Roman"/>
                <a:cs typeface="Times New Roman"/>
              </a:rPr>
              <a:t>Noisy residual</a:t>
            </a:r>
          </a:p>
        </p:txBody>
      </p:sp>
      <p:sp>
        <p:nvSpPr>
          <p:cNvPr id="315" name="element_235">
            <a:extLst xmlns:a="http://schemas.openxmlformats.org/drawingml/2006/main">
              <a:ext uri="{FF2B5EF4-FFF2-40B4-BE49-F238E27FC236}">
                <a16:creationId xmlns:a16="http://schemas.microsoft.com/office/drawing/2014/main" id="{B816859A-9C2C-4B22-97A2-F18D440E8723}"/>
              </a:ext>
            </a:extLst>
          </p:cNvPr>
          <p:cNvSpPr>
            <a:spLocks xmlns:a="http://schemas.openxmlformats.org/drawingml/2006/main" noGrp="1"/>
          </p:cNvSpPr>
          <p:nvPr/>
        </p:nvSpPr>
        <p:spPr>
          <a:xfrm xmlns:a="http://schemas.openxmlformats.org/drawingml/2006/main">
            <a:off x="11915775" y="2038350"/>
            <a:ext cx="3038475" cy="3162300"/>
          </a:xfrm>
          <a:prstGeom xmlns:a="http://schemas.openxmlformats.org/drawingml/2006/main" prst="roundRect">
            <a:avLst>
              <a:gd name="adj" fmla="val 5643"/>
            </a:avLst>
          </a:prstGeom>
          <a:solidFill xmlns:a="http://schemas.openxmlformats.org/drawingml/2006/main">
            <a:srgbClr val="FFFEFA"/>
          </a:solidFill>
          <a:ln xmlns:a="http://schemas.openxmlformats.org/drawingml/2006/main" w="13335">
            <a:solidFill>
              <a:srgbClr val="D39243"/>
            </a:solidFill>
          </a:ln>
        </p:spPr>
      </p:sp>
      <p:sp>
        <p:nvSpPr>
          <p:cNvPr id="316" name="element_236">
            <a:extLst xmlns:a="http://schemas.openxmlformats.org/drawingml/2006/main">
              <a:ext uri="{FF2B5EF4-FFF2-40B4-BE49-F238E27FC236}">
                <a16:creationId xmlns:a16="http://schemas.microsoft.com/office/drawing/2014/main" id="{D65E4309-2215-4487-A6D1-2157ACDF3072}"/>
              </a:ext>
            </a:extLst>
          </p:cNvPr>
          <p:cNvSpPr>
            <a:spLocks xmlns:a="http://schemas.openxmlformats.org/drawingml/2006/main" noGrp="1"/>
          </p:cNvSpPr>
          <p:nvPr/>
        </p:nvSpPr>
        <p:spPr>
          <a:xfrm xmlns:a="http://schemas.openxmlformats.org/drawingml/2006/main">
            <a:off x="12192000" y="2286000"/>
            <a:ext cx="2495550" cy="438150"/>
          </a:xfrm>
          <a:prstGeom xmlns:a="http://schemas.openxmlformats.org/drawingml/2006/main" prst="roundRect">
            <a:avLst>
              <a:gd name="adj" fmla="val 13043"/>
            </a:avLst>
          </a:prstGeom>
          <a:solidFill xmlns:a="http://schemas.openxmlformats.org/drawingml/2006/main">
            <a:srgbClr val="D0EFED"/>
          </a:solidFill>
          <a:ln xmlns:a="http://schemas.openxmlformats.org/drawingml/2006/main" w="10478">
            <a:solidFill>
              <a:srgbClr val="4C9998"/>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AdaLN + Self-Attention</a:t>
            </a:r>
          </a:p>
        </p:txBody>
      </p:sp>
      <p:sp>
        <p:nvSpPr>
          <p:cNvPr id="317" name="element_237">
            <a:extLst xmlns:a="http://schemas.openxmlformats.org/drawingml/2006/main">
              <a:ext uri="{FF2B5EF4-FFF2-40B4-BE49-F238E27FC236}">
                <a16:creationId xmlns:a16="http://schemas.microsoft.com/office/drawing/2014/main" id="{B831DA4B-8B0B-4537-B9F8-7934B7FF37BC}"/>
              </a:ext>
            </a:extLst>
          </p:cNvPr>
          <p:cNvSpPr>
            <a:spLocks xmlns:a="http://schemas.openxmlformats.org/drawingml/2006/main" noGrp="1"/>
          </p:cNvSpPr>
          <p:nvPr/>
        </p:nvSpPr>
        <p:spPr>
          <a:xfrm xmlns:a="http://schemas.openxmlformats.org/drawingml/2006/main">
            <a:off x="12192000" y="2971800"/>
            <a:ext cx="2495550" cy="438150"/>
          </a:xfrm>
          <a:prstGeom xmlns:a="http://schemas.openxmlformats.org/drawingml/2006/main" prst="roundRect">
            <a:avLst>
              <a:gd name="adj" fmla="val 13043"/>
            </a:avLst>
          </a:prstGeom>
          <a:solidFill xmlns:a="http://schemas.openxmlformats.org/drawingml/2006/main">
            <a:srgbClr val="DDEECF"/>
          </a:solidFill>
          <a:ln xmlns:a="http://schemas.openxmlformats.org/drawingml/2006/main" w="10478">
            <a:solidFill>
              <a:srgbClr val="579849"/>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Global modulation</a:t>
            </a:r>
          </a:p>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gₐ + z_id + τ</a:t>
            </a:r>
          </a:p>
        </p:txBody>
      </p:sp>
      <p:sp>
        <p:nvSpPr>
          <p:cNvPr id="318" name="element_238">
            <a:extLst xmlns:a="http://schemas.openxmlformats.org/drawingml/2006/main">
              <a:ext uri="{FF2B5EF4-FFF2-40B4-BE49-F238E27FC236}">
                <a16:creationId xmlns:a16="http://schemas.microsoft.com/office/drawing/2014/main" id="{0418B2F9-5C36-42FB-A822-4C2030A1F706}"/>
              </a:ext>
            </a:extLst>
          </p:cNvPr>
          <p:cNvSpPr>
            <a:spLocks xmlns:a="http://schemas.openxmlformats.org/drawingml/2006/main" noGrp="1"/>
          </p:cNvSpPr>
          <p:nvPr/>
        </p:nvSpPr>
        <p:spPr>
          <a:xfrm xmlns:a="http://schemas.openxmlformats.org/drawingml/2006/main">
            <a:off x="13438823" y="2723198"/>
            <a:ext cx="1905" cy="1905"/>
          </a:xfrm>
          <a:prstGeom xmlns:a="http://schemas.openxmlformats.org/drawingml/2006/main" prst="rect">
            <a:avLst/>
          </a:prstGeom>
          <a:noFill xmlns:a="http://schemas.openxmlformats.org/drawingml/2006/main"/>
          <a:ln xmlns:a="http://schemas.openxmlformats.org/drawingml/2006/main" w="0">
            <a:noFill/>
          </a:ln>
        </p:spPr>
      </p:sp>
      <p:sp>
        <p:nvSpPr>
          <p:cNvPr id="319" name="element_239">
            <a:extLst xmlns:a="http://schemas.openxmlformats.org/drawingml/2006/main">
              <a:ext uri="{FF2B5EF4-FFF2-40B4-BE49-F238E27FC236}">
                <a16:creationId xmlns:a16="http://schemas.microsoft.com/office/drawing/2014/main" id="{BEC1DF75-1D7D-4FD8-8A8C-DCFD21F660FE}"/>
              </a:ext>
            </a:extLst>
          </p:cNvPr>
          <p:cNvSpPr>
            <a:spLocks xmlns:a="http://schemas.openxmlformats.org/drawingml/2006/main" noGrp="1"/>
          </p:cNvSpPr>
          <p:nvPr/>
        </p:nvSpPr>
        <p:spPr>
          <a:xfrm xmlns:a="http://schemas.openxmlformats.org/drawingml/2006/main">
            <a:off x="13438823" y="29708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62" name="直接箭头连接符 1014"/>
          <p:cNvCxnSpPr>
            <a:stCxn xmlns:a="http://schemas.openxmlformats.org/drawingml/2006/main" id="318" idx="2"/>
            <a:endCxn xmlns:a="http://schemas.openxmlformats.org/drawingml/2006/main" id="319" idx="0"/>
          </p:cNvCxnSpPr>
          <p:nvPr/>
        </p:nvCxnSpPr>
        <p:spPr>
          <a:xfrm xmlns:a="http://schemas.openxmlformats.org/drawingml/2006/main">
            <a:off x="13439776" y="2725103"/>
            <a:ext cx="0" cy="2457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21" name="element_240">
            <a:extLst xmlns:a="http://schemas.openxmlformats.org/drawingml/2006/main">
              <a:ext uri="{FF2B5EF4-FFF2-40B4-BE49-F238E27FC236}">
                <a16:creationId xmlns:a16="http://schemas.microsoft.com/office/drawing/2014/main" id="{0FE69B15-22E4-443D-9A8D-C31AB962F6D5}"/>
              </a:ext>
            </a:extLst>
          </p:cNvPr>
          <p:cNvSpPr>
            <a:spLocks xmlns:a="http://schemas.openxmlformats.org/drawingml/2006/main" noGrp="1"/>
          </p:cNvSpPr>
          <p:nvPr/>
        </p:nvSpPr>
        <p:spPr>
          <a:xfrm xmlns:a="http://schemas.openxmlformats.org/drawingml/2006/main">
            <a:off x="12192000" y="3657600"/>
            <a:ext cx="2495550" cy="438150"/>
          </a:xfrm>
          <a:prstGeom xmlns:a="http://schemas.openxmlformats.org/drawingml/2006/main" prst="roundRect">
            <a:avLst>
              <a:gd name="adj" fmla="val 13043"/>
            </a:avLst>
          </a:prstGeom>
          <a:solidFill xmlns:a="http://schemas.openxmlformats.org/drawingml/2006/main">
            <a:srgbClr val="FFE6B7"/>
          </a:solidFill>
          <a:ln xmlns:a="http://schemas.openxmlformats.org/drawingml/2006/main" w="10478">
            <a:solidFill>
              <a:srgbClr val="D39243"/>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AdaLN + Cross-Attention</a:t>
            </a:r>
          </a:p>
        </p:txBody>
      </p:sp>
      <p:sp>
        <p:nvSpPr>
          <p:cNvPr id="322" name="element_241">
            <a:extLst xmlns:a="http://schemas.openxmlformats.org/drawingml/2006/main">
              <a:ext uri="{FF2B5EF4-FFF2-40B4-BE49-F238E27FC236}">
                <a16:creationId xmlns:a16="http://schemas.microsoft.com/office/drawing/2014/main" id="{0FBFB415-4EF4-47FF-A0A0-952E3ACCEADE}"/>
              </a:ext>
            </a:extLst>
          </p:cNvPr>
          <p:cNvSpPr>
            <a:spLocks xmlns:a="http://schemas.openxmlformats.org/drawingml/2006/main" noGrp="1"/>
          </p:cNvSpPr>
          <p:nvPr/>
        </p:nvSpPr>
        <p:spPr>
          <a:xfrm xmlns:a="http://schemas.openxmlformats.org/drawingml/2006/main">
            <a:off x="13438823" y="3408998"/>
            <a:ext cx="1905" cy="1905"/>
          </a:xfrm>
          <a:prstGeom xmlns:a="http://schemas.openxmlformats.org/drawingml/2006/main" prst="rect">
            <a:avLst/>
          </a:prstGeom>
          <a:noFill xmlns:a="http://schemas.openxmlformats.org/drawingml/2006/main"/>
          <a:ln xmlns:a="http://schemas.openxmlformats.org/drawingml/2006/main" w="0">
            <a:noFill/>
          </a:ln>
        </p:spPr>
      </p:sp>
      <p:sp>
        <p:nvSpPr>
          <p:cNvPr id="323" name="element_242">
            <a:extLst xmlns:a="http://schemas.openxmlformats.org/drawingml/2006/main">
              <a:ext uri="{FF2B5EF4-FFF2-40B4-BE49-F238E27FC236}">
                <a16:creationId xmlns:a16="http://schemas.microsoft.com/office/drawing/2014/main" id="{A0D783C8-C1F9-4B20-A6EA-844D1B477AA6}"/>
              </a:ext>
            </a:extLst>
          </p:cNvPr>
          <p:cNvSpPr>
            <a:spLocks xmlns:a="http://schemas.openxmlformats.org/drawingml/2006/main" noGrp="1"/>
          </p:cNvSpPr>
          <p:nvPr/>
        </p:nvSpPr>
        <p:spPr>
          <a:xfrm xmlns:a="http://schemas.openxmlformats.org/drawingml/2006/main">
            <a:off x="13438823" y="36566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66" name="直接箭头连接符 1018"/>
          <p:cNvCxnSpPr>
            <a:stCxn xmlns:a="http://schemas.openxmlformats.org/drawingml/2006/main" id="322" idx="2"/>
            <a:endCxn xmlns:a="http://schemas.openxmlformats.org/drawingml/2006/main" id="323" idx="0"/>
          </p:cNvCxnSpPr>
          <p:nvPr/>
        </p:nvCxnSpPr>
        <p:spPr>
          <a:xfrm xmlns:a="http://schemas.openxmlformats.org/drawingml/2006/main">
            <a:off x="13439776" y="3410903"/>
            <a:ext cx="0" cy="2457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25" name="element_243">
            <a:extLst xmlns:a="http://schemas.openxmlformats.org/drawingml/2006/main">
              <a:ext uri="{FF2B5EF4-FFF2-40B4-BE49-F238E27FC236}">
                <a16:creationId xmlns:a16="http://schemas.microsoft.com/office/drawing/2014/main" id="{1849D83C-3CAA-4747-A797-69E24168DEE2}"/>
              </a:ext>
            </a:extLst>
          </p:cNvPr>
          <p:cNvSpPr>
            <a:spLocks xmlns:a="http://schemas.openxmlformats.org/drawingml/2006/main" noGrp="1"/>
          </p:cNvSpPr>
          <p:nvPr/>
        </p:nvSpPr>
        <p:spPr>
          <a:xfrm xmlns:a="http://schemas.openxmlformats.org/drawingml/2006/main">
            <a:off x="12192000" y="4343400"/>
            <a:ext cx="2495550" cy="438150"/>
          </a:xfrm>
          <a:prstGeom xmlns:a="http://schemas.openxmlformats.org/drawingml/2006/main" prst="roundRect">
            <a:avLst>
              <a:gd name="adj" fmla="val 13043"/>
            </a:avLst>
          </a:prstGeom>
          <a:solidFill xmlns:a="http://schemas.openxmlformats.org/drawingml/2006/main">
            <a:srgbClr val="D0EFED"/>
          </a:solidFill>
          <a:ln xmlns:a="http://schemas.openxmlformats.org/drawingml/2006/main" w="10478">
            <a:solidFill>
              <a:srgbClr val="4C9998"/>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AdaLN + Feed Forward</a:t>
            </a:r>
          </a:p>
        </p:txBody>
      </p:sp>
      <p:sp>
        <p:nvSpPr>
          <p:cNvPr id="326" name="element_244">
            <a:extLst xmlns:a="http://schemas.openxmlformats.org/drawingml/2006/main">
              <a:ext uri="{FF2B5EF4-FFF2-40B4-BE49-F238E27FC236}">
                <a16:creationId xmlns:a16="http://schemas.microsoft.com/office/drawing/2014/main" id="{2304A3F4-17B8-4436-B82A-0687D246EBA3}"/>
              </a:ext>
            </a:extLst>
          </p:cNvPr>
          <p:cNvSpPr>
            <a:spLocks xmlns:a="http://schemas.openxmlformats.org/drawingml/2006/main" noGrp="1"/>
          </p:cNvSpPr>
          <p:nvPr/>
        </p:nvSpPr>
        <p:spPr>
          <a:xfrm xmlns:a="http://schemas.openxmlformats.org/drawingml/2006/main">
            <a:off x="13438823" y="4094798"/>
            <a:ext cx="1905" cy="1905"/>
          </a:xfrm>
          <a:prstGeom xmlns:a="http://schemas.openxmlformats.org/drawingml/2006/main" prst="rect">
            <a:avLst/>
          </a:prstGeom>
          <a:noFill xmlns:a="http://schemas.openxmlformats.org/drawingml/2006/main"/>
          <a:ln xmlns:a="http://schemas.openxmlformats.org/drawingml/2006/main" w="0">
            <a:noFill/>
          </a:ln>
        </p:spPr>
      </p:sp>
      <p:sp>
        <p:nvSpPr>
          <p:cNvPr id="327" name="element_245">
            <a:extLst xmlns:a="http://schemas.openxmlformats.org/drawingml/2006/main">
              <a:ext uri="{FF2B5EF4-FFF2-40B4-BE49-F238E27FC236}">
                <a16:creationId xmlns:a16="http://schemas.microsoft.com/office/drawing/2014/main" id="{ACAD20D1-4C28-4BD7-A2BF-21FF82432FC1}"/>
              </a:ext>
            </a:extLst>
          </p:cNvPr>
          <p:cNvSpPr>
            <a:spLocks xmlns:a="http://schemas.openxmlformats.org/drawingml/2006/main" noGrp="1"/>
          </p:cNvSpPr>
          <p:nvPr/>
        </p:nvSpPr>
        <p:spPr>
          <a:xfrm xmlns:a="http://schemas.openxmlformats.org/drawingml/2006/main">
            <a:off x="13438823" y="43424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70" name="直接箭头连接符 1022"/>
          <p:cNvCxnSpPr>
            <a:stCxn xmlns:a="http://schemas.openxmlformats.org/drawingml/2006/main" id="326" idx="2"/>
            <a:endCxn xmlns:a="http://schemas.openxmlformats.org/drawingml/2006/main" id="327" idx="0"/>
          </p:cNvCxnSpPr>
          <p:nvPr/>
        </p:nvCxnSpPr>
        <p:spPr>
          <a:xfrm xmlns:a="http://schemas.openxmlformats.org/drawingml/2006/main">
            <a:off x="13439776" y="4096703"/>
            <a:ext cx="0" cy="2457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29" name="element_246">
            <a:extLst xmlns:a="http://schemas.openxmlformats.org/drawingml/2006/main">
              <a:ext uri="{FF2B5EF4-FFF2-40B4-BE49-F238E27FC236}">
                <a16:creationId xmlns:a16="http://schemas.microsoft.com/office/drawing/2014/main" id="{5D86CC13-DF31-48B9-B962-8296B9009D68}"/>
              </a:ext>
            </a:extLst>
          </p:cNvPr>
          <p:cNvSpPr>
            <a:spLocks xmlns:a="http://schemas.openxmlformats.org/drawingml/2006/main" noGrp="1"/>
          </p:cNvSpPr>
          <p:nvPr/>
        </p:nvSpPr>
        <p:spPr>
          <a:xfrm xmlns:a="http://schemas.openxmlformats.org/drawingml/2006/main">
            <a:off x="13438823" y="1818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30" name="element_247">
            <a:extLst xmlns:a="http://schemas.openxmlformats.org/drawingml/2006/main">
              <a:ext uri="{FF2B5EF4-FFF2-40B4-BE49-F238E27FC236}">
                <a16:creationId xmlns:a16="http://schemas.microsoft.com/office/drawing/2014/main" id="{D8772073-365D-41EA-82AA-57C1006F42E2}"/>
              </a:ext>
            </a:extLst>
          </p:cNvPr>
          <p:cNvSpPr>
            <a:spLocks xmlns:a="http://schemas.openxmlformats.org/drawingml/2006/main" noGrp="1"/>
          </p:cNvSpPr>
          <p:nvPr/>
        </p:nvSpPr>
        <p:spPr>
          <a:xfrm xmlns:a="http://schemas.openxmlformats.org/drawingml/2006/main">
            <a:off x="13438823" y="22850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73" name="直接箭头连接符 1025"/>
          <p:cNvCxnSpPr>
            <a:stCxn xmlns:a="http://schemas.openxmlformats.org/drawingml/2006/main" id="329" idx="2"/>
            <a:endCxn xmlns:a="http://schemas.openxmlformats.org/drawingml/2006/main" id="330" idx="0"/>
          </p:cNvCxnSpPr>
          <p:nvPr/>
        </p:nvCxnSpPr>
        <p:spPr>
          <a:xfrm xmlns:a="http://schemas.openxmlformats.org/drawingml/2006/main">
            <a:off x="13439776" y="1820228"/>
            <a:ext cx="0" cy="46482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32" name="element_248">
            <a:extLst xmlns:a="http://schemas.openxmlformats.org/drawingml/2006/main">
              <a:ext uri="{FF2B5EF4-FFF2-40B4-BE49-F238E27FC236}">
                <a16:creationId xmlns:a16="http://schemas.microsoft.com/office/drawing/2014/main" id="{76036F78-329B-4F1A-AB7A-C467941B4198}"/>
              </a:ext>
            </a:extLst>
          </p:cNvPr>
          <p:cNvSpPr>
            <a:spLocks xmlns:a="http://schemas.openxmlformats.org/drawingml/2006/main" noGrp="1"/>
          </p:cNvSpPr>
          <p:nvPr/>
        </p:nvSpPr>
        <p:spPr>
          <a:xfrm xmlns:a="http://schemas.openxmlformats.org/drawingml/2006/main">
            <a:off x="11982450" y="4895850"/>
            <a:ext cx="2886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 N blocks · gated residuals</a:t>
            </a:r>
          </a:p>
        </p:txBody>
      </p:sp>
      <p:sp>
        <p:nvSpPr>
          <p:cNvPr id="333" name="element_249">
            <a:extLst xmlns:a="http://schemas.openxmlformats.org/drawingml/2006/main">
              <a:ext uri="{FF2B5EF4-FFF2-40B4-BE49-F238E27FC236}">
                <a16:creationId xmlns:a16="http://schemas.microsoft.com/office/drawing/2014/main" id="{F893516B-3C96-471D-8140-6F21524988DE}"/>
              </a:ext>
            </a:extLst>
          </p:cNvPr>
          <p:cNvSpPr>
            <a:spLocks xmlns:a="http://schemas.openxmlformats.org/drawingml/2006/main" noGrp="1"/>
          </p:cNvSpPr>
          <p:nvPr/>
        </p:nvSpPr>
        <p:spPr>
          <a:xfrm xmlns:a="http://schemas.openxmlformats.org/drawingml/2006/main">
            <a:off x="12144375" y="3457575"/>
            <a:ext cx="247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D39243"/>
                </a:solidFill>
                <a:latin typeface="Times New Roman"/>
                <a:ea typeface="Times New Roman"/>
                <a:cs typeface="Times New Roman"/>
              </a:defRPr>
            </a:pPr>
            <a:r>
              <a:rPr sz="1200" b="0">
                <a:solidFill>
                  <a:srgbClr val="D39243"/>
                </a:solidFill>
                <a:latin typeface="Times New Roman"/>
                <a:ea typeface="Times New Roman"/>
                <a:cs typeface="Times New Roman"/>
              </a:rPr>
              <a:t>Temporal attention</a:t>
            </a:r>
          </a:p>
        </p:txBody>
      </p:sp>
      <p:sp>
        <p:nvSpPr>
          <p:cNvPr id="334" name="element_250">
            <a:extLst xmlns:a="http://schemas.openxmlformats.org/drawingml/2006/main">
              <a:ext uri="{FF2B5EF4-FFF2-40B4-BE49-F238E27FC236}">
                <a16:creationId xmlns:a16="http://schemas.microsoft.com/office/drawing/2014/main" id="{FA04954C-93F2-4AA1-B3B0-9F09FFC3822E}"/>
              </a:ext>
            </a:extLst>
          </p:cNvPr>
          <p:cNvSpPr>
            <a:spLocks xmlns:a="http://schemas.openxmlformats.org/drawingml/2006/main" noGrp="1"/>
          </p:cNvSpPr>
          <p:nvPr/>
        </p:nvSpPr>
        <p:spPr>
          <a:xfrm xmlns:a="http://schemas.openxmlformats.org/drawingml/2006/main">
            <a:off x="12192000" y="5457825"/>
            <a:ext cx="2495550" cy="419100"/>
          </a:xfrm>
          <a:prstGeom xmlns:a="http://schemas.openxmlformats.org/drawingml/2006/main" prst="roundRect">
            <a:avLst>
              <a:gd name="adj" fmla="val 13636"/>
            </a:avLst>
          </a:prstGeom>
          <a:solidFill xmlns:a="http://schemas.openxmlformats.org/drawingml/2006/main">
            <a:srgbClr val="D0EFED"/>
          </a:solidFill>
          <a:ln xmlns:a="http://schemas.openxmlformats.org/drawingml/2006/main" w="10478">
            <a:solidFill>
              <a:srgbClr val="4C9998"/>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Output AdaLN + Linear</a:t>
            </a:r>
          </a:p>
        </p:txBody>
      </p:sp>
      <p:sp>
        <p:nvSpPr>
          <p:cNvPr id="335" name="element_251">
            <a:extLst xmlns:a="http://schemas.openxmlformats.org/drawingml/2006/main">
              <a:ext uri="{FF2B5EF4-FFF2-40B4-BE49-F238E27FC236}">
                <a16:creationId xmlns:a16="http://schemas.microsoft.com/office/drawing/2014/main" id="{F568B82C-B615-44E8-87C4-88F740B873D5}"/>
              </a:ext>
            </a:extLst>
          </p:cNvPr>
          <p:cNvSpPr>
            <a:spLocks xmlns:a="http://schemas.openxmlformats.org/drawingml/2006/main" noGrp="1"/>
          </p:cNvSpPr>
          <p:nvPr/>
        </p:nvSpPr>
        <p:spPr>
          <a:xfrm xmlns:a="http://schemas.openxmlformats.org/drawingml/2006/main">
            <a:off x="13438823" y="4780598"/>
            <a:ext cx="1905" cy="1905"/>
          </a:xfrm>
          <a:prstGeom xmlns:a="http://schemas.openxmlformats.org/drawingml/2006/main" prst="rect">
            <a:avLst/>
          </a:prstGeom>
          <a:noFill xmlns:a="http://schemas.openxmlformats.org/drawingml/2006/main"/>
          <a:ln xmlns:a="http://schemas.openxmlformats.org/drawingml/2006/main" w="0">
            <a:noFill/>
          </a:ln>
        </p:spPr>
      </p:sp>
      <p:sp>
        <p:nvSpPr>
          <p:cNvPr id="336" name="element_252">
            <a:extLst xmlns:a="http://schemas.openxmlformats.org/drawingml/2006/main">
              <a:ext uri="{FF2B5EF4-FFF2-40B4-BE49-F238E27FC236}">
                <a16:creationId xmlns:a16="http://schemas.microsoft.com/office/drawing/2014/main" id="{9F8F4ABB-E335-403F-B6BC-E39F43F63CB8}"/>
              </a:ext>
            </a:extLst>
          </p:cNvPr>
          <p:cNvSpPr>
            <a:spLocks xmlns:a="http://schemas.openxmlformats.org/drawingml/2006/main" noGrp="1"/>
          </p:cNvSpPr>
          <p:nvPr/>
        </p:nvSpPr>
        <p:spPr>
          <a:xfrm xmlns:a="http://schemas.openxmlformats.org/drawingml/2006/main">
            <a:off x="13438823" y="5456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79" name="直接箭头连接符 1031"/>
          <p:cNvCxnSpPr>
            <a:stCxn xmlns:a="http://schemas.openxmlformats.org/drawingml/2006/main" id="335" idx="2"/>
            <a:endCxn xmlns:a="http://schemas.openxmlformats.org/drawingml/2006/main" id="336" idx="0"/>
          </p:cNvCxnSpPr>
          <p:nvPr/>
        </p:nvCxnSpPr>
        <p:spPr>
          <a:xfrm xmlns:a="http://schemas.openxmlformats.org/drawingml/2006/main">
            <a:off x="13439776" y="4782503"/>
            <a:ext cx="0" cy="67437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38" name="element_253">
            <a:extLst xmlns:a="http://schemas.openxmlformats.org/drawingml/2006/main">
              <a:ext uri="{FF2B5EF4-FFF2-40B4-BE49-F238E27FC236}">
                <a16:creationId xmlns:a16="http://schemas.microsoft.com/office/drawing/2014/main" id="{6E2DB4B8-6188-4937-9519-B9D6B4F0473C}"/>
              </a:ext>
            </a:extLst>
          </p:cNvPr>
          <p:cNvSpPr>
            <a:spLocks xmlns:a="http://schemas.openxmlformats.org/drawingml/2006/main" noGrp="1"/>
          </p:cNvSpPr>
          <p:nvPr/>
        </p:nvSpPr>
        <p:spPr>
          <a:xfrm xmlns:a="http://schemas.openxmlformats.org/drawingml/2006/main">
            <a:off x="12611100" y="5924550"/>
            <a:ext cx="165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142632"/>
                </a:solidFill>
                <a:latin typeface="Times New Roman"/>
                <a:ea typeface="Times New Roman"/>
                <a:cs typeface="Times New Roman"/>
              </a:defRPr>
            </a:pPr>
            <a:r>
              <a:rPr sz="1725" b="0">
                <a:solidFill>
                  <a:srgbClr val="142632"/>
                </a:solidFill>
                <a:latin typeface="Times New Roman"/>
                <a:ea typeface="Times New Roman"/>
                <a:cs typeface="Times New Roman"/>
              </a:rPr>
              <a:t>Velocity field</a:t>
            </a:r>
          </a:p>
        </p:txBody>
      </p:sp>
      <p:sp>
        <p:nvSpPr>
          <p:cNvPr id="339" name="element_254">
            <a:extLst xmlns:a="http://schemas.openxmlformats.org/drawingml/2006/main">
              <a:ext uri="{FF2B5EF4-FFF2-40B4-BE49-F238E27FC236}">
                <a16:creationId xmlns:a16="http://schemas.microsoft.com/office/drawing/2014/main" id="{9D203B4E-1D6B-4EE0-87B0-AECA0F88DB91}"/>
              </a:ext>
            </a:extLst>
          </p:cNvPr>
          <p:cNvSpPr>
            <a:spLocks xmlns:a="http://schemas.openxmlformats.org/drawingml/2006/main" noGrp="1"/>
          </p:cNvSpPr>
          <p:nvPr/>
        </p:nvSpPr>
        <p:spPr>
          <a:xfrm xmlns:a="http://schemas.openxmlformats.org/drawingml/2006/main">
            <a:off x="12192000" y="6305550"/>
            <a:ext cx="2495550" cy="466725"/>
          </a:xfrm>
          <a:prstGeom xmlns:a="http://schemas.openxmlformats.org/drawingml/2006/main" prst="roundRect">
            <a:avLst>
              <a:gd name="adj" fmla="val 12245"/>
            </a:avLst>
          </a:prstGeom>
          <a:solidFill xmlns:a="http://schemas.openxmlformats.org/drawingml/2006/main">
            <a:srgbClr val="E6DEEE"/>
          </a:solidFill>
          <a:ln xmlns:a="http://schemas.openxmlformats.org/drawingml/2006/main" w="10478">
            <a:solidFill>
              <a:srgbClr val="8F7DAB"/>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Flow integration</a:t>
            </a:r>
          </a:p>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ε → r̂</a:t>
            </a:r>
          </a:p>
        </p:txBody>
      </p:sp>
      <p:sp>
        <p:nvSpPr>
          <p:cNvPr id="340" name="element_255">
            <a:extLst xmlns:a="http://schemas.openxmlformats.org/drawingml/2006/main">
              <a:ext uri="{FF2B5EF4-FFF2-40B4-BE49-F238E27FC236}">
                <a16:creationId xmlns:a16="http://schemas.microsoft.com/office/drawing/2014/main" id="{34C5126F-C9E6-441D-9D96-2D61B54F75A5}"/>
              </a:ext>
            </a:extLst>
          </p:cNvPr>
          <p:cNvSpPr>
            <a:spLocks xmlns:a="http://schemas.openxmlformats.org/drawingml/2006/main" noGrp="1"/>
          </p:cNvSpPr>
          <p:nvPr/>
        </p:nvSpPr>
        <p:spPr>
          <a:xfrm xmlns:a="http://schemas.openxmlformats.org/drawingml/2006/main">
            <a:off x="13438823" y="6171248"/>
            <a:ext cx="1905" cy="1905"/>
          </a:xfrm>
          <a:prstGeom xmlns:a="http://schemas.openxmlformats.org/drawingml/2006/main" prst="rect">
            <a:avLst/>
          </a:prstGeom>
          <a:noFill xmlns:a="http://schemas.openxmlformats.org/drawingml/2006/main"/>
          <a:ln xmlns:a="http://schemas.openxmlformats.org/drawingml/2006/main" w="0">
            <a:noFill/>
          </a:ln>
        </p:spPr>
      </p:sp>
      <p:sp>
        <p:nvSpPr>
          <p:cNvPr id="341" name="element_256">
            <a:extLst xmlns:a="http://schemas.openxmlformats.org/drawingml/2006/main">
              <a:ext uri="{FF2B5EF4-FFF2-40B4-BE49-F238E27FC236}">
                <a16:creationId xmlns:a16="http://schemas.microsoft.com/office/drawing/2014/main" id="{07A9FDB2-0379-456C-9907-114AF4A8C274}"/>
              </a:ext>
            </a:extLst>
          </p:cNvPr>
          <p:cNvSpPr>
            <a:spLocks xmlns:a="http://schemas.openxmlformats.org/drawingml/2006/main" noGrp="1"/>
          </p:cNvSpPr>
          <p:nvPr/>
        </p:nvSpPr>
        <p:spPr>
          <a:xfrm xmlns:a="http://schemas.openxmlformats.org/drawingml/2006/main">
            <a:off x="13438823" y="6304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84" name="直接箭头连接符 1036"/>
          <p:cNvCxnSpPr>
            <a:stCxn xmlns:a="http://schemas.openxmlformats.org/drawingml/2006/main" id="340" idx="2"/>
            <a:endCxn xmlns:a="http://schemas.openxmlformats.org/drawingml/2006/main" id="341" idx="0"/>
          </p:cNvCxnSpPr>
          <p:nvPr/>
        </p:nvCxnSpPr>
        <p:spPr>
          <a:xfrm xmlns:a="http://schemas.openxmlformats.org/drawingml/2006/main">
            <a:off x="13439776" y="6173153"/>
            <a:ext cx="0" cy="1314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43" name="element_257">
            <a:extLst xmlns:a="http://schemas.openxmlformats.org/drawingml/2006/main">
              <a:ext uri="{FF2B5EF4-FFF2-40B4-BE49-F238E27FC236}">
                <a16:creationId xmlns:a16="http://schemas.microsoft.com/office/drawing/2014/main" id="{730FB625-9B90-4C5E-A45C-DBFDCFDF8EC6}"/>
              </a:ext>
            </a:extLst>
          </p:cNvPr>
          <p:cNvSpPr>
            <a:spLocks xmlns:a="http://schemas.openxmlformats.org/drawingml/2006/main" noGrp="1"/>
          </p:cNvSpPr>
          <p:nvPr/>
        </p:nvSpPr>
        <p:spPr>
          <a:xfrm xmlns:a="http://schemas.openxmlformats.org/drawingml/2006/main">
            <a:off x="12030075" y="6858000"/>
            <a:ext cx="2809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0">
                <a:solidFill>
                  <a:srgbClr val="142632"/>
                </a:solidFill>
                <a:latin typeface="Times New Roman"/>
                <a:ea typeface="Times New Roman"/>
                <a:cs typeface="Times New Roman"/>
              </a:defRPr>
            </a:pPr>
            <a:r>
              <a:rPr sz="1575" b="0">
                <a:solidFill>
                  <a:srgbClr val="142632"/>
                </a:solidFill>
                <a:latin typeface="Times New Roman"/>
                <a:ea typeface="Times New Roman"/>
                <a:cs typeface="Times New Roman"/>
              </a:rPr>
              <a:t>Residual facial
motion</a:t>
            </a:r>
          </a:p>
        </p:txBody>
      </p:sp>
      <p:sp>
        <p:nvSpPr>
          <p:cNvPr id="344" name="element_258">
            <a:extLst xmlns:a="http://schemas.openxmlformats.org/drawingml/2006/main">
              <a:ext uri="{FF2B5EF4-FFF2-40B4-BE49-F238E27FC236}">
                <a16:creationId xmlns:a16="http://schemas.microsoft.com/office/drawing/2014/main" id="{1E31EABA-D64C-4509-84E3-3DB6782AF6AE}"/>
              </a:ext>
            </a:extLst>
          </p:cNvPr>
          <p:cNvSpPr>
            <a:spLocks xmlns:a="http://schemas.openxmlformats.org/drawingml/2006/main" noGrp="1"/>
          </p:cNvSpPr>
          <p:nvPr/>
        </p:nvSpPr>
        <p:spPr>
          <a:xfrm xmlns:a="http://schemas.openxmlformats.org/drawingml/2006/main">
            <a:off x="12030075" y="7515225"/>
            <a:ext cx="2809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8F7DAB"/>
                </a:solidFill>
                <a:latin typeface="Times New Roman"/>
                <a:ea typeface="Times New Roman"/>
                <a:cs typeface="Times New Roman"/>
              </a:defRPr>
            </a:pPr>
            <a:r>
              <a:rPr sz="1650" b="0">
                <a:solidFill>
                  <a:srgbClr val="8F7DAB"/>
                </a:solidFill>
                <a:latin typeface="Times New Roman"/>
                <a:ea typeface="Times New Roman"/>
                <a:cs typeface="Times New Roman"/>
              </a:rPr>
              <a:t>Mouth protection</a:t>
            </a:r>
          </a:p>
        </p:txBody>
      </p:sp>
      <p:sp>
        <p:nvSpPr>
          <p:cNvPr id="345" name="element_259">
            <a:extLst xmlns:a="http://schemas.openxmlformats.org/drawingml/2006/main">
              <a:ext uri="{FF2B5EF4-FFF2-40B4-BE49-F238E27FC236}">
                <a16:creationId xmlns:a16="http://schemas.microsoft.com/office/drawing/2014/main" id="{54379230-1263-41EF-BAA7-7093A7145C59}"/>
              </a:ext>
            </a:extLst>
          </p:cNvPr>
          <p:cNvSpPr>
            <a:spLocks xmlns:a="http://schemas.openxmlformats.org/drawingml/2006/main" noGrp="1"/>
          </p:cNvSpPr>
          <p:nvPr/>
        </p:nvSpPr>
        <p:spPr>
          <a:xfrm xmlns:a="http://schemas.openxmlformats.org/drawingml/2006/main">
            <a:off x="284798" y="8009573"/>
            <a:ext cx="1905" cy="1905"/>
          </a:xfrm>
          <a:prstGeom xmlns:a="http://schemas.openxmlformats.org/drawingml/2006/main" prst="rect">
            <a:avLst/>
          </a:prstGeom>
          <a:noFill xmlns:a="http://schemas.openxmlformats.org/drawingml/2006/main"/>
          <a:ln xmlns:a="http://schemas.openxmlformats.org/drawingml/2006/main" w="0">
            <a:noFill/>
          </a:ln>
        </p:spPr>
      </p:sp>
      <p:sp>
        <p:nvSpPr>
          <p:cNvPr id="346" name="element_260">
            <a:extLst xmlns:a="http://schemas.openxmlformats.org/drawingml/2006/main">
              <a:ext uri="{FF2B5EF4-FFF2-40B4-BE49-F238E27FC236}">
                <a16:creationId xmlns:a16="http://schemas.microsoft.com/office/drawing/2014/main" id="{B6167EF5-19FF-4A92-933D-80AC31A18F2E}"/>
              </a:ext>
            </a:extLst>
          </p:cNvPr>
          <p:cNvSpPr>
            <a:spLocks xmlns:a="http://schemas.openxmlformats.org/drawingml/2006/main" noGrp="1"/>
          </p:cNvSpPr>
          <p:nvPr/>
        </p:nvSpPr>
        <p:spPr>
          <a:xfrm xmlns:a="http://schemas.openxmlformats.org/drawingml/2006/main">
            <a:off x="14953298" y="800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89" name="直接箭头连接符 1041"/>
          <p:cNvCxnSpPr>
            <a:stCxn xmlns:a="http://schemas.openxmlformats.org/drawingml/2006/main" id="345" idx="3"/>
            <a:endCxn xmlns:a="http://schemas.openxmlformats.org/drawingml/2006/main" id="346" idx="1"/>
          </p:cNvCxnSpPr>
          <p:nvPr/>
        </p:nvCxnSpPr>
        <p:spPr>
          <a:xfrm xmlns:a="http://schemas.openxmlformats.org/drawingml/2006/main">
            <a:off x="286703" y="8010526"/>
            <a:ext cx="14666595" cy="0"/>
          </a:xfrm>
          <a:prstGeom xmlns:a="http://schemas.openxmlformats.org/drawingml/2006/main" prst="straightConnector1">
            <a:avLst/>
          </a:prstGeom>
          <a:ln xmlns:a="http://schemas.openxmlformats.org/drawingml/2006/main" w="16193">
            <a:solidFill>
              <a:srgbClr val="A8B1B9"/>
            </a:solidFill>
            <a:prstDash val="solid"/>
          </a:ln>
        </p:spPr>
      </p:cxnSp>
      <p:sp>
        <p:nvSpPr>
          <p:cNvPr id="348" name="element_261">
            <a:extLst xmlns:a="http://schemas.openxmlformats.org/drawingml/2006/main">
              <a:ext uri="{FF2B5EF4-FFF2-40B4-BE49-F238E27FC236}">
                <a16:creationId xmlns:a16="http://schemas.microsoft.com/office/drawing/2014/main" id="{D85A7BEB-9A74-48DC-9041-A5A0C2524781}"/>
              </a:ext>
            </a:extLst>
          </p:cNvPr>
          <p:cNvSpPr>
            <a:spLocks xmlns:a="http://schemas.openxmlformats.org/drawingml/2006/main" noGrp="1"/>
          </p:cNvSpPr>
          <p:nvPr/>
        </p:nvSpPr>
        <p:spPr>
          <a:xfrm xmlns:a="http://schemas.openxmlformats.org/drawingml/2006/main">
            <a:off x="285750" y="8124825"/>
            <a:ext cx="1466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650" b="0">
                <a:solidFill>
                  <a:srgbClr val="142632"/>
                </a:solidFill>
                <a:latin typeface="Arial"/>
                <a:ea typeface="Arial"/>
                <a:cs typeface="Arial"/>
              </a:defRPr>
            </a:pPr>
            <a:r>
              <a:rPr sz="1650" b="0">
                <a:solidFill>
                  <a:srgbClr val="142632"/>
                </a:solidFill>
                <a:latin typeface="Arial"/>
                <a:ea typeface="Arial"/>
                <a:cs typeface="Arial"/>
              </a:rPr>
              <a:t>Figure 1. KineTalk separates articulation, personalized motion, and emotion, then synthesizes residual facial motion with a conditional flow decoder.</a:t>
            </a:r>
          </a:p>
        </p:txBody>
      </p:sp>
    </p:spTree>
    <p:extLst>
      <p:ext uri="{BB962C8B-B14F-4D97-AF65-F5344CB8AC3E}">
        <p14:creationId xmlns:p14="http://schemas.microsoft.com/office/powerpoint/2010/main" val="14064440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2026-09-23T11:39:46.7320000Z</dcterms:created>
  <dcterms:modified xsi:type="dcterms:W3CDTF">2026-09-23T11:39:46.7320000Z</dcterms:modified>
</coreProperties>
</file>